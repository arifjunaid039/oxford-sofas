
<file path=[Content_Types].xml><?xml version="1.0" encoding="utf-8"?>
<Types xmlns="http://schemas.openxmlformats.org/package/2006/content-types">
  <Default Extension="webp"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731" r:id="rId2"/>
  </p:sldMasterIdLst>
  <p:sldIdLst>
    <p:sldId id="257" r:id="rId3"/>
    <p:sldId id="258" r:id="rId4"/>
    <p:sldId id="259" r:id="rId5"/>
    <p:sldId id="261" r:id="rId6"/>
    <p:sldId id="260"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B468"/>
    <a:srgbClr val="0D0D0D"/>
    <a:srgbClr val="000000"/>
    <a:srgbClr val="1C1A1A"/>
    <a:srgbClr val="1B1B1B"/>
    <a:srgbClr val="2C2C2C"/>
    <a:srgbClr val="14314C"/>
    <a:srgbClr val="121F36"/>
    <a:srgbClr val="15254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3068BF-90D0-6E31-3563-6C20C10897C0}" v="105" dt="2025-10-30T07:45:03.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CHNO GAMERZ" userId="f9d6f326028d45e1" providerId="Windows Live" clId="Web-{E23068BF-90D0-6E31-3563-6C20C10897C0}"/>
    <pc:docChg chg="modSld">
      <pc:chgData name="TECHNO GAMERZ" userId="f9d6f326028d45e1" providerId="Windows Live" clId="Web-{E23068BF-90D0-6E31-3563-6C20C10897C0}" dt="2025-10-30T07:45:03.973" v="113"/>
      <pc:docMkLst>
        <pc:docMk/>
      </pc:docMkLst>
      <pc:sldChg chg="addSp delSp modSp mod setBg">
        <pc:chgData name="TECHNO GAMERZ" userId="f9d6f326028d45e1" providerId="Windows Live" clId="Web-{E23068BF-90D0-6E31-3563-6C20C10897C0}" dt="2025-10-30T07:37:06.762" v="43" actId="20577"/>
        <pc:sldMkLst>
          <pc:docMk/>
          <pc:sldMk cId="944375620" sldId="259"/>
        </pc:sldMkLst>
        <pc:spChg chg="mod">
          <ac:chgData name="TECHNO GAMERZ" userId="f9d6f326028d45e1" providerId="Windows Live" clId="Web-{E23068BF-90D0-6E31-3563-6C20C10897C0}" dt="2025-10-30T07:36:44.402" v="41"/>
          <ac:spMkLst>
            <pc:docMk/>
            <pc:sldMk cId="944375620" sldId="259"/>
            <ac:spMk id="4" creationId="{00000000-0000-0000-0000-000000000000}"/>
          </ac:spMkLst>
        </pc:spChg>
        <pc:spChg chg="mod">
          <ac:chgData name="TECHNO GAMERZ" userId="f9d6f326028d45e1" providerId="Windows Live" clId="Web-{E23068BF-90D0-6E31-3563-6C20C10897C0}" dt="2025-10-30T07:37:06.762" v="43" actId="20577"/>
          <ac:spMkLst>
            <pc:docMk/>
            <pc:sldMk cId="944375620" sldId="259"/>
            <ac:spMk id="5" creationId="{00000000-0000-0000-0000-000000000000}"/>
          </ac:spMkLst>
        </pc:spChg>
        <pc:spChg chg="add del">
          <ac:chgData name="TECHNO GAMERZ" userId="f9d6f326028d45e1" providerId="Windows Live" clId="Web-{E23068BF-90D0-6E31-3563-6C20C10897C0}" dt="2025-10-30T07:36:44.402" v="41"/>
          <ac:spMkLst>
            <pc:docMk/>
            <pc:sldMk cId="944375620" sldId="259"/>
            <ac:spMk id="7" creationId="{842261B7-FAAD-47CA-A9BE-38E09E2CC522}"/>
          </ac:spMkLst>
        </pc:spChg>
        <pc:spChg chg="add del">
          <ac:chgData name="TECHNO GAMERZ" userId="f9d6f326028d45e1" providerId="Windows Live" clId="Web-{E23068BF-90D0-6E31-3563-6C20C10897C0}" dt="2025-10-30T07:36:44.402" v="41"/>
          <ac:spMkLst>
            <pc:docMk/>
            <pc:sldMk cId="944375620" sldId="259"/>
            <ac:spMk id="8" creationId="{7065E5E2-B1F7-42E2-9E80-43145C7C2861}"/>
          </ac:spMkLst>
        </pc:spChg>
        <pc:spChg chg="add del">
          <ac:chgData name="TECHNO GAMERZ" userId="f9d6f326028d45e1" providerId="Windows Live" clId="Web-{E23068BF-90D0-6E31-3563-6C20C10897C0}" dt="2025-10-30T07:29:35.659" v="1"/>
          <ac:spMkLst>
            <pc:docMk/>
            <pc:sldMk cId="944375620" sldId="259"/>
            <ac:spMk id="10" creationId="{842261B7-FAAD-47CA-A9BE-38E09E2CC522}"/>
          </ac:spMkLst>
        </pc:spChg>
        <pc:spChg chg="add del">
          <ac:chgData name="TECHNO GAMERZ" userId="f9d6f326028d45e1" providerId="Windows Live" clId="Web-{E23068BF-90D0-6E31-3563-6C20C10897C0}" dt="2025-10-30T07:29:35.659" v="1"/>
          <ac:spMkLst>
            <pc:docMk/>
            <pc:sldMk cId="944375620" sldId="259"/>
            <ac:spMk id="12" creationId="{B39A2F9F-4BFD-43B1-8BBE-ACFE87A0DAF4}"/>
          </ac:spMkLst>
        </pc:spChg>
        <pc:spChg chg="add del">
          <ac:chgData name="TECHNO GAMERZ" userId="f9d6f326028d45e1" providerId="Windows Live" clId="Web-{E23068BF-90D0-6E31-3563-6C20C10897C0}" dt="2025-10-30T07:36:40.292" v="39"/>
          <ac:spMkLst>
            <pc:docMk/>
            <pc:sldMk cId="944375620" sldId="259"/>
            <ac:spMk id="13" creationId="{1CC5CC88-D452-405A-A68E-CB09DB90990E}"/>
          </ac:spMkLst>
        </pc:spChg>
        <pc:spChg chg="add del">
          <ac:chgData name="TECHNO GAMERZ" userId="f9d6f326028d45e1" providerId="Windows Live" clId="Web-{E23068BF-90D0-6E31-3563-6C20C10897C0}" dt="2025-10-30T07:29:35.659" v="1"/>
          <ac:spMkLst>
            <pc:docMk/>
            <pc:sldMk cId="944375620" sldId="259"/>
            <ac:spMk id="14" creationId="{DB383DC5-236D-4BB4-AB9E-014F4FCF14BF}"/>
          </ac:spMkLst>
        </pc:spChg>
        <pc:spChg chg="add del">
          <ac:chgData name="TECHNO GAMERZ" userId="f9d6f326028d45e1" providerId="Windows Live" clId="Web-{E23068BF-90D0-6E31-3563-6C20C10897C0}" dt="2025-10-30T07:29:38.409" v="3"/>
          <ac:spMkLst>
            <pc:docMk/>
            <pc:sldMk cId="944375620" sldId="259"/>
            <ac:spMk id="16" creationId="{842261B7-FAAD-47CA-A9BE-38E09E2CC522}"/>
          </ac:spMkLst>
        </pc:spChg>
        <pc:spChg chg="add del">
          <ac:chgData name="TECHNO GAMERZ" userId="f9d6f326028d45e1" providerId="Windows Live" clId="Web-{E23068BF-90D0-6E31-3563-6C20C10897C0}" dt="2025-10-30T07:29:38.409" v="3"/>
          <ac:spMkLst>
            <pc:docMk/>
            <pc:sldMk cId="944375620" sldId="259"/>
            <ac:spMk id="17" creationId="{7065E5E2-B1F7-42E2-9E80-43145C7C2861}"/>
          </ac:spMkLst>
        </pc:spChg>
        <pc:spChg chg="add del">
          <ac:chgData name="TECHNO GAMERZ" userId="f9d6f326028d45e1" providerId="Windows Live" clId="Web-{E23068BF-90D0-6E31-3563-6C20C10897C0}" dt="2025-10-30T07:29:43.128" v="5"/>
          <ac:spMkLst>
            <pc:docMk/>
            <pc:sldMk cId="944375620" sldId="259"/>
            <ac:spMk id="19" creationId="{842261B7-FAAD-47CA-A9BE-38E09E2CC522}"/>
          </ac:spMkLst>
        </pc:spChg>
        <pc:spChg chg="add del">
          <ac:chgData name="TECHNO GAMERZ" userId="f9d6f326028d45e1" providerId="Windows Live" clId="Web-{E23068BF-90D0-6E31-3563-6C20C10897C0}" dt="2025-10-30T07:29:48.253" v="7"/>
          <ac:spMkLst>
            <pc:docMk/>
            <pc:sldMk cId="944375620" sldId="259"/>
            <ac:spMk id="21" creationId="{842261B7-FAAD-47CA-A9BE-38E09E2CC522}"/>
          </ac:spMkLst>
        </pc:spChg>
        <pc:spChg chg="add del">
          <ac:chgData name="TECHNO GAMERZ" userId="f9d6f326028d45e1" providerId="Windows Live" clId="Web-{E23068BF-90D0-6E31-3563-6C20C10897C0}" dt="2025-10-30T07:29:48.253" v="7"/>
          <ac:spMkLst>
            <pc:docMk/>
            <pc:sldMk cId="944375620" sldId="259"/>
            <ac:spMk id="22" creationId="{A0EC1E96-B1B3-4F57-B2A7-91062053B936}"/>
          </ac:spMkLst>
        </pc:spChg>
        <pc:spChg chg="add del">
          <ac:chgData name="TECHNO GAMERZ" userId="f9d6f326028d45e1" providerId="Windows Live" clId="Web-{E23068BF-90D0-6E31-3563-6C20C10897C0}" dt="2025-10-30T07:29:48.253" v="7"/>
          <ac:spMkLst>
            <pc:docMk/>
            <pc:sldMk cId="944375620" sldId="259"/>
            <ac:spMk id="23" creationId="{CBC6B79D-2419-46F3-BFD5-312BF9483720}"/>
          </ac:spMkLst>
        </pc:spChg>
        <pc:spChg chg="add del">
          <ac:chgData name="TECHNO GAMERZ" userId="f9d6f326028d45e1" providerId="Windows Live" clId="Web-{E23068BF-90D0-6E31-3563-6C20C10897C0}" dt="2025-10-30T07:29:50.988" v="9"/>
          <ac:spMkLst>
            <pc:docMk/>
            <pc:sldMk cId="944375620" sldId="259"/>
            <ac:spMk id="25" creationId="{842261B7-FAAD-47CA-A9BE-38E09E2CC522}"/>
          </ac:spMkLst>
        </pc:spChg>
        <pc:spChg chg="add del">
          <ac:chgData name="TECHNO GAMERZ" userId="f9d6f326028d45e1" providerId="Windows Live" clId="Web-{E23068BF-90D0-6E31-3563-6C20C10897C0}" dt="2025-10-30T07:29:50.988" v="9"/>
          <ac:spMkLst>
            <pc:docMk/>
            <pc:sldMk cId="944375620" sldId="259"/>
            <ac:spMk id="26" creationId="{F313EB42-8073-4CE3-84D2-5E164712572B}"/>
          </ac:spMkLst>
        </pc:spChg>
        <pc:spChg chg="add del">
          <ac:chgData name="TECHNO GAMERZ" userId="f9d6f326028d45e1" providerId="Windows Live" clId="Web-{E23068BF-90D0-6E31-3563-6C20C10897C0}" dt="2025-10-30T07:29:55.707" v="11"/>
          <ac:spMkLst>
            <pc:docMk/>
            <pc:sldMk cId="944375620" sldId="259"/>
            <ac:spMk id="28" creationId="{1CC5CC88-D452-405A-A68E-CB09DB90990E}"/>
          </ac:spMkLst>
        </pc:spChg>
        <pc:spChg chg="add del">
          <ac:chgData name="TECHNO GAMERZ" userId="f9d6f326028d45e1" providerId="Windows Live" clId="Web-{E23068BF-90D0-6E31-3563-6C20C10897C0}" dt="2025-10-30T07:29:55.707" v="11"/>
          <ac:spMkLst>
            <pc:docMk/>
            <pc:sldMk cId="944375620" sldId="259"/>
            <ac:spMk id="29" creationId="{7F1E7AFF-0BDE-41B0-A9C8-A3E0E9DED049}"/>
          </ac:spMkLst>
        </pc:spChg>
        <pc:spChg chg="add del">
          <ac:chgData name="TECHNO GAMERZ" userId="f9d6f326028d45e1" providerId="Windows Live" clId="Web-{E23068BF-90D0-6E31-3563-6C20C10897C0}" dt="2025-10-30T07:29:58.222" v="13"/>
          <ac:spMkLst>
            <pc:docMk/>
            <pc:sldMk cId="944375620" sldId="259"/>
            <ac:spMk id="31" creationId="{1CC5CC88-D452-405A-A68E-CB09DB90990E}"/>
          </ac:spMkLst>
        </pc:spChg>
        <pc:spChg chg="add del">
          <ac:chgData name="TECHNO GAMERZ" userId="f9d6f326028d45e1" providerId="Windows Live" clId="Web-{E23068BF-90D0-6E31-3563-6C20C10897C0}" dt="2025-10-30T07:30:55.880" v="15"/>
          <ac:spMkLst>
            <pc:docMk/>
            <pc:sldMk cId="944375620" sldId="259"/>
            <ac:spMk id="33" creationId="{842261B7-FAAD-47CA-A9BE-38E09E2CC522}"/>
          </ac:spMkLst>
        </pc:spChg>
        <pc:spChg chg="add del">
          <ac:chgData name="TECHNO GAMERZ" userId="f9d6f326028d45e1" providerId="Windows Live" clId="Web-{E23068BF-90D0-6E31-3563-6C20C10897C0}" dt="2025-10-30T07:30:55.880" v="15"/>
          <ac:spMkLst>
            <pc:docMk/>
            <pc:sldMk cId="944375620" sldId="259"/>
            <ac:spMk id="34" creationId="{D86C37B8-1DB0-4F9B-8573-ADFEB46CF605}"/>
          </ac:spMkLst>
        </pc:spChg>
        <pc:picChg chg="mod ord">
          <ac:chgData name="TECHNO GAMERZ" userId="f9d6f326028d45e1" providerId="Windows Live" clId="Web-{E23068BF-90D0-6E31-3563-6C20C10897C0}" dt="2025-10-30T07:36:44.402" v="41"/>
          <ac:picMkLst>
            <pc:docMk/>
            <pc:sldMk cId="944375620" sldId="259"/>
            <ac:picMk id="2" creationId="{00000000-0000-0000-0000-000000000000}"/>
          </ac:picMkLst>
        </pc:picChg>
      </pc:sldChg>
      <pc:sldChg chg="modSp modTransition">
        <pc:chgData name="TECHNO GAMERZ" userId="f9d6f326028d45e1" providerId="Windows Live" clId="Web-{E23068BF-90D0-6E31-3563-6C20C10897C0}" dt="2025-10-30T07:45:03.973" v="113"/>
        <pc:sldMkLst>
          <pc:docMk/>
          <pc:sldMk cId="2421138515" sldId="260"/>
        </pc:sldMkLst>
        <pc:spChg chg="mod">
          <ac:chgData name="TECHNO GAMERZ" userId="f9d6f326028d45e1" providerId="Windows Live" clId="Web-{E23068BF-90D0-6E31-3563-6C20C10897C0}" dt="2025-10-30T07:37:59.575" v="47"/>
          <ac:spMkLst>
            <pc:docMk/>
            <pc:sldMk cId="2421138515" sldId="260"/>
            <ac:spMk id="7" creationId="{00000000-0000-0000-0000-000000000000}"/>
          </ac:spMkLst>
        </pc:spChg>
        <pc:spChg chg="mod">
          <ac:chgData name="TECHNO GAMERZ" userId="f9d6f326028d45e1" providerId="Windows Live" clId="Web-{E23068BF-90D0-6E31-3563-6C20C10897C0}" dt="2025-10-30T07:38:09.044" v="50"/>
          <ac:spMkLst>
            <pc:docMk/>
            <pc:sldMk cId="2421138515" sldId="260"/>
            <ac:spMk id="8" creationId="{00000000-0000-0000-0000-000000000000}"/>
          </ac:spMkLst>
        </pc:spChg>
        <pc:spChg chg="mod">
          <ac:chgData name="TECHNO GAMERZ" userId="f9d6f326028d45e1" providerId="Windows Live" clId="Web-{E23068BF-90D0-6E31-3563-6C20C10897C0}" dt="2025-10-30T07:38:14.794" v="53"/>
          <ac:spMkLst>
            <pc:docMk/>
            <pc:sldMk cId="2421138515" sldId="260"/>
            <ac:spMk id="9" creationId="{00000000-0000-0000-0000-000000000000}"/>
          </ac:spMkLst>
        </pc:spChg>
        <pc:spChg chg="mod">
          <ac:chgData name="TECHNO GAMERZ" userId="f9d6f326028d45e1" providerId="Windows Live" clId="Web-{E23068BF-90D0-6E31-3563-6C20C10897C0}" dt="2025-10-30T07:37:59.668" v="48"/>
          <ac:spMkLst>
            <pc:docMk/>
            <pc:sldMk cId="2421138515" sldId="260"/>
            <ac:spMk id="17" creationId="{00000000-0000-0000-0000-000000000000}"/>
          </ac:spMkLst>
        </pc:spChg>
        <pc:spChg chg="mod">
          <ac:chgData name="TECHNO GAMERZ" userId="f9d6f326028d45e1" providerId="Windows Live" clId="Web-{E23068BF-90D0-6E31-3563-6C20C10897C0}" dt="2025-10-30T07:38:09.122" v="51"/>
          <ac:spMkLst>
            <pc:docMk/>
            <pc:sldMk cId="2421138515" sldId="260"/>
            <ac:spMk id="18" creationId="{00000000-0000-0000-0000-000000000000}"/>
          </ac:spMkLst>
        </pc:spChg>
        <pc:spChg chg="mod">
          <ac:chgData name="TECHNO GAMERZ" userId="f9d6f326028d45e1" providerId="Windows Live" clId="Web-{E23068BF-90D0-6E31-3563-6C20C10897C0}" dt="2025-10-30T07:38:14.887" v="54"/>
          <ac:spMkLst>
            <pc:docMk/>
            <pc:sldMk cId="2421138515" sldId="260"/>
            <ac:spMk id="19" creationId="{00000000-0000-0000-0000-000000000000}"/>
          </ac:spMkLst>
        </pc:spChg>
        <pc:spChg chg="mod">
          <ac:chgData name="TECHNO GAMERZ" userId="f9d6f326028d45e1" providerId="Windows Live" clId="Web-{E23068BF-90D0-6E31-3563-6C20C10897C0}" dt="2025-10-30T07:42:03.403" v="101" actId="20577"/>
          <ac:spMkLst>
            <pc:docMk/>
            <pc:sldMk cId="2421138515" sldId="260"/>
            <ac:spMk id="32" creationId="{00000000-0000-0000-0000-000000000000}"/>
          </ac:spMkLst>
        </pc:spChg>
        <pc:spChg chg="mod">
          <ac:chgData name="TECHNO GAMERZ" userId="f9d6f326028d45e1" providerId="Windows Live" clId="Web-{E23068BF-90D0-6E31-3563-6C20C10897C0}" dt="2025-10-30T07:37:50.012" v="45"/>
          <ac:spMkLst>
            <pc:docMk/>
            <pc:sldMk cId="2421138515" sldId="260"/>
            <ac:spMk id="41" creationId="{00000000-0000-0000-0000-000000000000}"/>
          </ac:spMkLst>
        </pc:spChg>
        <pc:spChg chg="mod">
          <ac:chgData name="TECHNO GAMERZ" userId="f9d6f326028d45e1" providerId="Windows Live" clId="Web-{E23068BF-90D0-6E31-3563-6C20C10897C0}" dt="2025-10-30T07:37:59.575" v="46"/>
          <ac:spMkLst>
            <pc:docMk/>
            <pc:sldMk cId="2421138515" sldId="260"/>
            <ac:spMk id="44" creationId="{00000000-0000-0000-0000-000000000000}"/>
          </ac:spMkLst>
        </pc:spChg>
        <pc:spChg chg="mod">
          <ac:chgData name="TECHNO GAMERZ" userId="f9d6f326028d45e1" providerId="Windows Live" clId="Web-{E23068BF-90D0-6E31-3563-6C20C10897C0}" dt="2025-10-30T07:38:09.044" v="49"/>
          <ac:spMkLst>
            <pc:docMk/>
            <pc:sldMk cId="2421138515" sldId="260"/>
            <ac:spMk id="45" creationId="{00000000-0000-0000-0000-000000000000}"/>
          </ac:spMkLst>
        </pc:spChg>
        <pc:spChg chg="mod">
          <ac:chgData name="TECHNO GAMERZ" userId="f9d6f326028d45e1" providerId="Windows Live" clId="Web-{E23068BF-90D0-6E31-3563-6C20C10897C0}" dt="2025-10-30T07:38:14.794" v="52"/>
          <ac:spMkLst>
            <pc:docMk/>
            <pc:sldMk cId="2421138515" sldId="260"/>
            <ac:spMk id="46" creationId="{00000000-0000-0000-0000-000000000000}"/>
          </ac:spMkLst>
        </pc:spChg>
      </pc:sldChg>
      <pc:sldChg chg="modSp mod setBg">
        <pc:chgData name="TECHNO GAMERZ" userId="f9d6f326028d45e1" providerId="Windows Live" clId="Web-{E23068BF-90D0-6E31-3563-6C20C10897C0}" dt="2025-10-30T07:45:03.364" v="112" actId="1076"/>
        <pc:sldMkLst>
          <pc:docMk/>
          <pc:sldMk cId="2068967223" sldId="261"/>
        </pc:sldMkLst>
        <pc:spChg chg="mod">
          <ac:chgData name="TECHNO GAMERZ" userId="f9d6f326028d45e1" providerId="Windows Live" clId="Web-{E23068BF-90D0-6E31-3563-6C20C10897C0}" dt="2025-10-30T07:38:47.576" v="57"/>
          <ac:spMkLst>
            <pc:docMk/>
            <pc:sldMk cId="2068967223" sldId="261"/>
            <ac:spMk id="2" creationId="{00000000-0000-0000-0000-000000000000}"/>
          </ac:spMkLst>
        </pc:spChg>
        <pc:spChg chg="mod">
          <ac:chgData name="TECHNO GAMERZ" userId="f9d6f326028d45e1" providerId="Windows Live" clId="Web-{E23068BF-90D0-6E31-3563-6C20C10897C0}" dt="2025-10-30T07:41:36.605" v="100" actId="20577"/>
          <ac:spMkLst>
            <pc:docMk/>
            <pc:sldMk cId="2068967223" sldId="261"/>
            <ac:spMk id="3" creationId="{00000000-0000-0000-0000-000000000000}"/>
          </ac:spMkLst>
        </pc:spChg>
        <pc:spChg chg="mod">
          <ac:chgData name="TECHNO GAMERZ" userId="f9d6f326028d45e1" providerId="Windows Live" clId="Web-{E23068BF-90D0-6E31-3563-6C20C10897C0}" dt="2025-10-30T07:38:47.670" v="58"/>
          <ac:spMkLst>
            <pc:docMk/>
            <pc:sldMk cId="2068967223" sldId="261"/>
            <ac:spMk id="5" creationId="{00000000-0000-0000-0000-000000000000}"/>
          </ac:spMkLst>
        </pc:spChg>
        <pc:spChg chg="mod">
          <ac:chgData name="TECHNO GAMERZ" userId="f9d6f326028d45e1" providerId="Windows Live" clId="Web-{E23068BF-90D0-6E31-3563-6C20C10897C0}" dt="2025-10-30T07:39:15.313" v="63"/>
          <ac:spMkLst>
            <pc:docMk/>
            <pc:sldMk cId="2068967223" sldId="261"/>
            <ac:spMk id="7" creationId="{00000000-0000-0000-0000-000000000000}"/>
          </ac:spMkLst>
        </pc:spChg>
        <pc:spChg chg="mod">
          <ac:chgData name="TECHNO GAMERZ" userId="f9d6f326028d45e1" providerId="Windows Live" clId="Web-{E23068BF-90D0-6E31-3563-6C20C10897C0}" dt="2025-10-30T07:40:04.239" v="82"/>
          <ac:spMkLst>
            <pc:docMk/>
            <pc:sldMk cId="2068967223" sldId="261"/>
            <ac:spMk id="8" creationId="{00000000-0000-0000-0000-000000000000}"/>
          </ac:spMkLst>
        </pc:spChg>
        <pc:spChg chg="mod">
          <ac:chgData name="TECHNO GAMERZ" userId="f9d6f326028d45e1" providerId="Windows Live" clId="Web-{E23068BF-90D0-6E31-3563-6C20C10897C0}" dt="2025-10-30T07:40:10.677" v="85"/>
          <ac:spMkLst>
            <pc:docMk/>
            <pc:sldMk cId="2068967223" sldId="261"/>
            <ac:spMk id="9" creationId="{00000000-0000-0000-0000-000000000000}"/>
          </ac:spMkLst>
        </pc:spChg>
        <pc:spChg chg="mod">
          <ac:chgData name="TECHNO GAMERZ" userId="f9d6f326028d45e1" providerId="Windows Live" clId="Web-{E23068BF-90D0-6E31-3563-6C20C10897C0}" dt="2025-10-30T07:39:15.391" v="64"/>
          <ac:spMkLst>
            <pc:docMk/>
            <pc:sldMk cId="2068967223" sldId="261"/>
            <ac:spMk id="17" creationId="{00000000-0000-0000-0000-000000000000}"/>
          </ac:spMkLst>
        </pc:spChg>
        <pc:spChg chg="mod">
          <ac:chgData name="TECHNO GAMERZ" userId="f9d6f326028d45e1" providerId="Windows Live" clId="Web-{E23068BF-90D0-6E31-3563-6C20C10897C0}" dt="2025-10-30T07:40:04.520" v="83"/>
          <ac:spMkLst>
            <pc:docMk/>
            <pc:sldMk cId="2068967223" sldId="261"/>
            <ac:spMk id="18" creationId="{00000000-0000-0000-0000-000000000000}"/>
          </ac:spMkLst>
        </pc:spChg>
        <pc:spChg chg="mod">
          <ac:chgData name="TECHNO GAMERZ" userId="f9d6f326028d45e1" providerId="Windows Live" clId="Web-{E23068BF-90D0-6E31-3563-6C20C10897C0}" dt="2025-10-30T07:40:10.802" v="86"/>
          <ac:spMkLst>
            <pc:docMk/>
            <pc:sldMk cId="2068967223" sldId="261"/>
            <ac:spMk id="19" creationId="{00000000-0000-0000-0000-000000000000}"/>
          </ac:spMkLst>
        </pc:spChg>
        <pc:spChg chg="mod">
          <ac:chgData name="TECHNO GAMERZ" userId="f9d6f326028d45e1" providerId="Windows Live" clId="Web-{E23068BF-90D0-6E31-3563-6C20C10897C0}" dt="2025-10-30T07:40:44.054" v="92" actId="1076"/>
          <ac:spMkLst>
            <pc:docMk/>
            <pc:sldMk cId="2068967223" sldId="261"/>
            <ac:spMk id="41" creationId="{00000000-0000-0000-0000-000000000000}"/>
          </ac:spMkLst>
        </pc:spChg>
        <pc:spChg chg="mod">
          <ac:chgData name="TECHNO GAMERZ" userId="f9d6f326028d45e1" providerId="Windows Live" clId="Web-{E23068BF-90D0-6E31-3563-6C20C10897C0}" dt="2025-10-30T07:39:48.972" v="72" actId="1076"/>
          <ac:spMkLst>
            <pc:docMk/>
            <pc:sldMk cId="2068967223" sldId="261"/>
            <ac:spMk id="44" creationId="{00000000-0000-0000-0000-000000000000}"/>
          </ac:spMkLst>
        </pc:spChg>
        <pc:spChg chg="mod">
          <ac:chgData name="TECHNO GAMERZ" userId="f9d6f326028d45e1" providerId="Windows Live" clId="Web-{E23068BF-90D0-6E31-3563-6C20C10897C0}" dt="2025-10-30T07:40:04.223" v="81"/>
          <ac:spMkLst>
            <pc:docMk/>
            <pc:sldMk cId="2068967223" sldId="261"/>
            <ac:spMk id="45" creationId="{00000000-0000-0000-0000-000000000000}"/>
          </ac:spMkLst>
        </pc:spChg>
        <pc:spChg chg="mod">
          <ac:chgData name="TECHNO GAMERZ" userId="f9d6f326028d45e1" providerId="Windows Live" clId="Web-{E23068BF-90D0-6E31-3563-6C20C10897C0}" dt="2025-10-30T07:40:10.677" v="84"/>
          <ac:spMkLst>
            <pc:docMk/>
            <pc:sldMk cId="2068967223" sldId="261"/>
            <ac:spMk id="46" creationId="{00000000-0000-0000-0000-000000000000}"/>
          </ac:spMkLst>
        </pc:spChg>
        <pc:grpChg chg="mod">
          <ac:chgData name="TECHNO GAMERZ" userId="f9d6f326028d45e1" providerId="Windows Live" clId="Web-{E23068BF-90D0-6E31-3563-6C20C10897C0}" dt="2025-10-30T07:45:03.364" v="112" actId="1076"/>
          <ac:grpSpMkLst>
            <pc:docMk/>
            <pc:sldMk cId="2068967223" sldId="261"/>
            <ac:grpSpMk id="24" creationId="{00000000-0000-0000-0000-000000000000}"/>
          </ac:grpSpMkLst>
        </pc:grpChg>
        <pc:grpChg chg="mod">
          <ac:chgData name="TECHNO GAMERZ" userId="f9d6f326028d45e1" providerId="Windows Live" clId="Web-{E23068BF-90D0-6E31-3563-6C20C10897C0}" dt="2025-10-30T07:42:51.827" v="107" actId="1076"/>
          <ac:grpSpMkLst>
            <pc:docMk/>
            <pc:sldMk cId="2068967223" sldId="261"/>
            <ac:grpSpMk id="26" creationId="{00000000-0000-0000-0000-000000000000}"/>
          </ac:grpSpMkLst>
        </pc:grpChg>
        <pc:grpChg chg="mod">
          <ac:chgData name="TECHNO GAMERZ" userId="f9d6f326028d45e1" providerId="Windows Live" clId="Web-{E23068BF-90D0-6E31-3563-6C20C10897C0}" dt="2025-10-30T07:43:00.140" v="108" actId="1076"/>
          <ac:grpSpMkLst>
            <pc:docMk/>
            <pc:sldMk cId="2068967223" sldId="261"/>
            <ac:grpSpMk id="28" creationId="{00000000-0000-0000-0000-000000000000}"/>
          </ac:grpSpMkLst>
        </pc:grpChg>
        <pc:grpChg chg="mod">
          <ac:chgData name="TECHNO GAMERZ" userId="f9d6f326028d45e1" providerId="Windows Live" clId="Web-{E23068BF-90D0-6E31-3563-6C20C10897C0}" dt="2025-10-30T07:43:05.906" v="109" actId="1076"/>
          <ac:grpSpMkLst>
            <pc:docMk/>
            <pc:sldMk cId="2068967223" sldId="261"/>
            <ac:grpSpMk id="29"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684461255"/>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56061566"/>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803688547"/>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24A5A61-32BE-4254-96B9-82343693BDF9}"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4036494845"/>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4A5A61-32BE-4254-96B9-82343693BDF9}"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4110324694"/>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4A5A61-32BE-4254-96B9-82343693BDF9}"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2131636432"/>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A5A61-32BE-4254-96B9-82343693BDF9}"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3114194927"/>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4A5A61-32BE-4254-96B9-82343693BDF9}"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461183986"/>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4A5A61-32BE-4254-96B9-82343693BDF9}"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2745501834"/>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3450493118"/>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584273866"/>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1238DF6C-5C3D-4796-85C9-75E1519E1BFE}" type="slidenum">
              <a:rPr lang="en-US" smtClean="0"/>
              <a:t>‹#›</a:t>
            </a:fld>
            <a:endParaRPr lang="en-US"/>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30638235"/>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390615440"/>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53629730"/>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4A5A61-32BE-4254-96B9-82343693BDF9}"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3676504098"/>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4A5A61-32BE-4254-96B9-82343693BDF9}"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079890884"/>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4A5A61-32BE-4254-96B9-82343693BDF9}"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668252468"/>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A5A61-32BE-4254-96B9-82343693BDF9}"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154522936"/>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A5A61-32BE-4254-96B9-82343693BDF9}"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161426297"/>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A5A61-32BE-4254-96B9-82343693BDF9}"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4114402060"/>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923057876"/>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4A5A61-32BE-4254-96B9-82343693BDF9}"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38DF6C-5C3D-4796-85C9-75E1519E1BFE}" type="slidenum">
              <a:rPr lang="en-US" smtClean="0"/>
              <a:t>‹#›</a:t>
            </a:fld>
            <a:endParaRPr lang="en-US"/>
          </a:p>
        </p:txBody>
      </p:sp>
    </p:spTree>
    <p:extLst>
      <p:ext uri="{BB962C8B-B14F-4D97-AF65-F5344CB8AC3E}">
        <p14:creationId xmlns:p14="http://schemas.microsoft.com/office/powerpoint/2010/main" val="326309726"/>
      </p:ext>
    </p:extLst>
  </p:cSld>
  <p:clrMapOvr>
    <a:masterClrMapping/>
  </p:clrMapOvr>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4A5A61-32BE-4254-96B9-82343693BDF9}" type="datetimeFigureOut">
              <a:rPr lang="en-US" smtClean="0"/>
              <a:t>11/4/2025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38DF6C-5C3D-4796-85C9-75E1519E1BFE}" type="slidenum">
              <a:rPr lang="en-US" smtClean="0"/>
              <a:t>‹#›</a:t>
            </a:fld>
            <a:endParaRPr lang="en-US"/>
          </a:p>
        </p:txBody>
      </p:sp>
    </p:spTree>
    <p:extLst>
      <p:ext uri="{BB962C8B-B14F-4D97-AF65-F5344CB8AC3E}">
        <p14:creationId xmlns:p14="http://schemas.microsoft.com/office/powerpoint/2010/main" val="262068541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A24A5A61-32BE-4254-96B9-82343693BDF9}" type="datetimeFigureOut">
              <a:rPr lang="en-US" smtClean="0"/>
              <a:t>11/4/2025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1238DF6C-5C3D-4796-85C9-75E1519E1BFE}" type="slidenum">
              <a:rPr lang="en-US" smtClean="0"/>
              <a:t>‹#›</a:t>
            </a:fld>
            <a:endParaRPr lang="en-US"/>
          </a:p>
        </p:txBody>
      </p:sp>
    </p:spTree>
    <p:extLst>
      <p:ext uri="{BB962C8B-B14F-4D97-AF65-F5344CB8AC3E}">
        <p14:creationId xmlns:p14="http://schemas.microsoft.com/office/powerpoint/2010/main" val="3615692503"/>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mc:AlternateContent xmlns:mc="http://schemas.openxmlformats.org/markup-compatibility/2006">
    <mc:Choice xmlns:p14="http://schemas.microsoft.com/office/powerpoint/2010/main" Requires="p14">
      <p:transition spd="slow" p14:dur="2000" advTm="4000">
        <p14:prism isContent="1"/>
      </p:transition>
    </mc:Choice>
    <mc:Fallback>
      <p:transition spd="slow" advTm="4000">
        <p:fade/>
      </p:transition>
    </mc:Fallback>
  </mc:AlternateConten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audio" Target="../media/audio3.wav"/><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webp"/><Relationship Id="rId2" Type="http://schemas.openxmlformats.org/officeDocument/2006/relationships/audio" Target="../media/audio3.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8835"/>
          <a:stretch/>
        </p:blipFill>
        <p:spPr>
          <a:xfrm>
            <a:off x="-13081" y="-1"/>
            <a:ext cx="12205081" cy="6252158"/>
          </a:xfrm>
          <a:custGeom>
            <a:avLst/>
            <a:gdLst/>
            <a:ahLst/>
            <a:cxnLst/>
            <a:rect l="l" t="t" r="r" b="b"/>
            <a:pathLst>
              <a:path w="12205081" h="6252158">
                <a:moveTo>
                  <a:pt x="10615537" y="5804018"/>
                </a:moveTo>
                <a:cubicBezTo>
                  <a:pt x="10573739" y="5804018"/>
                  <a:pt x="10538107" y="5807101"/>
                  <a:pt x="10508642" y="5813268"/>
                </a:cubicBezTo>
                <a:cubicBezTo>
                  <a:pt x="10479177" y="5819435"/>
                  <a:pt x="10455194" y="5828686"/>
                  <a:pt x="10436693" y="5841020"/>
                </a:cubicBezTo>
                <a:cubicBezTo>
                  <a:pt x="10418191" y="5853354"/>
                  <a:pt x="10404658" y="5868258"/>
                  <a:pt x="10396093" y="5885731"/>
                </a:cubicBezTo>
                <a:cubicBezTo>
                  <a:pt x="10387527" y="5903205"/>
                  <a:pt x="10383245" y="5923247"/>
                  <a:pt x="10383245" y="5945860"/>
                </a:cubicBezTo>
                <a:cubicBezTo>
                  <a:pt x="10383245" y="5984233"/>
                  <a:pt x="10395407" y="6014383"/>
                  <a:pt x="10419733" y="6036310"/>
                </a:cubicBezTo>
                <a:cubicBezTo>
                  <a:pt x="10444059" y="6058238"/>
                  <a:pt x="10477806" y="6069201"/>
                  <a:pt x="10520976" y="6069201"/>
                </a:cubicBezTo>
                <a:cubicBezTo>
                  <a:pt x="10557293" y="6069201"/>
                  <a:pt x="10590698" y="6059951"/>
                  <a:pt x="10621191" y="6041450"/>
                </a:cubicBezTo>
                <a:cubicBezTo>
                  <a:pt x="10651683" y="6022948"/>
                  <a:pt x="10682690" y="5995882"/>
                  <a:pt x="10714211" y="5960250"/>
                </a:cubicBezTo>
                <a:lnTo>
                  <a:pt x="10714211" y="5804018"/>
                </a:lnTo>
                <a:close/>
                <a:moveTo>
                  <a:pt x="8862663" y="5422687"/>
                </a:moveTo>
                <a:cubicBezTo>
                  <a:pt x="8824290" y="5422687"/>
                  <a:pt x="8790714" y="5429711"/>
                  <a:pt x="8761934" y="5443758"/>
                </a:cubicBezTo>
                <a:cubicBezTo>
                  <a:pt x="8733155" y="5457805"/>
                  <a:pt x="8709514" y="5478362"/>
                  <a:pt x="8691013" y="5505429"/>
                </a:cubicBezTo>
                <a:cubicBezTo>
                  <a:pt x="8672512" y="5532495"/>
                  <a:pt x="8658636" y="5565044"/>
                  <a:pt x="8649385" y="5603074"/>
                </a:cubicBezTo>
                <a:cubicBezTo>
                  <a:pt x="8640135" y="5641104"/>
                  <a:pt x="8635510" y="5684445"/>
                  <a:pt x="8635510" y="5733096"/>
                </a:cubicBezTo>
                <a:cubicBezTo>
                  <a:pt x="8635510" y="5778321"/>
                  <a:pt x="8639278" y="5819949"/>
                  <a:pt x="8646816" y="5857979"/>
                </a:cubicBezTo>
                <a:cubicBezTo>
                  <a:pt x="8654353" y="5896010"/>
                  <a:pt x="8666516" y="5929072"/>
                  <a:pt x="8683304" y="5957166"/>
                </a:cubicBezTo>
                <a:cubicBezTo>
                  <a:pt x="8700092" y="5985261"/>
                  <a:pt x="8722876" y="6007017"/>
                  <a:pt x="8751656" y="6022434"/>
                </a:cubicBezTo>
                <a:cubicBezTo>
                  <a:pt x="8780436" y="6037852"/>
                  <a:pt x="8816067" y="6045561"/>
                  <a:pt x="8858552" y="6045561"/>
                </a:cubicBezTo>
                <a:cubicBezTo>
                  <a:pt x="8897610" y="6045561"/>
                  <a:pt x="8931529" y="6038537"/>
                  <a:pt x="8960308" y="6024490"/>
                </a:cubicBezTo>
                <a:cubicBezTo>
                  <a:pt x="8989088" y="6010443"/>
                  <a:pt x="9012728" y="5990057"/>
                  <a:pt x="9031230" y="5963333"/>
                </a:cubicBezTo>
                <a:cubicBezTo>
                  <a:pt x="9049731" y="5936609"/>
                  <a:pt x="9063435" y="5904232"/>
                  <a:pt x="9072343" y="5866202"/>
                </a:cubicBezTo>
                <a:cubicBezTo>
                  <a:pt x="9081251" y="5828172"/>
                  <a:pt x="9085705" y="5784831"/>
                  <a:pt x="9085705" y="5736180"/>
                </a:cubicBezTo>
                <a:cubicBezTo>
                  <a:pt x="9085705" y="5690955"/>
                  <a:pt x="9082108" y="5649327"/>
                  <a:pt x="9074913" y="5611297"/>
                </a:cubicBezTo>
                <a:cubicBezTo>
                  <a:pt x="9067718" y="5573267"/>
                  <a:pt x="9055555" y="5540204"/>
                  <a:pt x="9038425" y="5512110"/>
                </a:cubicBezTo>
                <a:cubicBezTo>
                  <a:pt x="9021294" y="5484015"/>
                  <a:pt x="8998510" y="5462088"/>
                  <a:pt x="8970073" y="5446328"/>
                </a:cubicBezTo>
                <a:cubicBezTo>
                  <a:pt x="8941636" y="5430568"/>
                  <a:pt x="8905833" y="5422687"/>
                  <a:pt x="8862663" y="5422687"/>
                </a:cubicBezTo>
                <a:close/>
                <a:moveTo>
                  <a:pt x="11548923" y="5218146"/>
                </a:moveTo>
                <a:cubicBezTo>
                  <a:pt x="11577702" y="5218146"/>
                  <a:pt x="11605625" y="5220202"/>
                  <a:pt x="11632691" y="5224313"/>
                </a:cubicBezTo>
                <a:cubicBezTo>
                  <a:pt x="11659759" y="5228425"/>
                  <a:pt x="11684255" y="5233564"/>
                  <a:pt x="11706183" y="5239731"/>
                </a:cubicBezTo>
                <a:cubicBezTo>
                  <a:pt x="11728110" y="5245898"/>
                  <a:pt x="11746611" y="5252579"/>
                  <a:pt x="11761686" y="5259774"/>
                </a:cubicBezTo>
                <a:cubicBezTo>
                  <a:pt x="11776761" y="5266969"/>
                  <a:pt x="11787553" y="5273136"/>
                  <a:pt x="11794063" y="5278275"/>
                </a:cubicBezTo>
                <a:cubicBezTo>
                  <a:pt x="11800573" y="5283414"/>
                  <a:pt x="11805199" y="5288554"/>
                  <a:pt x="11807939" y="5293693"/>
                </a:cubicBezTo>
                <a:cubicBezTo>
                  <a:pt x="11810680" y="5298832"/>
                  <a:pt x="11812735" y="5304999"/>
                  <a:pt x="11814106" y="5312194"/>
                </a:cubicBezTo>
                <a:cubicBezTo>
                  <a:pt x="11815477" y="5319389"/>
                  <a:pt x="11816676" y="5328297"/>
                  <a:pt x="11817703" y="5338918"/>
                </a:cubicBezTo>
                <a:cubicBezTo>
                  <a:pt x="11818731" y="5349539"/>
                  <a:pt x="11819245" y="5362730"/>
                  <a:pt x="11819245" y="5378490"/>
                </a:cubicBezTo>
                <a:cubicBezTo>
                  <a:pt x="11819245" y="5396991"/>
                  <a:pt x="11818731" y="5412066"/>
                  <a:pt x="11817703" y="5423715"/>
                </a:cubicBezTo>
                <a:cubicBezTo>
                  <a:pt x="11816676" y="5435364"/>
                  <a:pt x="11814963" y="5444615"/>
                  <a:pt x="11812565" y="5451467"/>
                </a:cubicBezTo>
                <a:cubicBezTo>
                  <a:pt x="11810166" y="5458319"/>
                  <a:pt x="11806911" y="5462945"/>
                  <a:pt x="11802800" y="5465343"/>
                </a:cubicBezTo>
                <a:cubicBezTo>
                  <a:pt x="11798689" y="5467741"/>
                  <a:pt x="11793892" y="5468940"/>
                  <a:pt x="11788410" y="5468940"/>
                </a:cubicBezTo>
                <a:cubicBezTo>
                  <a:pt x="11782243" y="5468940"/>
                  <a:pt x="11772649" y="5465343"/>
                  <a:pt x="11759631" y="5458148"/>
                </a:cubicBezTo>
                <a:cubicBezTo>
                  <a:pt x="11746611" y="5450953"/>
                  <a:pt x="11730337" y="5443244"/>
                  <a:pt x="11710808" y="5435021"/>
                </a:cubicBezTo>
                <a:cubicBezTo>
                  <a:pt x="11691279" y="5426799"/>
                  <a:pt x="11668666" y="5419090"/>
                  <a:pt x="11642970" y="5411895"/>
                </a:cubicBezTo>
                <a:cubicBezTo>
                  <a:pt x="11617274" y="5404700"/>
                  <a:pt x="11587981" y="5401103"/>
                  <a:pt x="11555089" y="5401103"/>
                </a:cubicBezTo>
                <a:cubicBezTo>
                  <a:pt x="11531791" y="5401103"/>
                  <a:pt x="11511577" y="5403501"/>
                  <a:pt x="11494447" y="5408298"/>
                </a:cubicBezTo>
                <a:cubicBezTo>
                  <a:pt x="11477315" y="5413094"/>
                  <a:pt x="11463269" y="5419946"/>
                  <a:pt x="11452305" y="5428854"/>
                </a:cubicBezTo>
                <a:cubicBezTo>
                  <a:pt x="11441341" y="5437762"/>
                  <a:pt x="11433119" y="5448212"/>
                  <a:pt x="11427637" y="5460204"/>
                </a:cubicBezTo>
                <a:cubicBezTo>
                  <a:pt x="11422155" y="5472195"/>
                  <a:pt x="11419414" y="5485043"/>
                  <a:pt x="11419414" y="5498748"/>
                </a:cubicBezTo>
                <a:cubicBezTo>
                  <a:pt x="11419414" y="5519990"/>
                  <a:pt x="11425923" y="5537806"/>
                  <a:pt x="11438943" y="5552196"/>
                </a:cubicBezTo>
                <a:cubicBezTo>
                  <a:pt x="11451963" y="5566586"/>
                  <a:pt x="11469093" y="5579262"/>
                  <a:pt x="11490335" y="5590226"/>
                </a:cubicBezTo>
                <a:cubicBezTo>
                  <a:pt x="11511577" y="5601190"/>
                  <a:pt x="11535731" y="5611468"/>
                  <a:pt x="11562799" y="5621061"/>
                </a:cubicBezTo>
                <a:cubicBezTo>
                  <a:pt x="11589865" y="5630654"/>
                  <a:pt x="11617274" y="5641104"/>
                  <a:pt x="11645026" y="5652411"/>
                </a:cubicBezTo>
                <a:cubicBezTo>
                  <a:pt x="11672777" y="5663717"/>
                  <a:pt x="11700187" y="5676907"/>
                  <a:pt x="11727253" y="5691983"/>
                </a:cubicBezTo>
                <a:cubicBezTo>
                  <a:pt x="11754320" y="5707057"/>
                  <a:pt x="11778475" y="5725559"/>
                  <a:pt x="11799717" y="5747486"/>
                </a:cubicBezTo>
                <a:cubicBezTo>
                  <a:pt x="11820959" y="5769413"/>
                  <a:pt x="11838089" y="5795623"/>
                  <a:pt x="11851109" y="5826116"/>
                </a:cubicBezTo>
                <a:cubicBezTo>
                  <a:pt x="11864128" y="5856609"/>
                  <a:pt x="11870637" y="5892755"/>
                  <a:pt x="11870637" y="5934554"/>
                </a:cubicBezTo>
                <a:cubicBezTo>
                  <a:pt x="11870637" y="5986631"/>
                  <a:pt x="11860873" y="6032542"/>
                  <a:pt x="11841344" y="6072285"/>
                </a:cubicBezTo>
                <a:cubicBezTo>
                  <a:pt x="11821815" y="6112028"/>
                  <a:pt x="11794235" y="6145262"/>
                  <a:pt x="11758603" y="6171986"/>
                </a:cubicBezTo>
                <a:cubicBezTo>
                  <a:pt x="11722971" y="6198710"/>
                  <a:pt x="11680829" y="6218753"/>
                  <a:pt x="11632178" y="6232115"/>
                </a:cubicBezTo>
                <a:cubicBezTo>
                  <a:pt x="11583527" y="6245477"/>
                  <a:pt x="11530764" y="6252158"/>
                  <a:pt x="11473889" y="6252158"/>
                </a:cubicBezTo>
                <a:cubicBezTo>
                  <a:pt x="11439629" y="6252158"/>
                  <a:pt x="11406908" y="6249588"/>
                  <a:pt x="11375731" y="6244449"/>
                </a:cubicBezTo>
                <a:cubicBezTo>
                  <a:pt x="11344553" y="6239310"/>
                  <a:pt x="11316629" y="6232800"/>
                  <a:pt x="11291961" y="6224920"/>
                </a:cubicBezTo>
                <a:cubicBezTo>
                  <a:pt x="11267293" y="6217040"/>
                  <a:pt x="11246736" y="6208988"/>
                  <a:pt x="11230291" y="6200765"/>
                </a:cubicBezTo>
                <a:cubicBezTo>
                  <a:pt x="11213845" y="6192543"/>
                  <a:pt x="11201853" y="6184834"/>
                  <a:pt x="11194316" y="6177639"/>
                </a:cubicBezTo>
                <a:cubicBezTo>
                  <a:pt x="11186779" y="6170444"/>
                  <a:pt x="11180954" y="6159138"/>
                  <a:pt x="11176843" y="6143720"/>
                </a:cubicBezTo>
                <a:cubicBezTo>
                  <a:pt x="11172731" y="6128302"/>
                  <a:pt x="11170676" y="6105518"/>
                  <a:pt x="11170676" y="6075368"/>
                </a:cubicBezTo>
                <a:cubicBezTo>
                  <a:pt x="11170676" y="6055497"/>
                  <a:pt x="11171361" y="6039565"/>
                  <a:pt x="11172731" y="6027574"/>
                </a:cubicBezTo>
                <a:cubicBezTo>
                  <a:pt x="11174102" y="6015582"/>
                  <a:pt x="11176157" y="6005989"/>
                  <a:pt x="11178899" y="5998794"/>
                </a:cubicBezTo>
                <a:cubicBezTo>
                  <a:pt x="11181639" y="5991599"/>
                  <a:pt x="11185065" y="5986802"/>
                  <a:pt x="11189177" y="5984404"/>
                </a:cubicBezTo>
                <a:cubicBezTo>
                  <a:pt x="11193288" y="5982006"/>
                  <a:pt x="11198427" y="5980807"/>
                  <a:pt x="11204595" y="5980807"/>
                </a:cubicBezTo>
                <a:cubicBezTo>
                  <a:pt x="11212132" y="5980807"/>
                  <a:pt x="11223267" y="5985089"/>
                  <a:pt x="11237999" y="5993655"/>
                </a:cubicBezTo>
                <a:cubicBezTo>
                  <a:pt x="11252732" y="6002220"/>
                  <a:pt x="11271062" y="6011642"/>
                  <a:pt x="11292989" y="6021921"/>
                </a:cubicBezTo>
                <a:cubicBezTo>
                  <a:pt x="11314916" y="6032199"/>
                  <a:pt x="11340441" y="6041792"/>
                  <a:pt x="11369563" y="6050700"/>
                </a:cubicBezTo>
                <a:cubicBezTo>
                  <a:pt x="11398685" y="6059608"/>
                  <a:pt x="11431748" y="6064062"/>
                  <a:pt x="11468751" y="6064062"/>
                </a:cubicBezTo>
                <a:cubicBezTo>
                  <a:pt x="11492049" y="6064062"/>
                  <a:pt x="11512777" y="6061664"/>
                  <a:pt x="11530935" y="6056867"/>
                </a:cubicBezTo>
                <a:cubicBezTo>
                  <a:pt x="11549093" y="6052071"/>
                  <a:pt x="11564854" y="6045218"/>
                  <a:pt x="11578216" y="6036310"/>
                </a:cubicBezTo>
                <a:cubicBezTo>
                  <a:pt x="11591578" y="6027402"/>
                  <a:pt x="11601685" y="6016096"/>
                  <a:pt x="11608537" y="6002391"/>
                </a:cubicBezTo>
                <a:cubicBezTo>
                  <a:pt x="11615389" y="5988687"/>
                  <a:pt x="11618816" y="5972927"/>
                  <a:pt x="11618816" y="5955111"/>
                </a:cubicBezTo>
                <a:cubicBezTo>
                  <a:pt x="11618816" y="5934554"/>
                  <a:pt x="11612477" y="5916909"/>
                  <a:pt x="11599801" y="5902177"/>
                </a:cubicBezTo>
                <a:cubicBezTo>
                  <a:pt x="11587124" y="5887444"/>
                  <a:pt x="11570336" y="5874596"/>
                  <a:pt x="11549437" y="5863633"/>
                </a:cubicBezTo>
                <a:cubicBezTo>
                  <a:pt x="11528537" y="5852669"/>
                  <a:pt x="11504897" y="5842390"/>
                  <a:pt x="11478515" y="5832797"/>
                </a:cubicBezTo>
                <a:cubicBezTo>
                  <a:pt x="11452133" y="5823204"/>
                  <a:pt x="11425067" y="5812583"/>
                  <a:pt x="11397315" y="5800934"/>
                </a:cubicBezTo>
                <a:cubicBezTo>
                  <a:pt x="11369563" y="5789285"/>
                  <a:pt x="11342497" y="5775923"/>
                  <a:pt x="11316116" y="5760848"/>
                </a:cubicBezTo>
                <a:cubicBezTo>
                  <a:pt x="11289734" y="5745773"/>
                  <a:pt x="11266094" y="5727272"/>
                  <a:pt x="11245195" y="5705344"/>
                </a:cubicBezTo>
                <a:cubicBezTo>
                  <a:pt x="11224295" y="5683417"/>
                  <a:pt x="11207507" y="5657036"/>
                  <a:pt x="11194830" y="5626200"/>
                </a:cubicBezTo>
                <a:cubicBezTo>
                  <a:pt x="11182153" y="5595365"/>
                  <a:pt x="11175815" y="5558363"/>
                  <a:pt x="11175815" y="5515193"/>
                </a:cubicBezTo>
                <a:cubicBezTo>
                  <a:pt x="11175815" y="5471339"/>
                  <a:pt x="11184380" y="5431081"/>
                  <a:pt x="11201511" y="5394422"/>
                </a:cubicBezTo>
                <a:cubicBezTo>
                  <a:pt x="11218642" y="5357762"/>
                  <a:pt x="11243310" y="5326413"/>
                  <a:pt x="11275516" y="5300374"/>
                </a:cubicBezTo>
                <a:cubicBezTo>
                  <a:pt x="11307721" y="5274335"/>
                  <a:pt x="11346951" y="5254121"/>
                  <a:pt x="11393204" y="5239731"/>
                </a:cubicBezTo>
                <a:cubicBezTo>
                  <a:pt x="11439457" y="5225341"/>
                  <a:pt x="11491363" y="5218146"/>
                  <a:pt x="11548923" y="5218146"/>
                </a:cubicBezTo>
                <a:close/>
                <a:moveTo>
                  <a:pt x="10563117" y="5218146"/>
                </a:moveTo>
                <a:cubicBezTo>
                  <a:pt x="10635067" y="5218146"/>
                  <a:pt x="10696566" y="5225170"/>
                  <a:pt x="10747615" y="5239217"/>
                </a:cubicBezTo>
                <a:cubicBezTo>
                  <a:pt x="10798665" y="5253264"/>
                  <a:pt x="10840635" y="5274849"/>
                  <a:pt x="10873527" y="5303971"/>
                </a:cubicBezTo>
                <a:cubicBezTo>
                  <a:pt x="10906417" y="5333094"/>
                  <a:pt x="10930400" y="5370610"/>
                  <a:pt x="10945475" y="5416520"/>
                </a:cubicBezTo>
                <a:cubicBezTo>
                  <a:pt x="10960551" y="5462431"/>
                  <a:pt x="10968088" y="5516906"/>
                  <a:pt x="10968088" y="5579948"/>
                </a:cubicBezTo>
                <a:lnTo>
                  <a:pt x="10968088" y="6196654"/>
                </a:lnTo>
                <a:cubicBezTo>
                  <a:pt x="10968088" y="6206247"/>
                  <a:pt x="10964662" y="6213785"/>
                  <a:pt x="10957809" y="6219267"/>
                </a:cubicBezTo>
                <a:cubicBezTo>
                  <a:pt x="10950957" y="6224748"/>
                  <a:pt x="10940165" y="6228688"/>
                  <a:pt x="10925433" y="6231087"/>
                </a:cubicBezTo>
                <a:cubicBezTo>
                  <a:pt x="10910700" y="6233485"/>
                  <a:pt x="10888944" y="6234684"/>
                  <a:pt x="10860165" y="6234684"/>
                </a:cubicBezTo>
                <a:cubicBezTo>
                  <a:pt x="10829329" y="6234684"/>
                  <a:pt x="10806888" y="6233485"/>
                  <a:pt x="10792841" y="6231087"/>
                </a:cubicBezTo>
                <a:cubicBezTo>
                  <a:pt x="10778793" y="6228688"/>
                  <a:pt x="10768857" y="6224748"/>
                  <a:pt x="10763033" y="6219267"/>
                </a:cubicBezTo>
                <a:cubicBezTo>
                  <a:pt x="10757209" y="6213785"/>
                  <a:pt x="10754297" y="6206247"/>
                  <a:pt x="10754297" y="6196654"/>
                </a:cubicBezTo>
                <a:lnTo>
                  <a:pt x="10754297" y="6123677"/>
                </a:lnTo>
                <a:cubicBezTo>
                  <a:pt x="10716609" y="6164106"/>
                  <a:pt x="10673611" y="6195626"/>
                  <a:pt x="10625302" y="6218239"/>
                </a:cubicBezTo>
                <a:cubicBezTo>
                  <a:pt x="10576993" y="6240851"/>
                  <a:pt x="10523374" y="6252158"/>
                  <a:pt x="10464445" y="6252158"/>
                </a:cubicBezTo>
                <a:cubicBezTo>
                  <a:pt x="10415793" y="6252158"/>
                  <a:pt x="10371082" y="6245819"/>
                  <a:pt x="10330311" y="6233143"/>
                </a:cubicBezTo>
                <a:cubicBezTo>
                  <a:pt x="10289539" y="6220466"/>
                  <a:pt x="10254250" y="6201622"/>
                  <a:pt x="10224443" y="6176611"/>
                </a:cubicBezTo>
                <a:cubicBezTo>
                  <a:pt x="10194635" y="6151600"/>
                  <a:pt x="10171509" y="6120594"/>
                  <a:pt x="10155063" y="6083591"/>
                </a:cubicBezTo>
                <a:cubicBezTo>
                  <a:pt x="10138618" y="6046589"/>
                  <a:pt x="10130395" y="6003419"/>
                  <a:pt x="10130395" y="5954083"/>
                </a:cubicBezTo>
                <a:cubicBezTo>
                  <a:pt x="10130395" y="5900635"/>
                  <a:pt x="10140845" y="5854211"/>
                  <a:pt x="10161744" y="5814810"/>
                </a:cubicBezTo>
                <a:cubicBezTo>
                  <a:pt x="10182643" y="5775409"/>
                  <a:pt x="10213821" y="5742861"/>
                  <a:pt x="10255278" y="5717165"/>
                </a:cubicBezTo>
                <a:cubicBezTo>
                  <a:pt x="10296734" y="5691469"/>
                  <a:pt x="10348298" y="5672453"/>
                  <a:pt x="10409969" y="5660119"/>
                </a:cubicBezTo>
                <a:cubicBezTo>
                  <a:pt x="10471639" y="5647785"/>
                  <a:pt x="10543246" y="5641618"/>
                  <a:pt x="10624788" y="5641618"/>
                </a:cubicBezTo>
                <a:lnTo>
                  <a:pt x="10714211" y="5641618"/>
                </a:lnTo>
                <a:lnTo>
                  <a:pt x="10714211" y="5586115"/>
                </a:lnTo>
                <a:cubicBezTo>
                  <a:pt x="10714211" y="5557335"/>
                  <a:pt x="10711298" y="5532153"/>
                  <a:pt x="10705474" y="5510568"/>
                </a:cubicBezTo>
                <a:cubicBezTo>
                  <a:pt x="10699649" y="5488983"/>
                  <a:pt x="10690056" y="5470996"/>
                  <a:pt x="10676694" y="5456606"/>
                </a:cubicBezTo>
                <a:cubicBezTo>
                  <a:pt x="10663332" y="5442216"/>
                  <a:pt x="10645516" y="5431595"/>
                  <a:pt x="10623246" y="5424743"/>
                </a:cubicBezTo>
                <a:cubicBezTo>
                  <a:pt x="10600976" y="5417891"/>
                  <a:pt x="10573396" y="5414465"/>
                  <a:pt x="10540505" y="5414465"/>
                </a:cubicBezTo>
                <a:cubicBezTo>
                  <a:pt x="10497335" y="5414465"/>
                  <a:pt x="10458791" y="5419261"/>
                  <a:pt x="10424872" y="5428854"/>
                </a:cubicBezTo>
                <a:cubicBezTo>
                  <a:pt x="10390953" y="5438448"/>
                  <a:pt x="10360975" y="5449069"/>
                  <a:pt x="10334936" y="5460718"/>
                </a:cubicBezTo>
                <a:cubicBezTo>
                  <a:pt x="10308897" y="5472366"/>
                  <a:pt x="10287141" y="5482988"/>
                  <a:pt x="10269668" y="5492581"/>
                </a:cubicBezTo>
                <a:cubicBezTo>
                  <a:pt x="10252195" y="5502174"/>
                  <a:pt x="10237976" y="5506971"/>
                  <a:pt x="10227012" y="5506971"/>
                </a:cubicBezTo>
                <a:cubicBezTo>
                  <a:pt x="10219475" y="5506971"/>
                  <a:pt x="10212794" y="5504572"/>
                  <a:pt x="10206969" y="5499776"/>
                </a:cubicBezTo>
                <a:cubicBezTo>
                  <a:pt x="10201145" y="5494979"/>
                  <a:pt x="10196348" y="5488127"/>
                  <a:pt x="10192579" y="5479219"/>
                </a:cubicBezTo>
                <a:cubicBezTo>
                  <a:pt x="10188811" y="5470311"/>
                  <a:pt x="10185899" y="5459347"/>
                  <a:pt x="10183843" y="5446328"/>
                </a:cubicBezTo>
                <a:cubicBezTo>
                  <a:pt x="10181787" y="5433308"/>
                  <a:pt x="10180759" y="5418919"/>
                  <a:pt x="10180759" y="5403158"/>
                </a:cubicBezTo>
                <a:cubicBezTo>
                  <a:pt x="10180759" y="5381916"/>
                  <a:pt x="10182472" y="5365128"/>
                  <a:pt x="10185899" y="5352794"/>
                </a:cubicBezTo>
                <a:cubicBezTo>
                  <a:pt x="10189325" y="5340460"/>
                  <a:pt x="10195834" y="5329325"/>
                  <a:pt x="10205428" y="5319389"/>
                </a:cubicBezTo>
                <a:cubicBezTo>
                  <a:pt x="10215021" y="5309453"/>
                  <a:pt x="10231809" y="5298490"/>
                  <a:pt x="10255792" y="5286498"/>
                </a:cubicBezTo>
                <a:cubicBezTo>
                  <a:pt x="10279775" y="5274506"/>
                  <a:pt x="10307869" y="5263371"/>
                  <a:pt x="10340075" y="5253093"/>
                </a:cubicBezTo>
                <a:cubicBezTo>
                  <a:pt x="10372281" y="5242815"/>
                  <a:pt x="10407399" y="5234421"/>
                  <a:pt x="10445429" y="5227911"/>
                </a:cubicBezTo>
                <a:cubicBezTo>
                  <a:pt x="10483459" y="5221401"/>
                  <a:pt x="10522689" y="5218146"/>
                  <a:pt x="10563117" y="5218146"/>
                </a:cubicBezTo>
                <a:close/>
                <a:moveTo>
                  <a:pt x="8871914" y="5218146"/>
                </a:moveTo>
                <a:cubicBezTo>
                  <a:pt x="8954141" y="5218146"/>
                  <a:pt x="9025405" y="5229281"/>
                  <a:pt x="9085705" y="5251551"/>
                </a:cubicBezTo>
                <a:cubicBezTo>
                  <a:pt x="9146006" y="5273821"/>
                  <a:pt x="9195856" y="5306541"/>
                  <a:pt x="9235257" y="5349710"/>
                </a:cubicBezTo>
                <a:cubicBezTo>
                  <a:pt x="9274657" y="5392880"/>
                  <a:pt x="9303951" y="5445985"/>
                  <a:pt x="9323137" y="5509026"/>
                </a:cubicBezTo>
                <a:cubicBezTo>
                  <a:pt x="9342324" y="5572067"/>
                  <a:pt x="9351917" y="5644359"/>
                  <a:pt x="9351917" y="5725901"/>
                </a:cubicBezTo>
                <a:cubicBezTo>
                  <a:pt x="9351917" y="5804018"/>
                  <a:pt x="9341639" y="5875281"/>
                  <a:pt x="9321081" y="5939693"/>
                </a:cubicBezTo>
                <a:cubicBezTo>
                  <a:pt x="9300525" y="6004105"/>
                  <a:pt x="9269347" y="6059608"/>
                  <a:pt x="9227548" y="6106204"/>
                </a:cubicBezTo>
                <a:cubicBezTo>
                  <a:pt x="9185749" y="6152799"/>
                  <a:pt x="9133329" y="6188774"/>
                  <a:pt x="9070288" y="6214127"/>
                </a:cubicBezTo>
                <a:cubicBezTo>
                  <a:pt x="9007247" y="6239481"/>
                  <a:pt x="8933584" y="6252158"/>
                  <a:pt x="8849301" y="6252158"/>
                </a:cubicBezTo>
                <a:cubicBezTo>
                  <a:pt x="8767759" y="6252158"/>
                  <a:pt x="8696838" y="6240851"/>
                  <a:pt x="8636537" y="6218239"/>
                </a:cubicBezTo>
                <a:cubicBezTo>
                  <a:pt x="8576237" y="6195626"/>
                  <a:pt x="8526216" y="6162735"/>
                  <a:pt x="8486472" y="6119566"/>
                </a:cubicBezTo>
                <a:cubicBezTo>
                  <a:pt x="8446729" y="6076396"/>
                  <a:pt x="8417264" y="6023291"/>
                  <a:pt x="8398078" y="5960250"/>
                </a:cubicBezTo>
                <a:cubicBezTo>
                  <a:pt x="8378891" y="5897209"/>
                  <a:pt x="8369298" y="5825260"/>
                  <a:pt x="8369298" y="5744403"/>
                </a:cubicBezTo>
                <a:cubicBezTo>
                  <a:pt x="8369298" y="5666286"/>
                  <a:pt x="8379748" y="5594851"/>
                  <a:pt x="8400647" y="5530097"/>
                </a:cubicBezTo>
                <a:cubicBezTo>
                  <a:pt x="8421547" y="5465343"/>
                  <a:pt x="8452896" y="5409839"/>
                  <a:pt x="8494695" y="5363586"/>
                </a:cubicBezTo>
                <a:cubicBezTo>
                  <a:pt x="8536494" y="5317333"/>
                  <a:pt x="8588743" y="5281530"/>
                  <a:pt x="8651441" y="5256177"/>
                </a:cubicBezTo>
                <a:cubicBezTo>
                  <a:pt x="8714140" y="5230823"/>
                  <a:pt x="8787631" y="5218146"/>
                  <a:pt x="8871914" y="5218146"/>
                </a:cubicBezTo>
                <a:close/>
                <a:moveTo>
                  <a:pt x="7838144" y="4874846"/>
                </a:moveTo>
                <a:cubicBezTo>
                  <a:pt x="7869665" y="4874846"/>
                  <a:pt x="7901186" y="4877245"/>
                  <a:pt x="7932706" y="4882041"/>
                </a:cubicBezTo>
                <a:cubicBezTo>
                  <a:pt x="7964227" y="4886838"/>
                  <a:pt x="7993691" y="4893348"/>
                  <a:pt x="8021101" y="4901570"/>
                </a:cubicBezTo>
                <a:cubicBezTo>
                  <a:pt x="8048510" y="4909793"/>
                  <a:pt x="8072835" y="4919044"/>
                  <a:pt x="8094078" y="4929322"/>
                </a:cubicBezTo>
                <a:cubicBezTo>
                  <a:pt x="8115320" y="4939601"/>
                  <a:pt x="8129367" y="4948166"/>
                  <a:pt x="8136219" y="4955018"/>
                </a:cubicBezTo>
                <a:cubicBezTo>
                  <a:pt x="8143072" y="4961870"/>
                  <a:pt x="8147697" y="4967695"/>
                  <a:pt x="8150095" y="4972492"/>
                </a:cubicBezTo>
                <a:cubicBezTo>
                  <a:pt x="8152493" y="4977288"/>
                  <a:pt x="8154549" y="4983627"/>
                  <a:pt x="8156262" y="4991507"/>
                </a:cubicBezTo>
                <a:cubicBezTo>
                  <a:pt x="8157975" y="4999387"/>
                  <a:pt x="8159174" y="5009323"/>
                  <a:pt x="8159860" y="5021314"/>
                </a:cubicBezTo>
                <a:cubicBezTo>
                  <a:pt x="8160545" y="5033306"/>
                  <a:pt x="8160888" y="5048209"/>
                  <a:pt x="8160888" y="5066025"/>
                </a:cubicBezTo>
                <a:cubicBezTo>
                  <a:pt x="8160888" y="5085897"/>
                  <a:pt x="8160374" y="5102685"/>
                  <a:pt x="8159346" y="5116390"/>
                </a:cubicBezTo>
                <a:cubicBezTo>
                  <a:pt x="8158318" y="5130094"/>
                  <a:pt x="8156605" y="5141401"/>
                  <a:pt x="8154207" y="5150309"/>
                </a:cubicBezTo>
                <a:cubicBezTo>
                  <a:pt x="8151808" y="5159217"/>
                  <a:pt x="8148382" y="5165726"/>
                  <a:pt x="8143928" y="5169838"/>
                </a:cubicBezTo>
                <a:cubicBezTo>
                  <a:pt x="8139474" y="5173949"/>
                  <a:pt x="8133478" y="5176005"/>
                  <a:pt x="8125941" y="5176005"/>
                </a:cubicBezTo>
                <a:cubicBezTo>
                  <a:pt x="8118403" y="5176005"/>
                  <a:pt x="8106412" y="5171208"/>
                  <a:pt x="8089966" y="5161615"/>
                </a:cubicBezTo>
                <a:cubicBezTo>
                  <a:pt x="8073521" y="5152022"/>
                  <a:pt x="8053306" y="5141572"/>
                  <a:pt x="8029323" y="5130266"/>
                </a:cubicBezTo>
                <a:cubicBezTo>
                  <a:pt x="8005340" y="5118959"/>
                  <a:pt x="7977589" y="5108681"/>
                  <a:pt x="7946068" y="5099430"/>
                </a:cubicBezTo>
                <a:cubicBezTo>
                  <a:pt x="7914547" y="5090180"/>
                  <a:pt x="7879943" y="5085554"/>
                  <a:pt x="7842256" y="5085554"/>
                </a:cubicBezTo>
                <a:cubicBezTo>
                  <a:pt x="7812791" y="5085554"/>
                  <a:pt x="7787095" y="5089152"/>
                  <a:pt x="7765167" y="5096347"/>
                </a:cubicBezTo>
                <a:cubicBezTo>
                  <a:pt x="7743240" y="5103542"/>
                  <a:pt x="7724910" y="5113478"/>
                  <a:pt x="7710178" y="5126154"/>
                </a:cubicBezTo>
                <a:cubicBezTo>
                  <a:pt x="7695445" y="5138831"/>
                  <a:pt x="7684482" y="5154077"/>
                  <a:pt x="7677287" y="5171893"/>
                </a:cubicBezTo>
                <a:cubicBezTo>
                  <a:pt x="7670092" y="5189709"/>
                  <a:pt x="7666494" y="5208553"/>
                  <a:pt x="7666494" y="5228425"/>
                </a:cubicBezTo>
                <a:cubicBezTo>
                  <a:pt x="7666494" y="5257890"/>
                  <a:pt x="7674546" y="5283414"/>
                  <a:pt x="7690649" y="5304999"/>
                </a:cubicBezTo>
                <a:cubicBezTo>
                  <a:pt x="7706752" y="5326584"/>
                  <a:pt x="7728336" y="5345770"/>
                  <a:pt x="7755403" y="5362558"/>
                </a:cubicBezTo>
                <a:cubicBezTo>
                  <a:pt x="7782470" y="5379347"/>
                  <a:pt x="7813133" y="5395107"/>
                  <a:pt x="7847395" y="5409839"/>
                </a:cubicBezTo>
                <a:cubicBezTo>
                  <a:pt x="7881657" y="5424572"/>
                  <a:pt x="7916603" y="5440161"/>
                  <a:pt x="7952235" y="5456606"/>
                </a:cubicBezTo>
                <a:cubicBezTo>
                  <a:pt x="7987867" y="5473052"/>
                  <a:pt x="8022814" y="5491724"/>
                  <a:pt x="8057075" y="5512624"/>
                </a:cubicBezTo>
                <a:cubicBezTo>
                  <a:pt x="8091337" y="5533523"/>
                  <a:pt x="8121829" y="5558534"/>
                  <a:pt x="8148553" y="5587656"/>
                </a:cubicBezTo>
                <a:cubicBezTo>
                  <a:pt x="8175277" y="5616779"/>
                  <a:pt x="8196862" y="5651040"/>
                  <a:pt x="8213308" y="5690441"/>
                </a:cubicBezTo>
                <a:cubicBezTo>
                  <a:pt x="8229753" y="5729841"/>
                  <a:pt x="8237976" y="5776266"/>
                  <a:pt x="8237976" y="5829714"/>
                </a:cubicBezTo>
                <a:cubicBezTo>
                  <a:pt x="8237976" y="5899607"/>
                  <a:pt x="8224956" y="5960935"/>
                  <a:pt x="8198918" y="6013698"/>
                </a:cubicBezTo>
                <a:cubicBezTo>
                  <a:pt x="8172879" y="6066460"/>
                  <a:pt x="8137590" y="6110486"/>
                  <a:pt x="8093050" y="6145776"/>
                </a:cubicBezTo>
                <a:cubicBezTo>
                  <a:pt x="8048510" y="6181065"/>
                  <a:pt x="7996432" y="6207618"/>
                  <a:pt x="7936817" y="6225434"/>
                </a:cubicBezTo>
                <a:cubicBezTo>
                  <a:pt x="7877203" y="6243250"/>
                  <a:pt x="7813476" y="6252158"/>
                  <a:pt x="7745638" y="6252158"/>
                </a:cubicBezTo>
                <a:cubicBezTo>
                  <a:pt x="7699728" y="6252158"/>
                  <a:pt x="7657073" y="6248389"/>
                  <a:pt x="7617672" y="6240851"/>
                </a:cubicBezTo>
                <a:cubicBezTo>
                  <a:pt x="7578271" y="6233314"/>
                  <a:pt x="7543496" y="6224234"/>
                  <a:pt x="7513346" y="6213613"/>
                </a:cubicBezTo>
                <a:cubicBezTo>
                  <a:pt x="7483196" y="6202992"/>
                  <a:pt x="7458013" y="6191857"/>
                  <a:pt x="7437799" y="6180209"/>
                </a:cubicBezTo>
                <a:cubicBezTo>
                  <a:pt x="7417585" y="6168560"/>
                  <a:pt x="7403024" y="6158281"/>
                  <a:pt x="7394116" y="6149373"/>
                </a:cubicBezTo>
                <a:cubicBezTo>
                  <a:pt x="7385208" y="6140465"/>
                  <a:pt x="7378869" y="6127617"/>
                  <a:pt x="7375101" y="6110829"/>
                </a:cubicBezTo>
                <a:cubicBezTo>
                  <a:pt x="7371332" y="6094041"/>
                  <a:pt x="7369447" y="6069887"/>
                  <a:pt x="7369447" y="6038366"/>
                </a:cubicBezTo>
                <a:cubicBezTo>
                  <a:pt x="7369447" y="6017124"/>
                  <a:pt x="7370133" y="5999308"/>
                  <a:pt x="7371503" y="5984918"/>
                </a:cubicBezTo>
                <a:cubicBezTo>
                  <a:pt x="7372874" y="5970528"/>
                  <a:pt x="7375101" y="5958879"/>
                  <a:pt x="7378184" y="5949971"/>
                </a:cubicBezTo>
                <a:cubicBezTo>
                  <a:pt x="7381268" y="5941063"/>
                  <a:pt x="7385379" y="5934725"/>
                  <a:pt x="7390518" y="5930956"/>
                </a:cubicBezTo>
                <a:cubicBezTo>
                  <a:pt x="7395658" y="5927187"/>
                  <a:pt x="7401653" y="5925303"/>
                  <a:pt x="7408506" y="5925303"/>
                </a:cubicBezTo>
                <a:cubicBezTo>
                  <a:pt x="7418099" y="5925303"/>
                  <a:pt x="7431632" y="5930956"/>
                  <a:pt x="7449105" y="5942263"/>
                </a:cubicBezTo>
                <a:cubicBezTo>
                  <a:pt x="7466579" y="5953569"/>
                  <a:pt x="7489020" y="5966074"/>
                  <a:pt x="7516429" y="5979779"/>
                </a:cubicBezTo>
                <a:cubicBezTo>
                  <a:pt x="7543838" y="5993483"/>
                  <a:pt x="7576558" y="6005989"/>
                  <a:pt x="7614588" y="6017295"/>
                </a:cubicBezTo>
                <a:cubicBezTo>
                  <a:pt x="7652619" y="6028602"/>
                  <a:pt x="7696645" y="6034255"/>
                  <a:pt x="7746666" y="6034255"/>
                </a:cubicBezTo>
                <a:cubicBezTo>
                  <a:pt x="7779557" y="6034255"/>
                  <a:pt x="7809022" y="6030315"/>
                  <a:pt x="7835061" y="6022434"/>
                </a:cubicBezTo>
                <a:cubicBezTo>
                  <a:pt x="7861100" y="6014554"/>
                  <a:pt x="7883198" y="6003419"/>
                  <a:pt x="7901357" y="5989030"/>
                </a:cubicBezTo>
                <a:cubicBezTo>
                  <a:pt x="7919515" y="5974640"/>
                  <a:pt x="7933391" y="5956824"/>
                  <a:pt x="7942985" y="5935582"/>
                </a:cubicBezTo>
                <a:cubicBezTo>
                  <a:pt x="7952578" y="5914339"/>
                  <a:pt x="7957374" y="5890699"/>
                  <a:pt x="7957374" y="5864660"/>
                </a:cubicBezTo>
                <a:cubicBezTo>
                  <a:pt x="7957374" y="5834510"/>
                  <a:pt x="7949152" y="5808643"/>
                  <a:pt x="7932706" y="5787058"/>
                </a:cubicBezTo>
                <a:cubicBezTo>
                  <a:pt x="7916261" y="5765473"/>
                  <a:pt x="7894847" y="5746287"/>
                  <a:pt x="7868466" y="5729499"/>
                </a:cubicBezTo>
                <a:cubicBezTo>
                  <a:pt x="7842084" y="5712711"/>
                  <a:pt x="7812106" y="5696950"/>
                  <a:pt x="7778529" y="5682218"/>
                </a:cubicBezTo>
                <a:cubicBezTo>
                  <a:pt x="7744953" y="5667486"/>
                  <a:pt x="7710349" y="5651897"/>
                  <a:pt x="7674717" y="5635451"/>
                </a:cubicBezTo>
                <a:cubicBezTo>
                  <a:pt x="7639085" y="5619006"/>
                  <a:pt x="7604481" y="5600333"/>
                  <a:pt x="7570905" y="5579434"/>
                </a:cubicBezTo>
                <a:cubicBezTo>
                  <a:pt x="7537329" y="5558534"/>
                  <a:pt x="7507350" y="5533523"/>
                  <a:pt x="7480969" y="5504401"/>
                </a:cubicBezTo>
                <a:cubicBezTo>
                  <a:pt x="7454587" y="5475279"/>
                  <a:pt x="7433174" y="5440846"/>
                  <a:pt x="7416728" y="5401103"/>
                </a:cubicBezTo>
                <a:cubicBezTo>
                  <a:pt x="7400283" y="5361359"/>
                  <a:pt x="7392060" y="5313736"/>
                  <a:pt x="7392060" y="5258232"/>
                </a:cubicBezTo>
                <a:cubicBezTo>
                  <a:pt x="7392060" y="5194506"/>
                  <a:pt x="7403880" y="5138488"/>
                  <a:pt x="7427521" y="5090180"/>
                </a:cubicBezTo>
                <a:cubicBezTo>
                  <a:pt x="7451161" y="5041871"/>
                  <a:pt x="7483024" y="5001785"/>
                  <a:pt x="7523110" y="4969922"/>
                </a:cubicBezTo>
                <a:cubicBezTo>
                  <a:pt x="7563196" y="4938059"/>
                  <a:pt x="7610477" y="4914247"/>
                  <a:pt x="7664953" y="4898487"/>
                </a:cubicBezTo>
                <a:cubicBezTo>
                  <a:pt x="7719428" y="4882726"/>
                  <a:pt x="7777159" y="4874846"/>
                  <a:pt x="7838144" y="4874846"/>
                </a:cubicBezTo>
                <a:close/>
                <a:moveTo>
                  <a:pt x="9930356" y="4789535"/>
                </a:moveTo>
                <a:cubicBezTo>
                  <a:pt x="9957080" y="4789535"/>
                  <a:pt x="9982434" y="4791762"/>
                  <a:pt x="10006417" y="4796216"/>
                </a:cubicBezTo>
                <a:cubicBezTo>
                  <a:pt x="10030399" y="4800670"/>
                  <a:pt x="10049243" y="4805467"/>
                  <a:pt x="10062948" y="4810606"/>
                </a:cubicBezTo>
                <a:cubicBezTo>
                  <a:pt x="10076652" y="4815745"/>
                  <a:pt x="10085903" y="4820542"/>
                  <a:pt x="10090700" y="4824996"/>
                </a:cubicBezTo>
                <a:cubicBezTo>
                  <a:pt x="10095497" y="4829450"/>
                  <a:pt x="10099437" y="4835960"/>
                  <a:pt x="10102520" y="4844525"/>
                </a:cubicBezTo>
                <a:cubicBezTo>
                  <a:pt x="10105603" y="4853090"/>
                  <a:pt x="10107831" y="4864054"/>
                  <a:pt x="10109201" y="4877416"/>
                </a:cubicBezTo>
                <a:cubicBezTo>
                  <a:pt x="10110571" y="4890778"/>
                  <a:pt x="10111257" y="4907395"/>
                  <a:pt x="10111257" y="4927266"/>
                </a:cubicBezTo>
                <a:cubicBezTo>
                  <a:pt x="10111257" y="4947138"/>
                  <a:pt x="10110571" y="4963070"/>
                  <a:pt x="10109201" y="4975061"/>
                </a:cubicBezTo>
                <a:cubicBezTo>
                  <a:pt x="10107831" y="4987053"/>
                  <a:pt x="10105775" y="4996303"/>
                  <a:pt x="10103034" y="5002813"/>
                </a:cubicBezTo>
                <a:cubicBezTo>
                  <a:pt x="10100293" y="5009323"/>
                  <a:pt x="10097209" y="5013777"/>
                  <a:pt x="10093783" y="5016175"/>
                </a:cubicBezTo>
                <a:cubicBezTo>
                  <a:pt x="10090357" y="5018573"/>
                  <a:pt x="10086588" y="5019772"/>
                  <a:pt x="10082477" y="5019772"/>
                </a:cubicBezTo>
                <a:cubicBezTo>
                  <a:pt x="10077680" y="5019772"/>
                  <a:pt x="10072370" y="5018573"/>
                  <a:pt x="10066545" y="5016175"/>
                </a:cubicBezTo>
                <a:cubicBezTo>
                  <a:pt x="10060721" y="5013777"/>
                  <a:pt x="10053526" y="5011207"/>
                  <a:pt x="10044961" y="5008466"/>
                </a:cubicBezTo>
                <a:cubicBezTo>
                  <a:pt x="10036395" y="5005725"/>
                  <a:pt x="10026288" y="5003156"/>
                  <a:pt x="10014639" y="5000757"/>
                </a:cubicBezTo>
                <a:cubicBezTo>
                  <a:pt x="10002991" y="4998359"/>
                  <a:pt x="9989285" y="4997160"/>
                  <a:pt x="9973525" y="4997160"/>
                </a:cubicBezTo>
                <a:cubicBezTo>
                  <a:pt x="9955024" y="4997160"/>
                  <a:pt x="9939093" y="5000072"/>
                  <a:pt x="9925731" y="5005897"/>
                </a:cubicBezTo>
                <a:cubicBezTo>
                  <a:pt x="9912369" y="5011721"/>
                  <a:pt x="9901234" y="5020972"/>
                  <a:pt x="9892326" y="5033648"/>
                </a:cubicBezTo>
                <a:cubicBezTo>
                  <a:pt x="9883418" y="5046325"/>
                  <a:pt x="9876908" y="5062771"/>
                  <a:pt x="9872797" y="5082985"/>
                </a:cubicBezTo>
                <a:cubicBezTo>
                  <a:pt x="9868685" y="5103199"/>
                  <a:pt x="9866630" y="5128039"/>
                  <a:pt x="9866630" y="5157504"/>
                </a:cubicBezTo>
                <a:lnTo>
                  <a:pt x="9866630" y="5241787"/>
                </a:lnTo>
                <a:lnTo>
                  <a:pt x="10034168" y="5241787"/>
                </a:lnTo>
                <a:cubicBezTo>
                  <a:pt x="10040335" y="5241787"/>
                  <a:pt x="10045989" y="5243500"/>
                  <a:pt x="10051128" y="5246926"/>
                </a:cubicBezTo>
                <a:cubicBezTo>
                  <a:pt x="10056267" y="5250352"/>
                  <a:pt x="10060550" y="5256005"/>
                  <a:pt x="10063976" y="5263885"/>
                </a:cubicBezTo>
                <a:cubicBezTo>
                  <a:pt x="10067402" y="5271766"/>
                  <a:pt x="10069971" y="5282558"/>
                  <a:pt x="10071685" y="5296262"/>
                </a:cubicBezTo>
                <a:cubicBezTo>
                  <a:pt x="10073398" y="5309967"/>
                  <a:pt x="10074254" y="5326755"/>
                  <a:pt x="10074254" y="5346627"/>
                </a:cubicBezTo>
                <a:cubicBezTo>
                  <a:pt x="10074254" y="5384315"/>
                  <a:pt x="10070828" y="5411210"/>
                  <a:pt x="10063976" y="5427313"/>
                </a:cubicBezTo>
                <a:cubicBezTo>
                  <a:pt x="10057123" y="5443416"/>
                  <a:pt x="10047188" y="5451467"/>
                  <a:pt x="10034168" y="5451467"/>
                </a:cubicBezTo>
                <a:lnTo>
                  <a:pt x="9866630" y="5451467"/>
                </a:lnTo>
                <a:lnTo>
                  <a:pt x="9866630" y="6193571"/>
                </a:lnTo>
                <a:cubicBezTo>
                  <a:pt x="9866630" y="6200423"/>
                  <a:pt x="9864574" y="6206419"/>
                  <a:pt x="9860463" y="6211558"/>
                </a:cubicBezTo>
                <a:cubicBezTo>
                  <a:pt x="9856351" y="6216697"/>
                  <a:pt x="9849499" y="6220980"/>
                  <a:pt x="9839906" y="6224406"/>
                </a:cubicBezTo>
                <a:cubicBezTo>
                  <a:pt x="9830313" y="6227832"/>
                  <a:pt x="9816951" y="6230402"/>
                  <a:pt x="9799820" y="6232115"/>
                </a:cubicBezTo>
                <a:cubicBezTo>
                  <a:pt x="9782689" y="6233828"/>
                  <a:pt x="9761789" y="6234684"/>
                  <a:pt x="9737121" y="6234684"/>
                </a:cubicBezTo>
                <a:cubicBezTo>
                  <a:pt x="9712453" y="6234684"/>
                  <a:pt x="9691725" y="6233828"/>
                  <a:pt x="9674937" y="6232115"/>
                </a:cubicBezTo>
                <a:cubicBezTo>
                  <a:pt x="9658149" y="6230402"/>
                  <a:pt x="9644787" y="6227832"/>
                  <a:pt x="9634851" y="6224406"/>
                </a:cubicBezTo>
                <a:cubicBezTo>
                  <a:pt x="9624915" y="6220980"/>
                  <a:pt x="9618063" y="6216697"/>
                  <a:pt x="9614294" y="6211558"/>
                </a:cubicBezTo>
                <a:cubicBezTo>
                  <a:pt x="9610525" y="6206419"/>
                  <a:pt x="9608641" y="6200423"/>
                  <a:pt x="9608641" y="6193571"/>
                </a:cubicBezTo>
                <a:lnTo>
                  <a:pt x="9608641" y="5451467"/>
                </a:lnTo>
                <a:lnTo>
                  <a:pt x="9493522" y="5451467"/>
                </a:lnTo>
                <a:cubicBezTo>
                  <a:pt x="9480503" y="5451467"/>
                  <a:pt x="9470739" y="5443416"/>
                  <a:pt x="9464229" y="5427313"/>
                </a:cubicBezTo>
                <a:cubicBezTo>
                  <a:pt x="9457719" y="5411210"/>
                  <a:pt x="9454464" y="5384315"/>
                  <a:pt x="9454464" y="5346627"/>
                </a:cubicBezTo>
                <a:cubicBezTo>
                  <a:pt x="9454464" y="5326755"/>
                  <a:pt x="9455321" y="5309967"/>
                  <a:pt x="9457034" y="5296262"/>
                </a:cubicBezTo>
                <a:cubicBezTo>
                  <a:pt x="9458747" y="5282558"/>
                  <a:pt x="9461145" y="5271766"/>
                  <a:pt x="9464229" y="5263885"/>
                </a:cubicBezTo>
                <a:cubicBezTo>
                  <a:pt x="9467312" y="5256005"/>
                  <a:pt x="9471423" y="5250352"/>
                  <a:pt x="9476563" y="5246926"/>
                </a:cubicBezTo>
                <a:cubicBezTo>
                  <a:pt x="9481702" y="5243500"/>
                  <a:pt x="9487698" y="5241787"/>
                  <a:pt x="9494550" y="5241787"/>
                </a:cubicBezTo>
                <a:lnTo>
                  <a:pt x="9608641" y="5241787"/>
                </a:lnTo>
                <a:lnTo>
                  <a:pt x="9608641" y="5164698"/>
                </a:lnTo>
                <a:cubicBezTo>
                  <a:pt x="9608641" y="5102343"/>
                  <a:pt x="9614808" y="5047696"/>
                  <a:pt x="9627142" y="5000757"/>
                </a:cubicBezTo>
                <a:cubicBezTo>
                  <a:pt x="9639476" y="4953819"/>
                  <a:pt x="9658834" y="4914761"/>
                  <a:pt x="9685215" y="4883583"/>
                </a:cubicBezTo>
                <a:cubicBezTo>
                  <a:pt x="9711597" y="4852405"/>
                  <a:pt x="9745173" y="4828936"/>
                  <a:pt x="9785944" y="4813176"/>
                </a:cubicBezTo>
                <a:cubicBezTo>
                  <a:pt x="9826715" y="4797415"/>
                  <a:pt x="9874853" y="4789535"/>
                  <a:pt x="9930356" y="4789535"/>
                </a:cubicBezTo>
                <a:close/>
                <a:moveTo>
                  <a:pt x="6184877" y="2784494"/>
                </a:moveTo>
                <a:cubicBezTo>
                  <a:pt x="6221879" y="2784494"/>
                  <a:pt x="6257340" y="2796828"/>
                  <a:pt x="6291259" y="2821497"/>
                </a:cubicBezTo>
                <a:cubicBezTo>
                  <a:pt x="6325178" y="2846165"/>
                  <a:pt x="6360638" y="2881797"/>
                  <a:pt x="6397641" y="2928392"/>
                </a:cubicBezTo>
                <a:lnTo>
                  <a:pt x="6397641" y="3232634"/>
                </a:lnTo>
                <a:cubicBezTo>
                  <a:pt x="6375713" y="3260043"/>
                  <a:pt x="6355499" y="3283170"/>
                  <a:pt x="6336998" y="3302014"/>
                </a:cubicBezTo>
                <a:cubicBezTo>
                  <a:pt x="6318497" y="3320857"/>
                  <a:pt x="6300509" y="3336104"/>
                  <a:pt x="6283036" y="3347753"/>
                </a:cubicBezTo>
                <a:cubicBezTo>
                  <a:pt x="6265563" y="3359402"/>
                  <a:pt x="6248432" y="3367796"/>
                  <a:pt x="6231644" y="3372935"/>
                </a:cubicBezTo>
                <a:cubicBezTo>
                  <a:pt x="6214856" y="3378074"/>
                  <a:pt x="6197553" y="3380644"/>
                  <a:pt x="6179738" y="3380644"/>
                </a:cubicBezTo>
                <a:cubicBezTo>
                  <a:pt x="6144106" y="3380644"/>
                  <a:pt x="6114641" y="3372078"/>
                  <a:pt x="6091343" y="3354948"/>
                </a:cubicBezTo>
                <a:cubicBezTo>
                  <a:pt x="6068046" y="3337817"/>
                  <a:pt x="6049373" y="3315033"/>
                  <a:pt x="6035325" y="3286596"/>
                </a:cubicBezTo>
                <a:cubicBezTo>
                  <a:pt x="6021279" y="3258159"/>
                  <a:pt x="6011172" y="3225782"/>
                  <a:pt x="6005004" y="3189465"/>
                </a:cubicBezTo>
                <a:cubicBezTo>
                  <a:pt x="5998837" y="3153148"/>
                  <a:pt x="5995753" y="3115803"/>
                  <a:pt x="5995753" y="3077430"/>
                </a:cubicBezTo>
                <a:cubicBezTo>
                  <a:pt x="5995753" y="3041113"/>
                  <a:pt x="5999351" y="3005652"/>
                  <a:pt x="6006546" y="2971048"/>
                </a:cubicBezTo>
                <a:cubicBezTo>
                  <a:pt x="6013741" y="2936444"/>
                  <a:pt x="6024705" y="2905094"/>
                  <a:pt x="6039437" y="2877000"/>
                </a:cubicBezTo>
                <a:cubicBezTo>
                  <a:pt x="6054170" y="2848906"/>
                  <a:pt x="6073699" y="2826464"/>
                  <a:pt x="6098024" y="2809676"/>
                </a:cubicBezTo>
                <a:cubicBezTo>
                  <a:pt x="6122350" y="2792888"/>
                  <a:pt x="6151301" y="2784494"/>
                  <a:pt x="6184877" y="2784494"/>
                </a:cubicBezTo>
                <a:close/>
                <a:moveTo>
                  <a:pt x="4365532" y="2770104"/>
                </a:moveTo>
                <a:cubicBezTo>
                  <a:pt x="4408702" y="2770104"/>
                  <a:pt x="4444505" y="2777985"/>
                  <a:pt x="4472942" y="2793745"/>
                </a:cubicBezTo>
                <a:cubicBezTo>
                  <a:pt x="4501379" y="2809505"/>
                  <a:pt x="4524163" y="2831432"/>
                  <a:pt x="4541294" y="2859527"/>
                </a:cubicBezTo>
                <a:cubicBezTo>
                  <a:pt x="4558424" y="2887621"/>
                  <a:pt x="4570587" y="2920684"/>
                  <a:pt x="4577782" y="2958714"/>
                </a:cubicBezTo>
                <a:cubicBezTo>
                  <a:pt x="4584977" y="2996744"/>
                  <a:pt x="4588575" y="3038372"/>
                  <a:pt x="4588575" y="3083597"/>
                </a:cubicBezTo>
                <a:cubicBezTo>
                  <a:pt x="4588575" y="3132248"/>
                  <a:pt x="4584121" y="3175589"/>
                  <a:pt x="4575212" y="3213619"/>
                </a:cubicBezTo>
                <a:cubicBezTo>
                  <a:pt x="4566305" y="3251649"/>
                  <a:pt x="4552600" y="3284026"/>
                  <a:pt x="4534099" y="3310750"/>
                </a:cubicBezTo>
                <a:cubicBezTo>
                  <a:pt x="4515597" y="3337474"/>
                  <a:pt x="4491957" y="3357860"/>
                  <a:pt x="4463177" y="3371907"/>
                </a:cubicBezTo>
                <a:cubicBezTo>
                  <a:pt x="4434399" y="3385954"/>
                  <a:pt x="4400479" y="3392978"/>
                  <a:pt x="4361421" y="3392978"/>
                </a:cubicBezTo>
                <a:cubicBezTo>
                  <a:pt x="4318937" y="3392978"/>
                  <a:pt x="4283305" y="3385269"/>
                  <a:pt x="4254525" y="3369851"/>
                </a:cubicBezTo>
                <a:cubicBezTo>
                  <a:pt x="4225745" y="3354434"/>
                  <a:pt x="4202962" y="3332678"/>
                  <a:pt x="4186174" y="3304583"/>
                </a:cubicBezTo>
                <a:cubicBezTo>
                  <a:pt x="4169386" y="3276489"/>
                  <a:pt x="4157223" y="3243427"/>
                  <a:pt x="4149685" y="3205396"/>
                </a:cubicBezTo>
                <a:cubicBezTo>
                  <a:pt x="4142148" y="3167366"/>
                  <a:pt x="4138379" y="3125738"/>
                  <a:pt x="4138379" y="3080513"/>
                </a:cubicBezTo>
                <a:cubicBezTo>
                  <a:pt x="4138379" y="3031862"/>
                  <a:pt x="4143004" y="2988521"/>
                  <a:pt x="4152255" y="2950491"/>
                </a:cubicBezTo>
                <a:cubicBezTo>
                  <a:pt x="4161505" y="2912461"/>
                  <a:pt x="4175381" y="2879912"/>
                  <a:pt x="4193883" y="2852846"/>
                </a:cubicBezTo>
                <a:cubicBezTo>
                  <a:pt x="4212383" y="2825779"/>
                  <a:pt x="4236024" y="2805222"/>
                  <a:pt x="4264803" y="2791175"/>
                </a:cubicBezTo>
                <a:cubicBezTo>
                  <a:pt x="4293583" y="2777128"/>
                  <a:pt x="4327159" y="2770104"/>
                  <a:pt x="4365532" y="2770104"/>
                </a:cubicBezTo>
                <a:close/>
                <a:moveTo>
                  <a:pt x="2375505" y="2583037"/>
                </a:moveTo>
                <a:cubicBezTo>
                  <a:pt x="2341929" y="2583037"/>
                  <a:pt x="2315377" y="2584064"/>
                  <a:pt x="2295848" y="2586120"/>
                </a:cubicBezTo>
                <a:cubicBezTo>
                  <a:pt x="2276319" y="2588176"/>
                  <a:pt x="2262100" y="2591602"/>
                  <a:pt x="2253192" y="2596399"/>
                </a:cubicBezTo>
                <a:cubicBezTo>
                  <a:pt x="2244284" y="2601195"/>
                  <a:pt x="2240001" y="2607876"/>
                  <a:pt x="2240344" y="2616442"/>
                </a:cubicBezTo>
                <a:cubicBezTo>
                  <a:pt x="2240686" y="2625007"/>
                  <a:pt x="2243941" y="2635457"/>
                  <a:pt x="2250109" y="2647791"/>
                </a:cubicBezTo>
                <a:lnTo>
                  <a:pt x="2484457" y="3071263"/>
                </a:lnTo>
                <a:lnTo>
                  <a:pt x="2230579" y="3522486"/>
                </a:lnTo>
                <a:cubicBezTo>
                  <a:pt x="2224412" y="3534135"/>
                  <a:pt x="2221500" y="3543728"/>
                  <a:pt x="2221843" y="3551266"/>
                </a:cubicBezTo>
                <a:cubicBezTo>
                  <a:pt x="2222185" y="3558803"/>
                  <a:pt x="2226468" y="3564970"/>
                  <a:pt x="2234691" y="3569767"/>
                </a:cubicBezTo>
                <a:cubicBezTo>
                  <a:pt x="2242913" y="3574564"/>
                  <a:pt x="2255933" y="3577819"/>
                  <a:pt x="2273749" y="3579532"/>
                </a:cubicBezTo>
                <a:cubicBezTo>
                  <a:pt x="2291565" y="3581245"/>
                  <a:pt x="2315548" y="3582101"/>
                  <a:pt x="2345698" y="3582101"/>
                </a:cubicBezTo>
                <a:cubicBezTo>
                  <a:pt x="2374478" y="3582101"/>
                  <a:pt x="2397775" y="3581587"/>
                  <a:pt x="2415591" y="3580560"/>
                </a:cubicBezTo>
                <a:cubicBezTo>
                  <a:pt x="2433407" y="3579532"/>
                  <a:pt x="2447283" y="3577476"/>
                  <a:pt x="2457219" y="3574392"/>
                </a:cubicBezTo>
                <a:cubicBezTo>
                  <a:pt x="2467155" y="3571309"/>
                  <a:pt x="2474521" y="3567540"/>
                  <a:pt x="2479318" y="3563086"/>
                </a:cubicBezTo>
                <a:cubicBezTo>
                  <a:pt x="2484114" y="3558632"/>
                  <a:pt x="2487883" y="3552979"/>
                  <a:pt x="2490624" y="3546127"/>
                </a:cubicBezTo>
                <a:lnTo>
                  <a:pt x="2660218" y="3220300"/>
                </a:lnTo>
                <a:lnTo>
                  <a:pt x="2829812" y="3546127"/>
                </a:lnTo>
                <a:cubicBezTo>
                  <a:pt x="2832554" y="3552979"/>
                  <a:pt x="2836493" y="3558632"/>
                  <a:pt x="2841632" y="3563086"/>
                </a:cubicBezTo>
                <a:cubicBezTo>
                  <a:pt x="2846772" y="3567540"/>
                  <a:pt x="2854652" y="3571309"/>
                  <a:pt x="2865273" y="3574392"/>
                </a:cubicBezTo>
                <a:cubicBezTo>
                  <a:pt x="2875894" y="3577476"/>
                  <a:pt x="2890627" y="3579532"/>
                  <a:pt x="2909470" y="3580560"/>
                </a:cubicBezTo>
                <a:cubicBezTo>
                  <a:pt x="2928314" y="3581587"/>
                  <a:pt x="2953154" y="3582101"/>
                  <a:pt x="2983989" y="3582101"/>
                </a:cubicBezTo>
                <a:cubicBezTo>
                  <a:pt x="3016880" y="3582101"/>
                  <a:pt x="3043262" y="3581245"/>
                  <a:pt x="3063133" y="3579532"/>
                </a:cubicBezTo>
                <a:cubicBezTo>
                  <a:pt x="3083005" y="3577819"/>
                  <a:pt x="3097737" y="3574564"/>
                  <a:pt x="3107331" y="3569767"/>
                </a:cubicBezTo>
                <a:cubicBezTo>
                  <a:pt x="3116923" y="3564970"/>
                  <a:pt x="3121892" y="3558803"/>
                  <a:pt x="3122234" y="3551266"/>
                </a:cubicBezTo>
                <a:cubicBezTo>
                  <a:pt x="3122577" y="3543728"/>
                  <a:pt x="3120007" y="3534135"/>
                  <a:pt x="3114525" y="3522486"/>
                </a:cubicBezTo>
                <a:lnTo>
                  <a:pt x="2862704" y="3064068"/>
                </a:lnTo>
                <a:lnTo>
                  <a:pt x="3090885" y="2647791"/>
                </a:lnTo>
                <a:cubicBezTo>
                  <a:pt x="3098422" y="2634086"/>
                  <a:pt x="3102363" y="2622951"/>
                  <a:pt x="3102705" y="2614386"/>
                </a:cubicBezTo>
                <a:cubicBezTo>
                  <a:pt x="3103048" y="2605821"/>
                  <a:pt x="3099279" y="2599140"/>
                  <a:pt x="3091399" y="2594343"/>
                </a:cubicBezTo>
                <a:cubicBezTo>
                  <a:pt x="3083519" y="2589546"/>
                  <a:pt x="3070500" y="2586463"/>
                  <a:pt x="3052341" y="2585092"/>
                </a:cubicBezTo>
                <a:cubicBezTo>
                  <a:pt x="3034182" y="2583722"/>
                  <a:pt x="3010028" y="2583037"/>
                  <a:pt x="2979878" y="2583037"/>
                </a:cubicBezTo>
                <a:cubicBezTo>
                  <a:pt x="2953154" y="2583037"/>
                  <a:pt x="2932083" y="2583722"/>
                  <a:pt x="2916665" y="2585092"/>
                </a:cubicBezTo>
                <a:cubicBezTo>
                  <a:pt x="2901248" y="2586463"/>
                  <a:pt x="2889085" y="2588518"/>
                  <a:pt x="2880177" y="2591259"/>
                </a:cubicBezTo>
                <a:cubicBezTo>
                  <a:pt x="2871269" y="2594000"/>
                  <a:pt x="2864759" y="2597426"/>
                  <a:pt x="2860648" y="2601538"/>
                </a:cubicBezTo>
                <a:cubicBezTo>
                  <a:pt x="2856537" y="2605649"/>
                  <a:pt x="2853453" y="2610446"/>
                  <a:pt x="2851397" y="2615928"/>
                </a:cubicBezTo>
                <a:lnTo>
                  <a:pt x="2688998" y="2922225"/>
                </a:lnTo>
                <a:lnTo>
                  <a:pt x="2525570" y="2615928"/>
                </a:lnTo>
                <a:cubicBezTo>
                  <a:pt x="2522144" y="2609075"/>
                  <a:pt x="2518033" y="2603422"/>
                  <a:pt x="2513236" y="2598968"/>
                </a:cubicBezTo>
                <a:cubicBezTo>
                  <a:pt x="2508440" y="2594514"/>
                  <a:pt x="2500903" y="2591259"/>
                  <a:pt x="2490624" y="2589204"/>
                </a:cubicBezTo>
                <a:cubicBezTo>
                  <a:pt x="2480346" y="2587148"/>
                  <a:pt x="2466127" y="2585606"/>
                  <a:pt x="2447968" y="2584578"/>
                </a:cubicBezTo>
                <a:cubicBezTo>
                  <a:pt x="2429810" y="2583551"/>
                  <a:pt x="2405655" y="2583037"/>
                  <a:pt x="2375505" y="2583037"/>
                </a:cubicBezTo>
                <a:close/>
                <a:moveTo>
                  <a:pt x="5525731" y="2565563"/>
                </a:moveTo>
                <a:cubicBezTo>
                  <a:pt x="5506545" y="2565563"/>
                  <a:pt x="5487358" y="2568133"/>
                  <a:pt x="5468172" y="2573272"/>
                </a:cubicBezTo>
                <a:cubicBezTo>
                  <a:pt x="5448985" y="2578412"/>
                  <a:pt x="5429799" y="2587491"/>
                  <a:pt x="5410613" y="2600510"/>
                </a:cubicBezTo>
                <a:cubicBezTo>
                  <a:pt x="5391426" y="2613529"/>
                  <a:pt x="5371212" y="2631174"/>
                  <a:pt x="5349970" y="2653444"/>
                </a:cubicBezTo>
                <a:cubicBezTo>
                  <a:pt x="5328728" y="2675714"/>
                  <a:pt x="5306115" y="2703980"/>
                  <a:pt x="5282132" y="2738241"/>
                </a:cubicBezTo>
                <a:lnTo>
                  <a:pt x="5282132" y="2624150"/>
                </a:lnTo>
                <a:cubicBezTo>
                  <a:pt x="5282132" y="2617298"/>
                  <a:pt x="5280419" y="2611302"/>
                  <a:pt x="5276993" y="2606163"/>
                </a:cubicBezTo>
                <a:cubicBezTo>
                  <a:pt x="5273567" y="2601024"/>
                  <a:pt x="5267914" y="2596741"/>
                  <a:pt x="5260034" y="2593315"/>
                </a:cubicBezTo>
                <a:cubicBezTo>
                  <a:pt x="5252153" y="2589889"/>
                  <a:pt x="5241019" y="2587319"/>
                  <a:pt x="5226629" y="2585606"/>
                </a:cubicBezTo>
                <a:cubicBezTo>
                  <a:pt x="5212239" y="2583893"/>
                  <a:pt x="5194080" y="2583037"/>
                  <a:pt x="5172153" y="2583037"/>
                </a:cubicBezTo>
                <a:cubicBezTo>
                  <a:pt x="5150911" y="2583037"/>
                  <a:pt x="5133266" y="2583893"/>
                  <a:pt x="5119219" y="2585606"/>
                </a:cubicBezTo>
                <a:cubicBezTo>
                  <a:pt x="5105171" y="2587319"/>
                  <a:pt x="5093694" y="2589889"/>
                  <a:pt x="5084786" y="2593315"/>
                </a:cubicBezTo>
                <a:cubicBezTo>
                  <a:pt x="5075878" y="2596741"/>
                  <a:pt x="5069711" y="2601024"/>
                  <a:pt x="5066285" y="2606163"/>
                </a:cubicBezTo>
                <a:cubicBezTo>
                  <a:pt x="5062859" y="2611302"/>
                  <a:pt x="5061146" y="2617298"/>
                  <a:pt x="5061146" y="2624150"/>
                </a:cubicBezTo>
                <a:lnTo>
                  <a:pt x="5061146" y="3540988"/>
                </a:lnTo>
                <a:cubicBezTo>
                  <a:pt x="5061146" y="3547840"/>
                  <a:pt x="5063202" y="3553836"/>
                  <a:pt x="5067313" y="3558975"/>
                </a:cubicBezTo>
                <a:cubicBezTo>
                  <a:pt x="5071424" y="3564114"/>
                  <a:pt x="5078448" y="3568397"/>
                  <a:pt x="5088384" y="3571823"/>
                </a:cubicBezTo>
                <a:cubicBezTo>
                  <a:pt x="5098319" y="3575249"/>
                  <a:pt x="5111511" y="3577819"/>
                  <a:pt x="5127956" y="3579532"/>
                </a:cubicBezTo>
                <a:cubicBezTo>
                  <a:pt x="5144401" y="3581245"/>
                  <a:pt x="5165300" y="3582101"/>
                  <a:pt x="5190654" y="3582101"/>
                </a:cubicBezTo>
                <a:cubicBezTo>
                  <a:pt x="5216007" y="3582101"/>
                  <a:pt x="5236907" y="3581245"/>
                  <a:pt x="5253353" y="3579532"/>
                </a:cubicBezTo>
                <a:cubicBezTo>
                  <a:pt x="5269799" y="3577819"/>
                  <a:pt x="5282989" y="3575249"/>
                  <a:pt x="5292925" y="3571823"/>
                </a:cubicBezTo>
                <a:cubicBezTo>
                  <a:pt x="5302860" y="3568397"/>
                  <a:pt x="5309884" y="3564114"/>
                  <a:pt x="5313996" y="3558975"/>
                </a:cubicBezTo>
                <a:cubicBezTo>
                  <a:pt x="5318107" y="3553836"/>
                  <a:pt x="5320162" y="3547840"/>
                  <a:pt x="5320162" y="3540988"/>
                </a:cubicBezTo>
                <a:lnTo>
                  <a:pt x="5320162" y="2969506"/>
                </a:lnTo>
                <a:cubicBezTo>
                  <a:pt x="5339349" y="2939356"/>
                  <a:pt x="5357336" y="2914003"/>
                  <a:pt x="5374124" y="2893446"/>
                </a:cubicBezTo>
                <a:cubicBezTo>
                  <a:pt x="5390912" y="2872889"/>
                  <a:pt x="5407016" y="2856443"/>
                  <a:pt x="5422433" y="2844109"/>
                </a:cubicBezTo>
                <a:cubicBezTo>
                  <a:pt x="5437851" y="2831775"/>
                  <a:pt x="5452755" y="2822696"/>
                  <a:pt x="5467145" y="2816871"/>
                </a:cubicBezTo>
                <a:cubicBezTo>
                  <a:pt x="5481534" y="2811047"/>
                  <a:pt x="5495924" y="2808135"/>
                  <a:pt x="5510314" y="2808135"/>
                </a:cubicBezTo>
                <a:cubicBezTo>
                  <a:pt x="5522648" y="2808135"/>
                  <a:pt x="5533955" y="2809334"/>
                  <a:pt x="5544233" y="2811732"/>
                </a:cubicBezTo>
                <a:cubicBezTo>
                  <a:pt x="5554511" y="2814130"/>
                  <a:pt x="5563933" y="2816700"/>
                  <a:pt x="5572498" y="2819441"/>
                </a:cubicBezTo>
                <a:cubicBezTo>
                  <a:pt x="5581063" y="2822182"/>
                  <a:pt x="5588772" y="2824751"/>
                  <a:pt x="5595624" y="2827150"/>
                </a:cubicBezTo>
                <a:cubicBezTo>
                  <a:pt x="5602477" y="2829548"/>
                  <a:pt x="5608644" y="2830747"/>
                  <a:pt x="5614126" y="2830747"/>
                </a:cubicBezTo>
                <a:cubicBezTo>
                  <a:pt x="5620979" y="2830747"/>
                  <a:pt x="5626631" y="2829034"/>
                  <a:pt x="5631085" y="2825608"/>
                </a:cubicBezTo>
                <a:cubicBezTo>
                  <a:pt x="5635539" y="2822182"/>
                  <a:pt x="5639136" y="2816015"/>
                  <a:pt x="5641877" y="2807107"/>
                </a:cubicBezTo>
                <a:cubicBezTo>
                  <a:pt x="5644619" y="2798199"/>
                  <a:pt x="5646674" y="2785865"/>
                  <a:pt x="5648044" y="2770104"/>
                </a:cubicBezTo>
                <a:cubicBezTo>
                  <a:pt x="5649415" y="2754344"/>
                  <a:pt x="5650101" y="2734130"/>
                  <a:pt x="5650101" y="2709462"/>
                </a:cubicBezTo>
                <a:cubicBezTo>
                  <a:pt x="5650101" y="2684793"/>
                  <a:pt x="5649758" y="2665264"/>
                  <a:pt x="5649072" y="2650875"/>
                </a:cubicBezTo>
                <a:cubicBezTo>
                  <a:pt x="5648387" y="2636485"/>
                  <a:pt x="5647359" y="2625692"/>
                  <a:pt x="5645989" y="2618497"/>
                </a:cubicBezTo>
                <a:cubicBezTo>
                  <a:pt x="5644619" y="2611302"/>
                  <a:pt x="5643077" y="2605649"/>
                  <a:pt x="5641363" y="2601538"/>
                </a:cubicBezTo>
                <a:cubicBezTo>
                  <a:pt x="5639650" y="2597426"/>
                  <a:pt x="5636910" y="2593658"/>
                  <a:pt x="5633141" y="2590232"/>
                </a:cubicBezTo>
                <a:cubicBezTo>
                  <a:pt x="5629372" y="2586805"/>
                  <a:pt x="5623376" y="2583551"/>
                  <a:pt x="5615153" y="2580467"/>
                </a:cubicBezTo>
                <a:cubicBezTo>
                  <a:pt x="5606931" y="2577384"/>
                  <a:pt x="5597338" y="2574643"/>
                  <a:pt x="5586374" y="2572244"/>
                </a:cubicBezTo>
                <a:cubicBezTo>
                  <a:pt x="5575410" y="2569846"/>
                  <a:pt x="5564789" y="2568133"/>
                  <a:pt x="5554511" y="2567105"/>
                </a:cubicBezTo>
                <a:cubicBezTo>
                  <a:pt x="5544233" y="2566077"/>
                  <a:pt x="5534640" y="2565563"/>
                  <a:pt x="5525731" y="2565563"/>
                </a:cubicBezTo>
                <a:close/>
                <a:moveTo>
                  <a:pt x="4374783" y="2565563"/>
                </a:moveTo>
                <a:cubicBezTo>
                  <a:pt x="4290500" y="2565563"/>
                  <a:pt x="4217009" y="2578240"/>
                  <a:pt x="4154311" y="2603594"/>
                </a:cubicBezTo>
                <a:cubicBezTo>
                  <a:pt x="4091612" y="2628947"/>
                  <a:pt x="4039363" y="2664750"/>
                  <a:pt x="3997564" y="2711003"/>
                </a:cubicBezTo>
                <a:cubicBezTo>
                  <a:pt x="3955766" y="2757256"/>
                  <a:pt x="3924416" y="2812760"/>
                  <a:pt x="3903517" y="2877514"/>
                </a:cubicBezTo>
                <a:cubicBezTo>
                  <a:pt x="3882617" y="2942268"/>
                  <a:pt x="3872167" y="3013703"/>
                  <a:pt x="3872167" y="3091820"/>
                </a:cubicBezTo>
                <a:cubicBezTo>
                  <a:pt x="3872167" y="3172677"/>
                  <a:pt x="3881761" y="3244626"/>
                  <a:pt x="3900947" y="3307667"/>
                </a:cubicBezTo>
                <a:cubicBezTo>
                  <a:pt x="3920133" y="3370708"/>
                  <a:pt x="3949598" y="3423813"/>
                  <a:pt x="3989341" y="3466983"/>
                </a:cubicBezTo>
                <a:cubicBezTo>
                  <a:pt x="4029085" y="3510152"/>
                  <a:pt x="4079107" y="3543043"/>
                  <a:pt x="4139407" y="3565656"/>
                </a:cubicBezTo>
                <a:cubicBezTo>
                  <a:pt x="4199707" y="3588268"/>
                  <a:pt x="4270629" y="3599575"/>
                  <a:pt x="4352170" y="3599575"/>
                </a:cubicBezTo>
                <a:cubicBezTo>
                  <a:pt x="4436453" y="3599575"/>
                  <a:pt x="4510116" y="3586898"/>
                  <a:pt x="4573157" y="3561544"/>
                </a:cubicBezTo>
                <a:cubicBezTo>
                  <a:pt x="4636198" y="3536191"/>
                  <a:pt x="4688618" y="3500216"/>
                  <a:pt x="4730417" y="3453621"/>
                </a:cubicBezTo>
                <a:cubicBezTo>
                  <a:pt x="4772216" y="3407025"/>
                  <a:pt x="4803394" y="3351522"/>
                  <a:pt x="4823951" y="3287110"/>
                </a:cubicBezTo>
                <a:cubicBezTo>
                  <a:pt x="4844508" y="3222698"/>
                  <a:pt x="4854786" y="3151435"/>
                  <a:pt x="4854786" y="3073318"/>
                </a:cubicBezTo>
                <a:cubicBezTo>
                  <a:pt x="4854786" y="2991776"/>
                  <a:pt x="4845193" y="2919484"/>
                  <a:pt x="4826006" y="2856443"/>
                </a:cubicBezTo>
                <a:cubicBezTo>
                  <a:pt x="4806820" y="2793402"/>
                  <a:pt x="4777527" y="2740297"/>
                  <a:pt x="4738126" y="2697127"/>
                </a:cubicBezTo>
                <a:cubicBezTo>
                  <a:pt x="4698725" y="2653958"/>
                  <a:pt x="4648875" y="2621238"/>
                  <a:pt x="4588575" y="2598968"/>
                </a:cubicBezTo>
                <a:cubicBezTo>
                  <a:pt x="4528274" y="2576698"/>
                  <a:pt x="4457010" y="2565563"/>
                  <a:pt x="4374783" y="2565563"/>
                </a:cubicBezTo>
                <a:close/>
                <a:moveTo>
                  <a:pt x="1503642" y="2444278"/>
                </a:moveTo>
                <a:cubicBezTo>
                  <a:pt x="1569424" y="2444278"/>
                  <a:pt x="1624242" y="2455413"/>
                  <a:pt x="1668097" y="2477683"/>
                </a:cubicBezTo>
                <a:cubicBezTo>
                  <a:pt x="1711952" y="2499953"/>
                  <a:pt x="1747070" y="2531473"/>
                  <a:pt x="1773451" y="2572244"/>
                </a:cubicBezTo>
                <a:cubicBezTo>
                  <a:pt x="1799833" y="2613016"/>
                  <a:pt x="1818505" y="2662009"/>
                  <a:pt x="1829469" y="2719226"/>
                </a:cubicBezTo>
                <a:cubicBezTo>
                  <a:pt x="1840432" y="2776443"/>
                  <a:pt x="1845914" y="2839998"/>
                  <a:pt x="1845914" y="2909891"/>
                </a:cubicBezTo>
                <a:cubicBezTo>
                  <a:pt x="1845914" y="2973617"/>
                  <a:pt x="1840261" y="3033746"/>
                  <a:pt x="1828955" y="3090278"/>
                </a:cubicBezTo>
                <a:cubicBezTo>
                  <a:pt x="1817649" y="3146809"/>
                  <a:pt x="1798291" y="3196317"/>
                  <a:pt x="1770882" y="3238801"/>
                </a:cubicBezTo>
                <a:cubicBezTo>
                  <a:pt x="1743472" y="3281285"/>
                  <a:pt x="1707498" y="3314862"/>
                  <a:pt x="1662958" y="3339530"/>
                </a:cubicBezTo>
                <a:cubicBezTo>
                  <a:pt x="1618418" y="3364198"/>
                  <a:pt x="1562914" y="3376532"/>
                  <a:pt x="1496447" y="3376532"/>
                </a:cubicBezTo>
                <a:cubicBezTo>
                  <a:pt x="1429980" y="3376532"/>
                  <a:pt x="1374819" y="3365740"/>
                  <a:pt x="1330964" y="3344155"/>
                </a:cubicBezTo>
                <a:cubicBezTo>
                  <a:pt x="1287110" y="3322571"/>
                  <a:pt x="1252163" y="3291221"/>
                  <a:pt x="1226124" y="3250108"/>
                </a:cubicBezTo>
                <a:cubicBezTo>
                  <a:pt x="1200085" y="3208994"/>
                  <a:pt x="1181584" y="3159486"/>
                  <a:pt x="1170620" y="3101584"/>
                </a:cubicBezTo>
                <a:cubicBezTo>
                  <a:pt x="1159657" y="3043682"/>
                  <a:pt x="1154175" y="2978414"/>
                  <a:pt x="1154175" y="2905780"/>
                </a:cubicBezTo>
                <a:cubicBezTo>
                  <a:pt x="1154175" y="2843424"/>
                  <a:pt x="1159828" y="2784323"/>
                  <a:pt x="1171134" y="2728477"/>
                </a:cubicBezTo>
                <a:cubicBezTo>
                  <a:pt x="1182441" y="2672630"/>
                  <a:pt x="1201799" y="2623808"/>
                  <a:pt x="1229208" y="2582009"/>
                </a:cubicBezTo>
                <a:cubicBezTo>
                  <a:pt x="1256617" y="2540210"/>
                  <a:pt x="1292591" y="2506805"/>
                  <a:pt x="1337131" y="2481794"/>
                </a:cubicBezTo>
                <a:cubicBezTo>
                  <a:pt x="1381671" y="2456783"/>
                  <a:pt x="1437175" y="2444278"/>
                  <a:pt x="1503642" y="2444278"/>
                </a:cubicBezTo>
                <a:close/>
                <a:moveTo>
                  <a:pt x="1512893" y="2222263"/>
                </a:moveTo>
                <a:cubicBezTo>
                  <a:pt x="1407367" y="2222263"/>
                  <a:pt x="1314690" y="2238366"/>
                  <a:pt x="1234861" y="2270572"/>
                </a:cubicBezTo>
                <a:cubicBezTo>
                  <a:pt x="1155031" y="2302778"/>
                  <a:pt x="1088050" y="2349031"/>
                  <a:pt x="1033917" y="2409331"/>
                </a:cubicBezTo>
                <a:cubicBezTo>
                  <a:pt x="979784" y="2469631"/>
                  <a:pt x="939013" y="2542779"/>
                  <a:pt x="911604" y="2628776"/>
                </a:cubicBezTo>
                <a:cubicBezTo>
                  <a:pt x="884195" y="2714772"/>
                  <a:pt x="870490" y="2811561"/>
                  <a:pt x="870490" y="2919142"/>
                </a:cubicBezTo>
                <a:cubicBezTo>
                  <a:pt x="870490" y="3036316"/>
                  <a:pt x="883338" y="3137730"/>
                  <a:pt x="909034" y="3223384"/>
                </a:cubicBezTo>
                <a:cubicBezTo>
                  <a:pt x="934730" y="3309037"/>
                  <a:pt x="973275" y="3379616"/>
                  <a:pt x="1024667" y="3435120"/>
                </a:cubicBezTo>
                <a:cubicBezTo>
                  <a:pt x="1076059" y="3490623"/>
                  <a:pt x="1140299" y="3531908"/>
                  <a:pt x="1217387" y="3558975"/>
                </a:cubicBezTo>
                <a:cubicBezTo>
                  <a:pt x="1294476" y="3586041"/>
                  <a:pt x="1384755" y="3599575"/>
                  <a:pt x="1488224" y="3599575"/>
                </a:cubicBezTo>
                <a:cubicBezTo>
                  <a:pt x="1593065" y="3599575"/>
                  <a:pt x="1685399" y="3583643"/>
                  <a:pt x="1765228" y="3551780"/>
                </a:cubicBezTo>
                <a:cubicBezTo>
                  <a:pt x="1845058" y="3519917"/>
                  <a:pt x="1912039" y="3473664"/>
                  <a:pt x="1966172" y="3413021"/>
                </a:cubicBezTo>
                <a:cubicBezTo>
                  <a:pt x="2020305" y="3352378"/>
                  <a:pt x="2061076" y="3278545"/>
                  <a:pt x="2088486" y="3191520"/>
                </a:cubicBezTo>
                <a:cubicBezTo>
                  <a:pt x="2115895" y="3104496"/>
                  <a:pt x="2129600" y="3005823"/>
                  <a:pt x="2129600" y="2895501"/>
                </a:cubicBezTo>
                <a:cubicBezTo>
                  <a:pt x="2129600" y="2780383"/>
                  <a:pt x="2116409" y="2680511"/>
                  <a:pt x="2090027" y="2595885"/>
                </a:cubicBezTo>
                <a:cubicBezTo>
                  <a:pt x="2063646" y="2511259"/>
                  <a:pt x="2024588" y="2441194"/>
                  <a:pt x="1972853" y="2385691"/>
                </a:cubicBezTo>
                <a:cubicBezTo>
                  <a:pt x="1921118" y="2330187"/>
                  <a:pt x="1856707" y="2289073"/>
                  <a:pt x="1779618" y="2262349"/>
                </a:cubicBezTo>
                <a:cubicBezTo>
                  <a:pt x="1702530" y="2235625"/>
                  <a:pt x="1613621" y="2222263"/>
                  <a:pt x="1512893" y="2222263"/>
                </a:cubicBezTo>
                <a:close/>
                <a:moveTo>
                  <a:pt x="6526121" y="2148259"/>
                </a:moveTo>
                <a:cubicBezTo>
                  <a:pt x="6500767" y="2148259"/>
                  <a:pt x="6479868" y="2149286"/>
                  <a:pt x="6463423" y="2151342"/>
                </a:cubicBezTo>
                <a:cubicBezTo>
                  <a:pt x="6446977" y="2153398"/>
                  <a:pt x="6433787" y="2156310"/>
                  <a:pt x="6423851" y="2160079"/>
                </a:cubicBezTo>
                <a:cubicBezTo>
                  <a:pt x="6413915" y="2163847"/>
                  <a:pt x="6407063" y="2168473"/>
                  <a:pt x="6403294" y="2173955"/>
                </a:cubicBezTo>
                <a:cubicBezTo>
                  <a:pt x="6399525" y="2179437"/>
                  <a:pt x="6397641" y="2185604"/>
                  <a:pt x="6397641" y="2192456"/>
                </a:cubicBezTo>
                <a:lnTo>
                  <a:pt x="6397641" y="2688905"/>
                </a:lnTo>
                <a:cubicBezTo>
                  <a:pt x="6356527" y="2648476"/>
                  <a:pt x="6315071" y="2617812"/>
                  <a:pt x="6273271" y="2596913"/>
                </a:cubicBezTo>
                <a:cubicBezTo>
                  <a:pt x="6231472" y="2576013"/>
                  <a:pt x="6184877" y="2565563"/>
                  <a:pt x="6133485" y="2565563"/>
                </a:cubicBezTo>
                <a:cubicBezTo>
                  <a:pt x="6068388" y="2565563"/>
                  <a:pt x="6010829" y="2577897"/>
                  <a:pt x="5960807" y="2602566"/>
                </a:cubicBezTo>
                <a:cubicBezTo>
                  <a:pt x="5910785" y="2627234"/>
                  <a:pt x="5868986" y="2662523"/>
                  <a:pt x="5835410" y="2708434"/>
                </a:cubicBezTo>
                <a:cubicBezTo>
                  <a:pt x="5801833" y="2754344"/>
                  <a:pt x="5776309" y="2809848"/>
                  <a:pt x="5758836" y="2874945"/>
                </a:cubicBezTo>
                <a:cubicBezTo>
                  <a:pt x="5741362" y="2940041"/>
                  <a:pt x="5732626" y="3013361"/>
                  <a:pt x="5732626" y="3094903"/>
                </a:cubicBezTo>
                <a:cubicBezTo>
                  <a:pt x="5732626" y="3162741"/>
                  <a:pt x="5739478" y="3227324"/>
                  <a:pt x="5753182" y="3288652"/>
                </a:cubicBezTo>
                <a:cubicBezTo>
                  <a:pt x="5766887" y="3349980"/>
                  <a:pt x="5788985" y="3403599"/>
                  <a:pt x="5819478" y="3449509"/>
                </a:cubicBezTo>
                <a:cubicBezTo>
                  <a:pt x="5849972" y="3495420"/>
                  <a:pt x="5889372" y="3531908"/>
                  <a:pt x="5937680" y="3558975"/>
                </a:cubicBezTo>
                <a:cubicBezTo>
                  <a:pt x="5985989" y="3586041"/>
                  <a:pt x="6045090" y="3599575"/>
                  <a:pt x="6114983" y="3599575"/>
                </a:cubicBezTo>
                <a:cubicBezTo>
                  <a:pt x="6178025" y="3599575"/>
                  <a:pt x="6235413" y="3585527"/>
                  <a:pt x="6287147" y="3557433"/>
                </a:cubicBezTo>
                <a:cubicBezTo>
                  <a:pt x="6338882" y="3529339"/>
                  <a:pt x="6388390" y="3489938"/>
                  <a:pt x="6435671" y="3439231"/>
                </a:cubicBezTo>
                <a:lnTo>
                  <a:pt x="6435671" y="3540988"/>
                </a:lnTo>
                <a:cubicBezTo>
                  <a:pt x="6435671" y="3548525"/>
                  <a:pt x="6437555" y="3554863"/>
                  <a:pt x="6441324" y="3560003"/>
                </a:cubicBezTo>
                <a:cubicBezTo>
                  <a:pt x="6445093" y="3565142"/>
                  <a:pt x="6451260" y="3569424"/>
                  <a:pt x="6459825" y="3572851"/>
                </a:cubicBezTo>
                <a:cubicBezTo>
                  <a:pt x="6468390" y="3576277"/>
                  <a:pt x="6479526" y="3578675"/>
                  <a:pt x="6493230" y="3580046"/>
                </a:cubicBezTo>
                <a:cubicBezTo>
                  <a:pt x="6506934" y="3581416"/>
                  <a:pt x="6524751" y="3582101"/>
                  <a:pt x="6546678" y="3582101"/>
                </a:cubicBezTo>
                <a:cubicBezTo>
                  <a:pt x="6567235" y="3582101"/>
                  <a:pt x="6584537" y="3581416"/>
                  <a:pt x="6598584" y="3580046"/>
                </a:cubicBezTo>
                <a:cubicBezTo>
                  <a:pt x="6612632" y="3578675"/>
                  <a:pt x="6623766" y="3576277"/>
                  <a:pt x="6631989" y="3572851"/>
                </a:cubicBezTo>
                <a:cubicBezTo>
                  <a:pt x="6640212" y="3569424"/>
                  <a:pt x="6646036" y="3565142"/>
                  <a:pt x="6649462" y="3560003"/>
                </a:cubicBezTo>
                <a:cubicBezTo>
                  <a:pt x="6652888" y="3554863"/>
                  <a:pt x="6654602" y="3548525"/>
                  <a:pt x="6654602" y="3540988"/>
                </a:cubicBezTo>
                <a:lnTo>
                  <a:pt x="6654602" y="2192456"/>
                </a:lnTo>
                <a:cubicBezTo>
                  <a:pt x="6654602" y="2185604"/>
                  <a:pt x="6652546" y="2179437"/>
                  <a:pt x="6648435" y="2173955"/>
                </a:cubicBezTo>
                <a:cubicBezTo>
                  <a:pt x="6644323" y="2168473"/>
                  <a:pt x="6637471" y="2163847"/>
                  <a:pt x="6627878" y="2160079"/>
                </a:cubicBezTo>
                <a:cubicBezTo>
                  <a:pt x="6618285" y="2156310"/>
                  <a:pt x="6605265" y="2153398"/>
                  <a:pt x="6588820" y="2151342"/>
                </a:cubicBezTo>
                <a:cubicBezTo>
                  <a:pt x="6572374" y="2149286"/>
                  <a:pt x="6551475" y="2148259"/>
                  <a:pt x="6526121" y="2148259"/>
                </a:cubicBezTo>
                <a:close/>
                <a:moveTo>
                  <a:pt x="3661576" y="2136952"/>
                </a:moveTo>
                <a:cubicBezTo>
                  <a:pt x="3606072" y="2136952"/>
                  <a:pt x="3557935" y="2144832"/>
                  <a:pt x="3517163" y="2160593"/>
                </a:cubicBezTo>
                <a:cubicBezTo>
                  <a:pt x="3476392" y="2176353"/>
                  <a:pt x="3442816" y="2199822"/>
                  <a:pt x="3416435" y="2231000"/>
                </a:cubicBezTo>
                <a:cubicBezTo>
                  <a:pt x="3390053" y="2262178"/>
                  <a:pt x="3370696" y="2301236"/>
                  <a:pt x="3358362" y="2348174"/>
                </a:cubicBezTo>
                <a:cubicBezTo>
                  <a:pt x="3346027" y="2395113"/>
                  <a:pt x="3339860" y="2449760"/>
                  <a:pt x="3339860" y="2512115"/>
                </a:cubicBezTo>
                <a:lnTo>
                  <a:pt x="3339860" y="2589204"/>
                </a:lnTo>
                <a:lnTo>
                  <a:pt x="3225770" y="2589204"/>
                </a:lnTo>
                <a:cubicBezTo>
                  <a:pt x="3218917" y="2589204"/>
                  <a:pt x="3212921" y="2590917"/>
                  <a:pt x="3207782" y="2594343"/>
                </a:cubicBezTo>
                <a:cubicBezTo>
                  <a:pt x="3202643" y="2597769"/>
                  <a:pt x="3198532" y="2603422"/>
                  <a:pt x="3195448" y="2611302"/>
                </a:cubicBezTo>
                <a:cubicBezTo>
                  <a:pt x="3192365" y="2619183"/>
                  <a:pt x="3189966" y="2629975"/>
                  <a:pt x="3188253" y="2643679"/>
                </a:cubicBezTo>
                <a:cubicBezTo>
                  <a:pt x="3186540" y="2657384"/>
                  <a:pt x="3185684" y="2674172"/>
                  <a:pt x="3185684" y="2694044"/>
                </a:cubicBezTo>
                <a:cubicBezTo>
                  <a:pt x="3185684" y="2731732"/>
                  <a:pt x="3188938" y="2758627"/>
                  <a:pt x="3195448" y="2774730"/>
                </a:cubicBezTo>
                <a:cubicBezTo>
                  <a:pt x="3201958" y="2790833"/>
                  <a:pt x="3211722" y="2798884"/>
                  <a:pt x="3224742" y="2798884"/>
                </a:cubicBezTo>
                <a:lnTo>
                  <a:pt x="3339860" y="2798884"/>
                </a:lnTo>
                <a:lnTo>
                  <a:pt x="3339860" y="3540988"/>
                </a:lnTo>
                <a:cubicBezTo>
                  <a:pt x="3339860" y="3547840"/>
                  <a:pt x="3341744" y="3553836"/>
                  <a:pt x="3345514" y="3558975"/>
                </a:cubicBezTo>
                <a:cubicBezTo>
                  <a:pt x="3349282" y="3564114"/>
                  <a:pt x="3356134" y="3568397"/>
                  <a:pt x="3366070" y="3571823"/>
                </a:cubicBezTo>
                <a:cubicBezTo>
                  <a:pt x="3376006" y="3575249"/>
                  <a:pt x="3389368" y="3577819"/>
                  <a:pt x="3406156" y="3579532"/>
                </a:cubicBezTo>
                <a:cubicBezTo>
                  <a:pt x="3422944" y="3581245"/>
                  <a:pt x="3443673" y="3582101"/>
                  <a:pt x="3468341" y="3582101"/>
                </a:cubicBezTo>
                <a:cubicBezTo>
                  <a:pt x="3493009" y="3582101"/>
                  <a:pt x="3513909" y="3581245"/>
                  <a:pt x="3531039" y="3579532"/>
                </a:cubicBezTo>
                <a:cubicBezTo>
                  <a:pt x="3548170" y="3577819"/>
                  <a:pt x="3561532" y="3575249"/>
                  <a:pt x="3571125" y="3571823"/>
                </a:cubicBezTo>
                <a:cubicBezTo>
                  <a:pt x="3580718" y="3568397"/>
                  <a:pt x="3587571" y="3564114"/>
                  <a:pt x="3591682" y="3558975"/>
                </a:cubicBezTo>
                <a:cubicBezTo>
                  <a:pt x="3595793" y="3553836"/>
                  <a:pt x="3597849" y="3547840"/>
                  <a:pt x="3597849" y="3540988"/>
                </a:cubicBezTo>
                <a:lnTo>
                  <a:pt x="3597849" y="2798884"/>
                </a:lnTo>
                <a:lnTo>
                  <a:pt x="3765388" y="2798884"/>
                </a:lnTo>
                <a:cubicBezTo>
                  <a:pt x="3778407" y="2798884"/>
                  <a:pt x="3788343" y="2790833"/>
                  <a:pt x="3795195" y="2774730"/>
                </a:cubicBezTo>
                <a:cubicBezTo>
                  <a:pt x="3802048" y="2758627"/>
                  <a:pt x="3805474" y="2731732"/>
                  <a:pt x="3805474" y="2694044"/>
                </a:cubicBezTo>
                <a:cubicBezTo>
                  <a:pt x="3805474" y="2674172"/>
                  <a:pt x="3804618" y="2657384"/>
                  <a:pt x="3802904" y="2643679"/>
                </a:cubicBezTo>
                <a:cubicBezTo>
                  <a:pt x="3801191" y="2629975"/>
                  <a:pt x="3798621" y="2619183"/>
                  <a:pt x="3795195" y="2611302"/>
                </a:cubicBezTo>
                <a:cubicBezTo>
                  <a:pt x="3791769" y="2603422"/>
                  <a:pt x="3787487" y="2597769"/>
                  <a:pt x="3782347" y="2594343"/>
                </a:cubicBezTo>
                <a:cubicBezTo>
                  <a:pt x="3777208" y="2590917"/>
                  <a:pt x="3771555" y="2589204"/>
                  <a:pt x="3765388" y="2589204"/>
                </a:cubicBezTo>
                <a:lnTo>
                  <a:pt x="3597849" y="2589204"/>
                </a:lnTo>
                <a:lnTo>
                  <a:pt x="3597849" y="2504920"/>
                </a:lnTo>
                <a:cubicBezTo>
                  <a:pt x="3597849" y="2475456"/>
                  <a:pt x="3599905" y="2450616"/>
                  <a:pt x="3604016" y="2430402"/>
                </a:cubicBezTo>
                <a:cubicBezTo>
                  <a:pt x="3608128" y="2410188"/>
                  <a:pt x="3614637" y="2393742"/>
                  <a:pt x="3623545" y="2381065"/>
                </a:cubicBezTo>
                <a:cubicBezTo>
                  <a:pt x="3632453" y="2368388"/>
                  <a:pt x="3643588" y="2359138"/>
                  <a:pt x="3656950" y="2353313"/>
                </a:cubicBezTo>
                <a:cubicBezTo>
                  <a:pt x="3670312" y="2347489"/>
                  <a:pt x="3686244" y="2344577"/>
                  <a:pt x="3704745" y="2344577"/>
                </a:cubicBezTo>
                <a:cubicBezTo>
                  <a:pt x="3720505" y="2344577"/>
                  <a:pt x="3734210" y="2345776"/>
                  <a:pt x="3745859" y="2348174"/>
                </a:cubicBezTo>
                <a:cubicBezTo>
                  <a:pt x="3757508" y="2350573"/>
                  <a:pt x="3767615" y="2353142"/>
                  <a:pt x="3776180" y="2355883"/>
                </a:cubicBezTo>
                <a:cubicBezTo>
                  <a:pt x="3784745" y="2358624"/>
                  <a:pt x="3791940" y="2361194"/>
                  <a:pt x="3797765" y="2363592"/>
                </a:cubicBezTo>
                <a:cubicBezTo>
                  <a:pt x="3803590" y="2365990"/>
                  <a:pt x="3808900" y="2367189"/>
                  <a:pt x="3813697" y="2367189"/>
                </a:cubicBezTo>
                <a:cubicBezTo>
                  <a:pt x="3817808" y="2367189"/>
                  <a:pt x="3821577" y="2365990"/>
                  <a:pt x="3825003" y="2363592"/>
                </a:cubicBezTo>
                <a:cubicBezTo>
                  <a:pt x="3828429" y="2361194"/>
                  <a:pt x="3831512" y="2356740"/>
                  <a:pt x="3834254" y="2350230"/>
                </a:cubicBezTo>
                <a:cubicBezTo>
                  <a:pt x="3836995" y="2343720"/>
                  <a:pt x="3839050" y="2334470"/>
                  <a:pt x="3840421" y="2322478"/>
                </a:cubicBezTo>
                <a:cubicBezTo>
                  <a:pt x="3841791" y="2310487"/>
                  <a:pt x="3842476" y="2294555"/>
                  <a:pt x="3842476" y="2274683"/>
                </a:cubicBezTo>
                <a:cubicBezTo>
                  <a:pt x="3842476" y="2254812"/>
                  <a:pt x="3841791" y="2238195"/>
                  <a:pt x="3840421" y="2224833"/>
                </a:cubicBezTo>
                <a:cubicBezTo>
                  <a:pt x="3839050" y="2211471"/>
                  <a:pt x="3836823" y="2200507"/>
                  <a:pt x="3833739" y="2191942"/>
                </a:cubicBezTo>
                <a:cubicBezTo>
                  <a:pt x="3830656" y="2183376"/>
                  <a:pt x="3826716" y="2176867"/>
                  <a:pt x="3821919" y="2172413"/>
                </a:cubicBezTo>
                <a:cubicBezTo>
                  <a:pt x="3817123" y="2167959"/>
                  <a:pt x="3807872" y="2163162"/>
                  <a:pt x="3794167" y="2158023"/>
                </a:cubicBezTo>
                <a:cubicBezTo>
                  <a:pt x="3780463" y="2152884"/>
                  <a:pt x="3761619" y="2148087"/>
                  <a:pt x="3737636" y="2143633"/>
                </a:cubicBezTo>
                <a:cubicBezTo>
                  <a:pt x="3713653" y="2139179"/>
                  <a:pt x="3688300" y="2136952"/>
                  <a:pt x="3661576" y="2136952"/>
                </a:cubicBezTo>
                <a:close/>
                <a:moveTo>
                  <a:pt x="0" y="0"/>
                </a:moveTo>
                <a:lnTo>
                  <a:pt x="12205081" y="0"/>
                </a:lnTo>
                <a:lnTo>
                  <a:pt x="12205081" y="3929449"/>
                </a:lnTo>
                <a:lnTo>
                  <a:pt x="0" y="3929449"/>
                </a:lnTo>
                <a:close/>
              </a:path>
            </a:pathLst>
          </a:custGeom>
        </p:spPr>
      </p:pic>
    </p:spTree>
    <p:extLst>
      <p:ext uri="{BB962C8B-B14F-4D97-AF65-F5344CB8AC3E}">
        <p14:creationId xmlns:p14="http://schemas.microsoft.com/office/powerpoint/2010/main" val="8932691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Tm="1000">
        <p15:prstTrans prst="curtains"/>
        <p:sndAc>
          <p:stSnd>
            <p:snd r:embed="rId2" name="bomb.wav"/>
          </p:stSnd>
        </p:sndAc>
      </p:transition>
    </mc:Choice>
    <mc:Fallback>
      <p:transition spd="slow" advTm="1000">
        <p:fade/>
        <p:sndAc>
          <p:stSnd>
            <p:snd r:embed="rId2" name="bomb.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22314C"/>
            </a:gs>
            <a:gs pos="91000">
              <a:srgbClr val="1C1A1A"/>
            </a:gs>
            <a:gs pos="100000">
              <a:srgbClr val="152442"/>
            </a:gs>
            <a:gs pos="100000">
              <a:srgbClr val="152543"/>
            </a:gs>
          </a:gsLst>
          <a:path path="circle">
            <a:fillToRect l="100000" t="100000"/>
          </a:path>
        </a:gra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b="12617"/>
          <a:stretch/>
        </p:blipFill>
        <p:spPr>
          <a:xfrm>
            <a:off x="0" y="0"/>
            <a:ext cx="12192000" cy="6656173"/>
          </a:xfrm>
          <a:custGeom>
            <a:avLst/>
            <a:gdLst/>
            <a:ahLst/>
            <a:cxnLst/>
            <a:rect l="l" t="t" r="r" b="b"/>
            <a:pathLst>
              <a:path w="12192000" h="5960348">
                <a:moveTo>
                  <a:pt x="9717884" y="5928939"/>
                </a:moveTo>
                <a:cubicBezTo>
                  <a:pt x="9717655" y="5928939"/>
                  <a:pt x="9717541" y="5929214"/>
                  <a:pt x="9717541" y="5929763"/>
                </a:cubicBezTo>
                <a:cubicBezTo>
                  <a:pt x="9717541" y="5932812"/>
                  <a:pt x="9719327" y="5935355"/>
                  <a:pt x="9722900" y="5937393"/>
                </a:cubicBezTo>
                <a:cubicBezTo>
                  <a:pt x="9726472" y="5939431"/>
                  <a:pt x="9731344" y="5940450"/>
                  <a:pt x="9737516" y="5940450"/>
                </a:cubicBezTo>
                <a:cubicBezTo>
                  <a:pt x="9743505" y="5940450"/>
                  <a:pt x="9748013" y="5939741"/>
                  <a:pt x="9751039" y="5938324"/>
                </a:cubicBezTo>
                <a:cubicBezTo>
                  <a:pt x="9754063" y="5936907"/>
                  <a:pt x="9755577" y="5935107"/>
                  <a:pt x="9755577" y="5932923"/>
                </a:cubicBezTo>
                <a:cubicBezTo>
                  <a:pt x="9755577" y="5931955"/>
                  <a:pt x="9755108" y="5931081"/>
                  <a:pt x="9754173" y="5930301"/>
                </a:cubicBezTo>
                <a:cubicBezTo>
                  <a:pt x="9753236" y="5929521"/>
                  <a:pt x="9752026" y="5929131"/>
                  <a:pt x="9750539" y="5929131"/>
                </a:cubicBezTo>
                <a:cubicBezTo>
                  <a:pt x="9749688" y="5929131"/>
                  <a:pt x="9748438" y="5929241"/>
                  <a:pt x="9746789" y="5929461"/>
                </a:cubicBezTo>
                <a:cubicBezTo>
                  <a:pt x="9742993" y="5930070"/>
                  <a:pt x="9738784" y="5930375"/>
                  <a:pt x="9734164" y="5930375"/>
                </a:cubicBezTo>
                <a:cubicBezTo>
                  <a:pt x="9730765" y="5930375"/>
                  <a:pt x="9727524" y="5930211"/>
                  <a:pt x="9724443" y="5929883"/>
                </a:cubicBezTo>
                <a:cubicBezTo>
                  <a:pt x="9722164" y="5929688"/>
                  <a:pt x="9720314" y="5929427"/>
                  <a:pt x="9718893" y="5929101"/>
                </a:cubicBezTo>
                <a:cubicBezTo>
                  <a:pt x="9718378" y="5928993"/>
                  <a:pt x="9718041" y="5928939"/>
                  <a:pt x="9717884" y="5928939"/>
                </a:cubicBezTo>
                <a:close/>
                <a:moveTo>
                  <a:pt x="8603458" y="5928939"/>
                </a:moveTo>
                <a:cubicBezTo>
                  <a:pt x="8603230" y="5928939"/>
                  <a:pt x="8603116" y="5929214"/>
                  <a:pt x="8603116" y="5929763"/>
                </a:cubicBezTo>
                <a:cubicBezTo>
                  <a:pt x="8603116" y="5932812"/>
                  <a:pt x="8604902" y="5935355"/>
                  <a:pt x="8608474" y="5937393"/>
                </a:cubicBezTo>
                <a:cubicBezTo>
                  <a:pt x="8612047" y="5939431"/>
                  <a:pt x="8616919" y="5940450"/>
                  <a:pt x="8623090" y="5940450"/>
                </a:cubicBezTo>
                <a:cubicBezTo>
                  <a:pt x="8629081" y="5940450"/>
                  <a:pt x="8633588" y="5939741"/>
                  <a:pt x="8636614" y="5938324"/>
                </a:cubicBezTo>
                <a:cubicBezTo>
                  <a:pt x="8639639" y="5936907"/>
                  <a:pt x="8641151" y="5935107"/>
                  <a:pt x="8641151" y="5932923"/>
                </a:cubicBezTo>
                <a:cubicBezTo>
                  <a:pt x="8641151" y="5931955"/>
                  <a:pt x="8640684" y="5931081"/>
                  <a:pt x="8639747" y="5930301"/>
                </a:cubicBezTo>
                <a:cubicBezTo>
                  <a:pt x="8638811" y="5929521"/>
                  <a:pt x="8637600" y="5929131"/>
                  <a:pt x="8636114" y="5929131"/>
                </a:cubicBezTo>
                <a:cubicBezTo>
                  <a:pt x="8635263" y="5929131"/>
                  <a:pt x="8634013" y="5929241"/>
                  <a:pt x="8632364" y="5929461"/>
                </a:cubicBezTo>
                <a:cubicBezTo>
                  <a:pt x="8628568" y="5930070"/>
                  <a:pt x="8624359" y="5930375"/>
                  <a:pt x="8619739" y="5930375"/>
                </a:cubicBezTo>
                <a:cubicBezTo>
                  <a:pt x="8616340" y="5930375"/>
                  <a:pt x="8613100" y="5930211"/>
                  <a:pt x="8610018" y="5929883"/>
                </a:cubicBezTo>
                <a:cubicBezTo>
                  <a:pt x="8607738" y="5929688"/>
                  <a:pt x="8605890" y="5929427"/>
                  <a:pt x="8604468" y="5929101"/>
                </a:cubicBezTo>
                <a:cubicBezTo>
                  <a:pt x="8603953" y="5928993"/>
                  <a:pt x="8603616" y="5928939"/>
                  <a:pt x="8603458" y="5928939"/>
                </a:cubicBezTo>
                <a:close/>
                <a:moveTo>
                  <a:pt x="9308507" y="5882494"/>
                </a:moveTo>
                <a:cubicBezTo>
                  <a:pt x="9306381" y="5882494"/>
                  <a:pt x="9304468" y="5883436"/>
                  <a:pt x="9302767" y="5885319"/>
                </a:cubicBezTo>
                <a:cubicBezTo>
                  <a:pt x="9301067" y="5887202"/>
                  <a:pt x="9300216" y="5889504"/>
                  <a:pt x="9300216" y="5892225"/>
                </a:cubicBezTo>
                <a:cubicBezTo>
                  <a:pt x="9300216" y="5894879"/>
                  <a:pt x="9300776" y="5896925"/>
                  <a:pt x="9301896" y="5898362"/>
                </a:cubicBezTo>
                <a:cubicBezTo>
                  <a:pt x="9303016" y="5899799"/>
                  <a:pt x="9304454" y="5900517"/>
                  <a:pt x="9306209" y="5900517"/>
                </a:cubicBezTo>
                <a:cubicBezTo>
                  <a:pt x="9310014" y="5900517"/>
                  <a:pt x="9311916" y="5896859"/>
                  <a:pt x="9311916" y="5889543"/>
                </a:cubicBezTo>
                <a:cubicBezTo>
                  <a:pt x="9311916" y="5886421"/>
                  <a:pt x="9311684" y="5884476"/>
                  <a:pt x="9311219" y="5883708"/>
                </a:cubicBezTo>
                <a:cubicBezTo>
                  <a:pt x="9310756" y="5882941"/>
                  <a:pt x="9309852" y="5882536"/>
                  <a:pt x="9308507" y="5882494"/>
                </a:cubicBezTo>
                <a:close/>
                <a:moveTo>
                  <a:pt x="8737008" y="5882494"/>
                </a:moveTo>
                <a:cubicBezTo>
                  <a:pt x="8734881" y="5882494"/>
                  <a:pt x="8732967" y="5883436"/>
                  <a:pt x="8731267" y="5885319"/>
                </a:cubicBezTo>
                <a:cubicBezTo>
                  <a:pt x="8729566" y="5887202"/>
                  <a:pt x="8728716" y="5889504"/>
                  <a:pt x="8728716" y="5892225"/>
                </a:cubicBezTo>
                <a:cubicBezTo>
                  <a:pt x="8728716" y="5894879"/>
                  <a:pt x="8729276" y="5896925"/>
                  <a:pt x="8730397" y="5898362"/>
                </a:cubicBezTo>
                <a:cubicBezTo>
                  <a:pt x="8731516" y="5899799"/>
                  <a:pt x="8732954" y="5900517"/>
                  <a:pt x="8734710" y="5900517"/>
                </a:cubicBezTo>
                <a:cubicBezTo>
                  <a:pt x="8738514" y="5900517"/>
                  <a:pt x="8740416" y="5896859"/>
                  <a:pt x="8740416" y="5889543"/>
                </a:cubicBezTo>
                <a:cubicBezTo>
                  <a:pt x="8740416" y="5886421"/>
                  <a:pt x="8740184" y="5884476"/>
                  <a:pt x="8739720" y="5883708"/>
                </a:cubicBezTo>
                <a:cubicBezTo>
                  <a:pt x="8739256" y="5882941"/>
                  <a:pt x="8738351" y="5882536"/>
                  <a:pt x="8737008" y="5882494"/>
                </a:cubicBezTo>
                <a:close/>
                <a:moveTo>
                  <a:pt x="6517683" y="5882494"/>
                </a:moveTo>
                <a:cubicBezTo>
                  <a:pt x="6515556" y="5882494"/>
                  <a:pt x="6513643" y="5883436"/>
                  <a:pt x="6511942" y="5885319"/>
                </a:cubicBezTo>
                <a:cubicBezTo>
                  <a:pt x="6510242" y="5887202"/>
                  <a:pt x="6509391" y="5889504"/>
                  <a:pt x="6509391" y="5892225"/>
                </a:cubicBezTo>
                <a:cubicBezTo>
                  <a:pt x="6509391" y="5894879"/>
                  <a:pt x="6509951" y="5896925"/>
                  <a:pt x="6511071" y="5898362"/>
                </a:cubicBezTo>
                <a:cubicBezTo>
                  <a:pt x="6512192" y="5899799"/>
                  <a:pt x="6513629" y="5900517"/>
                  <a:pt x="6515384" y="5900517"/>
                </a:cubicBezTo>
                <a:cubicBezTo>
                  <a:pt x="6519189" y="5900517"/>
                  <a:pt x="6521092" y="5896859"/>
                  <a:pt x="6521092" y="5889543"/>
                </a:cubicBezTo>
                <a:cubicBezTo>
                  <a:pt x="6521092" y="5886421"/>
                  <a:pt x="6520859" y="5884476"/>
                  <a:pt x="6520395" y="5883708"/>
                </a:cubicBezTo>
                <a:cubicBezTo>
                  <a:pt x="6519931" y="5882941"/>
                  <a:pt x="6519027" y="5882536"/>
                  <a:pt x="6517683" y="5882494"/>
                </a:cubicBezTo>
                <a:close/>
                <a:moveTo>
                  <a:pt x="6212883" y="5882494"/>
                </a:moveTo>
                <a:cubicBezTo>
                  <a:pt x="6210756" y="5882494"/>
                  <a:pt x="6208843" y="5883436"/>
                  <a:pt x="6207142" y="5885319"/>
                </a:cubicBezTo>
                <a:cubicBezTo>
                  <a:pt x="6205441" y="5887202"/>
                  <a:pt x="6204591" y="5889504"/>
                  <a:pt x="6204591" y="5892225"/>
                </a:cubicBezTo>
                <a:cubicBezTo>
                  <a:pt x="6204591" y="5894879"/>
                  <a:pt x="6205151" y="5896925"/>
                  <a:pt x="6206271" y="5898362"/>
                </a:cubicBezTo>
                <a:cubicBezTo>
                  <a:pt x="6207392" y="5899799"/>
                  <a:pt x="6208829" y="5900517"/>
                  <a:pt x="6210584" y="5900517"/>
                </a:cubicBezTo>
                <a:cubicBezTo>
                  <a:pt x="6214389" y="5900517"/>
                  <a:pt x="6216292" y="5896859"/>
                  <a:pt x="6216292" y="5889543"/>
                </a:cubicBezTo>
                <a:cubicBezTo>
                  <a:pt x="6216292" y="5886421"/>
                  <a:pt x="6216059" y="5884476"/>
                  <a:pt x="6215595" y="5883708"/>
                </a:cubicBezTo>
                <a:cubicBezTo>
                  <a:pt x="6215130" y="5882941"/>
                  <a:pt x="6214226" y="5882536"/>
                  <a:pt x="6212883" y="5882494"/>
                </a:cubicBezTo>
                <a:close/>
                <a:moveTo>
                  <a:pt x="4546008" y="5882494"/>
                </a:moveTo>
                <a:cubicBezTo>
                  <a:pt x="4543882" y="5882494"/>
                  <a:pt x="4541968" y="5883436"/>
                  <a:pt x="4540268" y="5885319"/>
                </a:cubicBezTo>
                <a:cubicBezTo>
                  <a:pt x="4538567" y="5887202"/>
                  <a:pt x="4537717" y="5889504"/>
                  <a:pt x="4537717" y="5892225"/>
                </a:cubicBezTo>
                <a:cubicBezTo>
                  <a:pt x="4537717" y="5894879"/>
                  <a:pt x="4538276" y="5896925"/>
                  <a:pt x="4539397" y="5898362"/>
                </a:cubicBezTo>
                <a:cubicBezTo>
                  <a:pt x="4540517" y="5899799"/>
                  <a:pt x="4541954" y="5900517"/>
                  <a:pt x="4543709" y="5900517"/>
                </a:cubicBezTo>
                <a:cubicBezTo>
                  <a:pt x="4547514" y="5900517"/>
                  <a:pt x="4549417" y="5896859"/>
                  <a:pt x="4549417" y="5889543"/>
                </a:cubicBezTo>
                <a:cubicBezTo>
                  <a:pt x="4549417" y="5886421"/>
                  <a:pt x="4549185" y="5884476"/>
                  <a:pt x="4548720" y="5883708"/>
                </a:cubicBezTo>
                <a:cubicBezTo>
                  <a:pt x="4548256" y="5882941"/>
                  <a:pt x="4547352" y="5882536"/>
                  <a:pt x="4546008" y="5882494"/>
                </a:cubicBezTo>
                <a:close/>
                <a:moveTo>
                  <a:pt x="4193584" y="5882494"/>
                </a:moveTo>
                <a:cubicBezTo>
                  <a:pt x="4191456" y="5882494"/>
                  <a:pt x="4189543" y="5883436"/>
                  <a:pt x="4187843" y="5885319"/>
                </a:cubicBezTo>
                <a:cubicBezTo>
                  <a:pt x="4186142" y="5887202"/>
                  <a:pt x="4185292" y="5889504"/>
                  <a:pt x="4185292" y="5892225"/>
                </a:cubicBezTo>
                <a:cubicBezTo>
                  <a:pt x="4185292" y="5894879"/>
                  <a:pt x="4185852" y="5896925"/>
                  <a:pt x="4186972" y="5898362"/>
                </a:cubicBezTo>
                <a:cubicBezTo>
                  <a:pt x="4188093" y="5899799"/>
                  <a:pt x="4189530" y="5900517"/>
                  <a:pt x="4191285" y="5900517"/>
                </a:cubicBezTo>
                <a:cubicBezTo>
                  <a:pt x="4195089" y="5900517"/>
                  <a:pt x="4196992" y="5896859"/>
                  <a:pt x="4196992" y="5889543"/>
                </a:cubicBezTo>
                <a:cubicBezTo>
                  <a:pt x="4196992" y="5886421"/>
                  <a:pt x="4196760" y="5884476"/>
                  <a:pt x="4196295" y="5883708"/>
                </a:cubicBezTo>
                <a:cubicBezTo>
                  <a:pt x="4195831" y="5882941"/>
                  <a:pt x="4194927" y="5882536"/>
                  <a:pt x="4193584" y="5882494"/>
                </a:cubicBezTo>
                <a:close/>
                <a:moveTo>
                  <a:pt x="1850433" y="5882494"/>
                </a:moveTo>
                <a:cubicBezTo>
                  <a:pt x="1848307" y="5882494"/>
                  <a:pt x="1846393" y="5883436"/>
                  <a:pt x="1844693" y="5885319"/>
                </a:cubicBezTo>
                <a:cubicBezTo>
                  <a:pt x="1842992" y="5887202"/>
                  <a:pt x="1842142" y="5889504"/>
                  <a:pt x="1842142" y="5892225"/>
                </a:cubicBezTo>
                <a:cubicBezTo>
                  <a:pt x="1842142" y="5894879"/>
                  <a:pt x="1842702" y="5896925"/>
                  <a:pt x="1843822" y="5898362"/>
                </a:cubicBezTo>
                <a:cubicBezTo>
                  <a:pt x="1844942" y="5899799"/>
                  <a:pt x="1846380" y="5900517"/>
                  <a:pt x="1848135" y="5900517"/>
                </a:cubicBezTo>
                <a:cubicBezTo>
                  <a:pt x="1851940" y="5900517"/>
                  <a:pt x="1853842" y="5896859"/>
                  <a:pt x="1853842" y="5889543"/>
                </a:cubicBezTo>
                <a:cubicBezTo>
                  <a:pt x="1853842" y="5886421"/>
                  <a:pt x="1853610" y="5884476"/>
                  <a:pt x="1853146" y="5883708"/>
                </a:cubicBezTo>
                <a:cubicBezTo>
                  <a:pt x="1852681" y="5882941"/>
                  <a:pt x="1851777" y="5882536"/>
                  <a:pt x="1850433" y="5882494"/>
                </a:cubicBezTo>
                <a:close/>
                <a:moveTo>
                  <a:pt x="1364658" y="5882494"/>
                </a:moveTo>
                <a:cubicBezTo>
                  <a:pt x="1362532" y="5882494"/>
                  <a:pt x="1360618" y="5883436"/>
                  <a:pt x="1358918" y="5885319"/>
                </a:cubicBezTo>
                <a:cubicBezTo>
                  <a:pt x="1357217" y="5887202"/>
                  <a:pt x="1356367" y="5889504"/>
                  <a:pt x="1356367" y="5892225"/>
                </a:cubicBezTo>
                <a:cubicBezTo>
                  <a:pt x="1356367" y="5894879"/>
                  <a:pt x="1356927" y="5896925"/>
                  <a:pt x="1358047" y="5898362"/>
                </a:cubicBezTo>
                <a:cubicBezTo>
                  <a:pt x="1359167" y="5899799"/>
                  <a:pt x="1360605" y="5900517"/>
                  <a:pt x="1362360" y="5900517"/>
                </a:cubicBezTo>
                <a:cubicBezTo>
                  <a:pt x="1366165" y="5900517"/>
                  <a:pt x="1368067" y="5896859"/>
                  <a:pt x="1368067" y="5889543"/>
                </a:cubicBezTo>
                <a:cubicBezTo>
                  <a:pt x="1368067" y="5886421"/>
                  <a:pt x="1367835" y="5884476"/>
                  <a:pt x="1367371" y="5883708"/>
                </a:cubicBezTo>
                <a:cubicBezTo>
                  <a:pt x="1366906" y="5882941"/>
                  <a:pt x="1366002" y="5882536"/>
                  <a:pt x="1364658" y="5882494"/>
                </a:cubicBezTo>
                <a:close/>
                <a:moveTo>
                  <a:pt x="11431371" y="5876003"/>
                </a:moveTo>
                <a:cubicBezTo>
                  <a:pt x="11436598" y="5876003"/>
                  <a:pt x="11441640" y="5878293"/>
                  <a:pt x="11446498" y="5882873"/>
                </a:cubicBezTo>
                <a:cubicBezTo>
                  <a:pt x="11451479" y="5887573"/>
                  <a:pt x="11453970" y="5893563"/>
                  <a:pt x="11453970" y="5900842"/>
                </a:cubicBezTo>
                <a:cubicBezTo>
                  <a:pt x="11453970" y="5907711"/>
                  <a:pt x="11451703" y="5912891"/>
                  <a:pt x="11447171" y="5916384"/>
                </a:cubicBezTo>
                <a:cubicBezTo>
                  <a:pt x="11441885" y="5922200"/>
                  <a:pt x="11435936" y="5925108"/>
                  <a:pt x="11429320" y="5925108"/>
                </a:cubicBezTo>
                <a:cubicBezTo>
                  <a:pt x="11422727" y="5925108"/>
                  <a:pt x="11416809" y="5922223"/>
                  <a:pt x="11411565" y="5916451"/>
                </a:cubicBezTo>
                <a:cubicBezTo>
                  <a:pt x="11407033" y="5912952"/>
                  <a:pt x="11404767" y="5907654"/>
                  <a:pt x="11404767" y="5900555"/>
                </a:cubicBezTo>
                <a:cubicBezTo>
                  <a:pt x="11404767" y="5893359"/>
                  <a:pt x="11407236" y="5887464"/>
                  <a:pt x="11412176" y="5882873"/>
                </a:cubicBezTo>
                <a:cubicBezTo>
                  <a:pt x="11417011" y="5878382"/>
                  <a:pt x="11423410" y="5876092"/>
                  <a:pt x="11431371" y="5876003"/>
                </a:cubicBezTo>
                <a:close/>
                <a:moveTo>
                  <a:pt x="2944596" y="5876003"/>
                </a:moveTo>
                <a:cubicBezTo>
                  <a:pt x="2949824" y="5876003"/>
                  <a:pt x="2954867" y="5878293"/>
                  <a:pt x="2959724" y="5882873"/>
                </a:cubicBezTo>
                <a:cubicBezTo>
                  <a:pt x="2964705" y="5887573"/>
                  <a:pt x="2967196" y="5893563"/>
                  <a:pt x="2967196" y="5900842"/>
                </a:cubicBezTo>
                <a:cubicBezTo>
                  <a:pt x="2967196" y="5907711"/>
                  <a:pt x="2964930" y="5912891"/>
                  <a:pt x="2960398" y="5916384"/>
                </a:cubicBezTo>
                <a:cubicBezTo>
                  <a:pt x="2955112" y="5922200"/>
                  <a:pt x="2949161" y="5925108"/>
                  <a:pt x="2942546" y="5925108"/>
                </a:cubicBezTo>
                <a:cubicBezTo>
                  <a:pt x="2935953" y="5925108"/>
                  <a:pt x="2930035" y="5922223"/>
                  <a:pt x="2924791" y="5916451"/>
                </a:cubicBezTo>
                <a:cubicBezTo>
                  <a:pt x="2920259" y="5912952"/>
                  <a:pt x="2917993" y="5907654"/>
                  <a:pt x="2917993" y="5900555"/>
                </a:cubicBezTo>
                <a:cubicBezTo>
                  <a:pt x="2917993" y="5893359"/>
                  <a:pt x="2920462" y="5887464"/>
                  <a:pt x="2925402" y="5882873"/>
                </a:cubicBezTo>
                <a:cubicBezTo>
                  <a:pt x="2930237" y="5878382"/>
                  <a:pt x="2936635" y="5876092"/>
                  <a:pt x="2944596" y="5876003"/>
                </a:cubicBezTo>
                <a:close/>
                <a:moveTo>
                  <a:pt x="9179791" y="5874757"/>
                </a:moveTo>
                <a:cubicBezTo>
                  <a:pt x="9183227" y="5874757"/>
                  <a:pt x="9186614" y="5875574"/>
                  <a:pt x="9189952" y="5877209"/>
                </a:cubicBezTo>
                <a:cubicBezTo>
                  <a:pt x="9193290" y="5878843"/>
                  <a:pt x="9196077" y="5881058"/>
                  <a:pt x="9198312" y="5883853"/>
                </a:cubicBezTo>
                <a:cubicBezTo>
                  <a:pt x="9203484" y="5890318"/>
                  <a:pt x="9206070" y="5898376"/>
                  <a:pt x="9206070" y="5908026"/>
                </a:cubicBezTo>
                <a:cubicBezTo>
                  <a:pt x="9206070" y="5913303"/>
                  <a:pt x="9205103" y="5919206"/>
                  <a:pt x="9203167" y="5925735"/>
                </a:cubicBezTo>
                <a:cubicBezTo>
                  <a:pt x="9201231" y="5932264"/>
                  <a:pt x="9198784" y="5937201"/>
                  <a:pt x="9195824" y="5940546"/>
                </a:cubicBezTo>
                <a:cubicBezTo>
                  <a:pt x="9190190" y="5951578"/>
                  <a:pt x="9184239" y="5957093"/>
                  <a:pt x="9177972" y="5957093"/>
                </a:cubicBezTo>
                <a:cubicBezTo>
                  <a:pt x="9175077" y="5957093"/>
                  <a:pt x="9172447" y="5956202"/>
                  <a:pt x="9170084" y="5954420"/>
                </a:cubicBezTo>
                <a:cubicBezTo>
                  <a:pt x="9167721" y="5952637"/>
                  <a:pt x="9166539" y="5950451"/>
                  <a:pt x="9166539" y="5947862"/>
                </a:cubicBezTo>
                <a:cubicBezTo>
                  <a:pt x="9166539" y="5946463"/>
                  <a:pt x="9167751" y="5943908"/>
                  <a:pt x="9170177" y="5940195"/>
                </a:cubicBezTo>
                <a:cubicBezTo>
                  <a:pt x="9171761" y="5937539"/>
                  <a:pt x="9173083" y="5934847"/>
                  <a:pt x="9174142" y="5932121"/>
                </a:cubicBezTo>
                <a:cubicBezTo>
                  <a:pt x="9175202" y="5929395"/>
                  <a:pt x="9175732" y="5927428"/>
                  <a:pt x="9175732" y="5926219"/>
                </a:cubicBezTo>
                <a:cubicBezTo>
                  <a:pt x="9175732" y="5924823"/>
                  <a:pt x="9175063" y="5923869"/>
                  <a:pt x="9173727" y="5923358"/>
                </a:cubicBezTo>
                <a:cubicBezTo>
                  <a:pt x="9169227" y="5921679"/>
                  <a:pt x="9166001" y="5920004"/>
                  <a:pt x="9164050" y="5918331"/>
                </a:cubicBezTo>
                <a:cubicBezTo>
                  <a:pt x="9158239" y="5913351"/>
                  <a:pt x="9155334" y="5906947"/>
                  <a:pt x="9155334" y="5899119"/>
                </a:cubicBezTo>
                <a:cubicBezTo>
                  <a:pt x="9155334" y="5892851"/>
                  <a:pt x="9157380" y="5887498"/>
                  <a:pt x="9161472" y="5883059"/>
                </a:cubicBezTo>
                <a:cubicBezTo>
                  <a:pt x="9166523" y="5877525"/>
                  <a:pt x="9172629" y="5874757"/>
                  <a:pt x="9179791" y="5874757"/>
                </a:cubicBezTo>
                <a:close/>
                <a:moveTo>
                  <a:pt x="8198717" y="5874757"/>
                </a:moveTo>
                <a:cubicBezTo>
                  <a:pt x="8202153" y="5874757"/>
                  <a:pt x="8205539" y="5875574"/>
                  <a:pt x="8208877" y="5877209"/>
                </a:cubicBezTo>
                <a:cubicBezTo>
                  <a:pt x="8212215" y="5878843"/>
                  <a:pt x="8215002" y="5881058"/>
                  <a:pt x="8217237" y="5883853"/>
                </a:cubicBezTo>
                <a:cubicBezTo>
                  <a:pt x="8222409" y="5890318"/>
                  <a:pt x="8224995" y="5898376"/>
                  <a:pt x="8224995" y="5908026"/>
                </a:cubicBezTo>
                <a:cubicBezTo>
                  <a:pt x="8224995" y="5913303"/>
                  <a:pt x="8224028" y="5919206"/>
                  <a:pt x="8222092" y="5925735"/>
                </a:cubicBezTo>
                <a:cubicBezTo>
                  <a:pt x="8220156" y="5932264"/>
                  <a:pt x="8217709" y="5937201"/>
                  <a:pt x="8214749" y="5940546"/>
                </a:cubicBezTo>
                <a:cubicBezTo>
                  <a:pt x="8209115" y="5951578"/>
                  <a:pt x="8203164" y="5957093"/>
                  <a:pt x="8196898" y="5957093"/>
                </a:cubicBezTo>
                <a:cubicBezTo>
                  <a:pt x="8194002" y="5957093"/>
                  <a:pt x="8191372" y="5956202"/>
                  <a:pt x="8189009" y="5954420"/>
                </a:cubicBezTo>
                <a:cubicBezTo>
                  <a:pt x="8186646" y="5952637"/>
                  <a:pt x="8185464" y="5950451"/>
                  <a:pt x="8185464" y="5947862"/>
                </a:cubicBezTo>
                <a:cubicBezTo>
                  <a:pt x="8185464" y="5946463"/>
                  <a:pt x="8186677" y="5943908"/>
                  <a:pt x="8189102" y="5940195"/>
                </a:cubicBezTo>
                <a:cubicBezTo>
                  <a:pt x="8190686" y="5937539"/>
                  <a:pt x="8192008" y="5934847"/>
                  <a:pt x="8193068" y="5932121"/>
                </a:cubicBezTo>
                <a:cubicBezTo>
                  <a:pt x="8194127" y="5929395"/>
                  <a:pt x="8194657" y="5927428"/>
                  <a:pt x="8194657" y="5926219"/>
                </a:cubicBezTo>
                <a:cubicBezTo>
                  <a:pt x="8194657" y="5924823"/>
                  <a:pt x="8193989" y="5923869"/>
                  <a:pt x="8192652" y="5923358"/>
                </a:cubicBezTo>
                <a:cubicBezTo>
                  <a:pt x="8188152" y="5921679"/>
                  <a:pt x="8184926" y="5920004"/>
                  <a:pt x="8182975" y="5918331"/>
                </a:cubicBezTo>
                <a:cubicBezTo>
                  <a:pt x="8177165" y="5913351"/>
                  <a:pt x="8174259" y="5906947"/>
                  <a:pt x="8174259" y="5899119"/>
                </a:cubicBezTo>
                <a:cubicBezTo>
                  <a:pt x="8174259" y="5892851"/>
                  <a:pt x="8176305" y="5887498"/>
                  <a:pt x="8180397" y="5883059"/>
                </a:cubicBezTo>
                <a:cubicBezTo>
                  <a:pt x="8185448" y="5877525"/>
                  <a:pt x="8191554" y="5874757"/>
                  <a:pt x="8198717" y="5874757"/>
                </a:cubicBezTo>
                <a:close/>
                <a:moveTo>
                  <a:pt x="7428641" y="5854821"/>
                </a:moveTo>
                <a:cubicBezTo>
                  <a:pt x="7425378" y="5854821"/>
                  <a:pt x="7423591" y="5857265"/>
                  <a:pt x="7423277" y="5862153"/>
                </a:cubicBezTo>
                <a:lnTo>
                  <a:pt x="7421850" y="5888324"/>
                </a:lnTo>
                <a:cubicBezTo>
                  <a:pt x="7421807" y="5889051"/>
                  <a:pt x="7421786" y="5890064"/>
                  <a:pt x="7421786" y="5891362"/>
                </a:cubicBezTo>
                <a:cubicBezTo>
                  <a:pt x="7421786" y="5892704"/>
                  <a:pt x="7422412" y="5893816"/>
                  <a:pt x="7423663" y="5894696"/>
                </a:cubicBezTo>
                <a:cubicBezTo>
                  <a:pt x="7424915" y="5895577"/>
                  <a:pt x="7426766" y="5896017"/>
                  <a:pt x="7429217" y="5896017"/>
                </a:cubicBezTo>
                <a:cubicBezTo>
                  <a:pt x="7436724" y="5896017"/>
                  <a:pt x="7440478" y="5889422"/>
                  <a:pt x="7440478" y="5876233"/>
                </a:cubicBezTo>
                <a:cubicBezTo>
                  <a:pt x="7440478" y="5867405"/>
                  <a:pt x="7438804" y="5861255"/>
                  <a:pt x="7435458" y="5857783"/>
                </a:cubicBezTo>
                <a:cubicBezTo>
                  <a:pt x="7433547" y="5855808"/>
                  <a:pt x="7431275" y="5854821"/>
                  <a:pt x="7428641" y="5854821"/>
                </a:cubicBezTo>
                <a:close/>
                <a:moveTo>
                  <a:pt x="11131139" y="5849170"/>
                </a:moveTo>
                <a:cubicBezTo>
                  <a:pt x="11129056" y="5849170"/>
                  <a:pt x="11127344" y="5849992"/>
                  <a:pt x="11126002" y="5851637"/>
                </a:cubicBezTo>
                <a:cubicBezTo>
                  <a:pt x="11124662" y="5853281"/>
                  <a:pt x="11123991" y="5855607"/>
                  <a:pt x="11123991" y="5858613"/>
                </a:cubicBezTo>
                <a:cubicBezTo>
                  <a:pt x="11123991" y="5862375"/>
                  <a:pt x="11124694" y="5867490"/>
                  <a:pt x="11126101" y="5873958"/>
                </a:cubicBezTo>
                <a:cubicBezTo>
                  <a:pt x="11127508" y="5880425"/>
                  <a:pt x="11129011" y="5885735"/>
                  <a:pt x="11130614" y="5889888"/>
                </a:cubicBezTo>
                <a:cubicBezTo>
                  <a:pt x="11132600" y="5895123"/>
                  <a:pt x="11135358" y="5897740"/>
                  <a:pt x="11138890" y="5897740"/>
                </a:cubicBezTo>
                <a:cubicBezTo>
                  <a:pt x="11143270" y="5897740"/>
                  <a:pt x="11145459" y="5894784"/>
                  <a:pt x="11145459" y="5888873"/>
                </a:cubicBezTo>
                <a:cubicBezTo>
                  <a:pt x="11145459" y="5883699"/>
                  <a:pt x="11144753" y="5877753"/>
                  <a:pt x="11143341" y="5871034"/>
                </a:cubicBezTo>
                <a:cubicBezTo>
                  <a:pt x="11141928" y="5864316"/>
                  <a:pt x="11140237" y="5858896"/>
                  <a:pt x="11138269" y="5854775"/>
                </a:cubicBezTo>
                <a:cubicBezTo>
                  <a:pt x="11136504" y="5851140"/>
                  <a:pt x="11134127" y="5849271"/>
                  <a:pt x="11131139" y="5849170"/>
                </a:cubicBezTo>
                <a:close/>
                <a:moveTo>
                  <a:pt x="10721564" y="5849170"/>
                </a:moveTo>
                <a:cubicBezTo>
                  <a:pt x="10719481" y="5849170"/>
                  <a:pt x="10717769" y="5849992"/>
                  <a:pt x="10716427" y="5851637"/>
                </a:cubicBezTo>
                <a:cubicBezTo>
                  <a:pt x="10715087" y="5853281"/>
                  <a:pt x="10714416" y="5855607"/>
                  <a:pt x="10714416" y="5858613"/>
                </a:cubicBezTo>
                <a:cubicBezTo>
                  <a:pt x="10714416" y="5862375"/>
                  <a:pt x="10715119" y="5867490"/>
                  <a:pt x="10716526" y="5873958"/>
                </a:cubicBezTo>
                <a:cubicBezTo>
                  <a:pt x="10717933" y="5880425"/>
                  <a:pt x="10719436" y="5885735"/>
                  <a:pt x="10721039" y="5889888"/>
                </a:cubicBezTo>
                <a:cubicBezTo>
                  <a:pt x="10723025" y="5895123"/>
                  <a:pt x="10725783" y="5897740"/>
                  <a:pt x="10729315" y="5897740"/>
                </a:cubicBezTo>
                <a:cubicBezTo>
                  <a:pt x="10733695" y="5897740"/>
                  <a:pt x="10735884" y="5894784"/>
                  <a:pt x="10735884" y="5888873"/>
                </a:cubicBezTo>
                <a:cubicBezTo>
                  <a:pt x="10735884" y="5883699"/>
                  <a:pt x="10735178" y="5877753"/>
                  <a:pt x="10733766" y="5871034"/>
                </a:cubicBezTo>
                <a:cubicBezTo>
                  <a:pt x="10732353" y="5864316"/>
                  <a:pt x="10730662" y="5858896"/>
                  <a:pt x="10728694" y="5854775"/>
                </a:cubicBezTo>
                <a:cubicBezTo>
                  <a:pt x="10726929" y="5851140"/>
                  <a:pt x="10724552" y="5849271"/>
                  <a:pt x="10721564" y="5849170"/>
                </a:cubicBezTo>
                <a:close/>
                <a:moveTo>
                  <a:pt x="8006940" y="5849170"/>
                </a:moveTo>
                <a:cubicBezTo>
                  <a:pt x="8004856" y="5849170"/>
                  <a:pt x="8003144" y="5849992"/>
                  <a:pt x="8001803" y="5851637"/>
                </a:cubicBezTo>
                <a:cubicBezTo>
                  <a:pt x="8000463" y="5853281"/>
                  <a:pt x="7999792" y="5855607"/>
                  <a:pt x="7999792" y="5858613"/>
                </a:cubicBezTo>
                <a:cubicBezTo>
                  <a:pt x="7999792" y="5862375"/>
                  <a:pt x="8000495" y="5867490"/>
                  <a:pt x="8001901" y="5873958"/>
                </a:cubicBezTo>
                <a:cubicBezTo>
                  <a:pt x="8003308" y="5880425"/>
                  <a:pt x="8004812" y="5885735"/>
                  <a:pt x="8006415" y="5889888"/>
                </a:cubicBezTo>
                <a:cubicBezTo>
                  <a:pt x="8008400" y="5895123"/>
                  <a:pt x="8011159" y="5897740"/>
                  <a:pt x="8014691" y="5897740"/>
                </a:cubicBezTo>
                <a:cubicBezTo>
                  <a:pt x="8019071" y="5897740"/>
                  <a:pt x="8021261" y="5894784"/>
                  <a:pt x="8021261" y="5888873"/>
                </a:cubicBezTo>
                <a:cubicBezTo>
                  <a:pt x="8021261" y="5883699"/>
                  <a:pt x="8020554" y="5877753"/>
                  <a:pt x="8019142" y="5871034"/>
                </a:cubicBezTo>
                <a:cubicBezTo>
                  <a:pt x="8017729" y="5864316"/>
                  <a:pt x="8016038" y="5858896"/>
                  <a:pt x="8014070" y="5854775"/>
                </a:cubicBezTo>
                <a:cubicBezTo>
                  <a:pt x="8012305" y="5851140"/>
                  <a:pt x="8009928" y="5849271"/>
                  <a:pt x="8006940" y="5849170"/>
                </a:cubicBezTo>
                <a:close/>
                <a:moveTo>
                  <a:pt x="7044914" y="5849170"/>
                </a:moveTo>
                <a:cubicBezTo>
                  <a:pt x="7042831" y="5849170"/>
                  <a:pt x="7041119" y="5849992"/>
                  <a:pt x="7039778" y="5851637"/>
                </a:cubicBezTo>
                <a:cubicBezTo>
                  <a:pt x="7038438" y="5853281"/>
                  <a:pt x="7037767" y="5855607"/>
                  <a:pt x="7037767" y="5858613"/>
                </a:cubicBezTo>
                <a:cubicBezTo>
                  <a:pt x="7037767" y="5862375"/>
                  <a:pt x="7038470" y="5867490"/>
                  <a:pt x="7039876" y="5873958"/>
                </a:cubicBezTo>
                <a:cubicBezTo>
                  <a:pt x="7041283" y="5880425"/>
                  <a:pt x="7042787" y="5885735"/>
                  <a:pt x="7044389" y="5889888"/>
                </a:cubicBezTo>
                <a:cubicBezTo>
                  <a:pt x="7046374" y="5895123"/>
                  <a:pt x="7049133" y="5897740"/>
                  <a:pt x="7052666" y="5897740"/>
                </a:cubicBezTo>
                <a:cubicBezTo>
                  <a:pt x="7057046" y="5897740"/>
                  <a:pt x="7059235" y="5894784"/>
                  <a:pt x="7059235" y="5888873"/>
                </a:cubicBezTo>
                <a:cubicBezTo>
                  <a:pt x="7059235" y="5883699"/>
                  <a:pt x="7058529" y="5877753"/>
                  <a:pt x="7057117" y="5871034"/>
                </a:cubicBezTo>
                <a:cubicBezTo>
                  <a:pt x="7055704" y="5864316"/>
                  <a:pt x="7054013" y="5858896"/>
                  <a:pt x="7052044" y="5854775"/>
                </a:cubicBezTo>
                <a:cubicBezTo>
                  <a:pt x="7050280" y="5851140"/>
                  <a:pt x="7047903" y="5849271"/>
                  <a:pt x="7044914" y="5849170"/>
                </a:cubicBezTo>
                <a:close/>
                <a:moveTo>
                  <a:pt x="5739989" y="5849170"/>
                </a:moveTo>
                <a:cubicBezTo>
                  <a:pt x="5737906" y="5849170"/>
                  <a:pt x="5736194" y="5849992"/>
                  <a:pt x="5734854" y="5851637"/>
                </a:cubicBezTo>
                <a:cubicBezTo>
                  <a:pt x="5733512" y="5853281"/>
                  <a:pt x="5732842" y="5855607"/>
                  <a:pt x="5732842" y="5858613"/>
                </a:cubicBezTo>
                <a:cubicBezTo>
                  <a:pt x="5732842" y="5862375"/>
                  <a:pt x="5733545" y="5867490"/>
                  <a:pt x="5734951" y="5873958"/>
                </a:cubicBezTo>
                <a:cubicBezTo>
                  <a:pt x="5736359" y="5880425"/>
                  <a:pt x="5737862" y="5885735"/>
                  <a:pt x="5739464" y="5889888"/>
                </a:cubicBezTo>
                <a:cubicBezTo>
                  <a:pt x="5741450" y="5895123"/>
                  <a:pt x="5744208" y="5897740"/>
                  <a:pt x="5747741" y="5897740"/>
                </a:cubicBezTo>
                <a:cubicBezTo>
                  <a:pt x="5752121" y="5897740"/>
                  <a:pt x="5754310" y="5894784"/>
                  <a:pt x="5754310" y="5888873"/>
                </a:cubicBezTo>
                <a:cubicBezTo>
                  <a:pt x="5754310" y="5883699"/>
                  <a:pt x="5753604" y="5877753"/>
                  <a:pt x="5752192" y="5871034"/>
                </a:cubicBezTo>
                <a:cubicBezTo>
                  <a:pt x="5750779" y="5864316"/>
                  <a:pt x="5749088" y="5858896"/>
                  <a:pt x="5747119" y="5854775"/>
                </a:cubicBezTo>
                <a:cubicBezTo>
                  <a:pt x="5745355" y="5851140"/>
                  <a:pt x="5742978" y="5849271"/>
                  <a:pt x="5739989" y="5849170"/>
                </a:cubicBezTo>
                <a:close/>
                <a:moveTo>
                  <a:pt x="5187541" y="5849170"/>
                </a:moveTo>
                <a:cubicBezTo>
                  <a:pt x="5185457" y="5849170"/>
                  <a:pt x="5183744" y="5849992"/>
                  <a:pt x="5182404" y="5851637"/>
                </a:cubicBezTo>
                <a:cubicBezTo>
                  <a:pt x="5181063" y="5853281"/>
                  <a:pt x="5180392" y="5855607"/>
                  <a:pt x="5180392" y="5858613"/>
                </a:cubicBezTo>
                <a:cubicBezTo>
                  <a:pt x="5180392" y="5862375"/>
                  <a:pt x="5181096" y="5867490"/>
                  <a:pt x="5182502" y="5873958"/>
                </a:cubicBezTo>
                <a:cubicBezTo>
                  <a:pt x="5183908" y="5880425"/>
                  <a:pt x="5185413" y="5885735"/>
                  <a:pt x="5187016" y="5889888"/>
                </a:cubicBezTo>
                <a:cubicBezTo>
                  <a:pt x="5189000" y="5895123"/>
                  <a:pt x="5191759" y="5897740"/>
                  <a:pt x="5195291" y="5897740"/>
                </a:cubicBezTo>
                <a:cubicBezTo>
                  <a:pt x="5199671" y="5897740"/>
                  <a:pt x="5201862" y="5894784"/>
                  <a:pt x="5201862" y="5888873"/>
                </a:cubicBezTo>
                <a:cubicBezTo>
                  <a:pt x="5201862" y="5883699"/>
                  <a:pt x="5201155" y="5877753"/>
                  <a:pt x="5199742" y="5871034"/>
                </a:cubicBezTo>
                <a:cubicBezTo>
                  <a:pt x="5198329" y="5864316"/>
                  <a:pt x="5196639" y="5858896"/>
                  <a:pt x="5194670" y="5854775"/>
                </a:cubicBezTo>
                <a:cubicBezTo>
                  <a:pt x="5192905" y="5851140"/>
                  <a:pt x="5190528" y="5849271"/>
                  <a:pt x="5187541" y="5849170"/>
                </a:cubicBezTo>
                <a:close/>
                <a:moveTo>
                  <a:pt x="3987390" y="5849170"/>
                </a:moveTo>
                <a:cubicBezTo>
                  <a:pt x="3985307" y="5849170"/>
                  <a:pt x="3983594" y="5849992"/>
                  <a:pt x="3982254" y="5851637"/>
                </a:cubicBezTo>
                <a:cubicBezTo>
                  <a:pt x="3980913" y="5853281"/>
                  <a:pt x="3980243" y="5855607"/>
                  <a:pt x="3980243" y="5858613"/>
                </a:cubicBezTo>
                <a:cubicBezTo>
                  <a:pt x="3980243" y="5862375"/>
                  <a:pt x="3980946" y="5867490"/>
                  <a:pt x="3982353" y="5873958"/>
                </a:cubicBezTo>
                <a:cubicBezTo>
                  <a:pt x="3983759" y="5880425"/>
                  <a:pt x="3985264" y="5885735"/>
                  <a:pt x="3986866" y="5889888"/>
                </a:cubicBezTo>
                <a:cubicBezTo>
                  <a:pt x="3988850" y="5895123"/>
                  <a:pt x="3991609" y="5897740"/>
                  <a:pt x="3995141" y="5897740"/>
                </a:cubicBezTo>
                <a:cubicBezTo>
                  <a:pt x="3999521" y="5897740"/>
                  <a:pt x="4001711" y="5894784"/>
                  <a:pt x="4001711" y="5888873"/>
                </a:cubicBezTo>
                <a:cubicBezTo>
                  <a:pt x="4001711" y="5883699"/>
                  <a:pt x="4001005" y="5877753"/>
                  <a:pt x="3999592" y="5871034"/>
                </a:cubicBezTo>
                <a:cubicBezTo>
                  <a:pt x="3998180" y="5864316"/>
                  <a:pt x="3996489" y="5858896"/>
                  <a:pt x="3994521" y="5854775"/>
                </a:cubicBezTo>
                <a:cubicBezTo>
                  <a:pt x="3992755" y="5851140"/>
                  <a:pt x="3990378" y="5849271"/>
                  <a:pt x="3987390" y="5849170"/>
                </a:cubicBezTo>
                <a:close/>
                <a:moveTo>
                  <a:pt x="3444465" y="5849170"/>
                </a:moveTo>
                <a:cubicBezTo>
                  <a:pt x="3442382" y="5849170"/>
                  <a:pt x="3440670" y="5849992"/>
                  <a:pt x="3439329" y="5851637"/>
                </a:cubicBezTo>
                <a:cubicBezTo>
                  <a:pt x="3437988" y="5853281"/>
                  <a:pt x="3437318" y="5855607"/>
                  <a:pt x="3437318" y="5858613"/>
                </a:cubicBezTo>
                <a:cubicBezTo>
                  <a:pt x="3437318" y="5862375"/>
                  <a:pt x="3438021" y="5867490"/>
                  <a:pt x="3439427" y="5873958"/>
                </a:cubicBezTo>
                <a:cubicBezTo>
                  <a:pt x="3440834" y="5880425"/>
                  <a:pt x="3442338" y="5885735"/>
                  <a:pt x="3443940" y="5889888"/>
                </a:cubicBezTo>
                <a:cubicBezTo>
                  <a:pt x="3445926" y="5895123"/>
                  <a:pt x="3448684" y="5897740"/>
                  <a:pt x="3452217" y="5897740"/>
                </a:cubicBezTo>
                <a:cubicBezTo>
                  <a:pt x="3456596" y="5897740"/>
                  <a:pt x="3458786" y="5894784"/>
                  <a:pt x="3458786" y="5888873"/>
                </a:cubicBezTo>
                <a:cubicBezTo>
                  <a:pt x="3458786" y="5883699"/>
                  <a:pt x="3458080" y="5877753"/>
                  <a:pt x="3456667" y="5871034"/>
                </a:cubicBezTo>
                <a:cubicBezTo>
                  <a:pt x="3455255" y="5864316"/>
                  <a:pt x="3453563" y="5858896"/>
                  <a:pt x="3451596" y="5854775"/>
                </a:cubicBezTo>
                <a:cubicBezTo>
                  <a:pt x="3449830" y="5851140"/>
                  <a:pt x="3447453" y="5849271"/>
                  <a:pt x="3444465" y="5849170"/>
                </a:cubicBezTo>
                <a:close/>
                <a:moveTo>
                  <a:pt x="2587215" y="5849170"/>
                </a:moveTo>
                <a:cubicBezTo>
                  <a:pt x="2585132" y="5849170"/>
                  <a:pt x="2583419" y="5849992"/>
                  <a:pt x="2582079" y="5851637"/>
                </a:cubicBezTo>
                <a:cubicBezTo>
                  <a:pt x="2580738" y="5853281"/>
                  <a:pt x="2580067" y="5855607"/>
                  <a:pt x="2580067" y="5858613"/>
                </a:cubicBezTo>
                <a:cubicBezTo>
                  <a:pt x="2580067" y="5862375"/>
                  <a:pt x="2580770" y="5867490"/>
                  <a:pt x="2582177" y="5873958"/>
                </a:cubicBezTo>
                <a:cubicBezTo>
                  <a:pt x="2583583" y="5880425"/>
                  <a:pt x="2585088" y="5885735"/>
                  <a:pt x="2586691" y="5889888"/>
                </a:cubicBezTo>
                <a:cubicBezTo>
                  <a:pt x="2588675" y="5895123"/>
                  <a:pt x="2591434" y="5897740"/>
                  <a:pt x="2594967" y="5897740"/>
                </a:cubicBezTo>
                <a:cubicBezTo>
                  <a:pt x="2599346" y="5897740"/>
                  <a:pt x="2601536" y="5894784"/>
                  <a:pt x="2601536" y="5888873"/>
                </a:cubicBezTo>
                <a:cubicBezTo>
                  <a:pt x="2601536" y="5883699"/>
                  <a:pt x="2600830" y="5877753"/>
                  <a:pt x="2599417" y="5871034"/>
                </a:cubicBezTo>
                <a:cubicBezTo>
                  <a:pt x="2598004" y="5864316"/>
                  <a:pt x="2596313" y="5858896"/>
                  <a:pt x="2594345" y="5854775"/>
                </a:cubicBezTo>
                <a:cubicBezTo>
                  <a:pt x="2592580" y="5851140"/>
                  <a:pt x="2590204" y="5849271"/>
                  <a:pt x="2587215" y="5849170"/>
                </a:cubicBezTo>
                <a:close/>
                <a:moveTo>
                  <a:pt x="634590" y="5849170"/>
                </a:moveTo>
                <a:cubicBezTo>
                  <a:pt x="632507" y="5849170"/>
                  <a:pt x="630794" y="5849992"/>
                  <a:pt x="629454" y="5851637"/>
                </a:cubicBezTo>
                <a:cubicBezTo>
                  <a:pt x="628113" y="5853281"/>
                  <a:pt x="627442" y="5855607"/>
                  <a:pt x="627442" y="5858613"/>
                </a:cubicBezTo>
                <a:cubicBezTo>
                  <a:pt x="627442" y="5862375"/>
                  <a:pt x="628145" y="5867490"/>
                  <a:pt x="629552" y="5873958"/>
                </a:cubicBezTo>
                <a:cubicBezTo>
                  <a:pt x="630958" y="5880425"/>
                  <a:pt x="632463" y="5885735"/>
                  <a:pt x="634065" y="5889888"/>
                </a:cubicBezTo>
                <a:cubicBezTo>
                  <a:pt x="636050" y="5895123"/>
                  <a:pt x="638809" y="5897740"/>
                  <a:pt x="642341" y="5897740"/>
                </a:cubicBezTo>
                <a:cubicBezTo>
                  <a:pt x="646721" y="5897740"/>
                  <a:pt x="648911" y="5894784"/>
                  <a:pt x="648911" y="5888873"/>
                </a:cubicBezTo>
                <a:cubicBezTo>
                  <a:pt x="648911" y="5883699"/>
                  <a:pt x="648205" y="5877753"/>
                  <a:pt x="646792" y="5871034"/>
                </a:cubicBezTo>
                <a:cubicBezTo>
                  <a:pt x="645379" y="5864316"/>
                  <a:pt x="643689" y="5858896"/>
                  <a:pt x="641720" y="5854775"/>
                </a:cubicBezTo>
                <a:cubicBezTo>
                  <a:pt x="639955" y="5851140"/>
                  <a:pt x="637578" y="5849271"/>
                  <a:pt x="634590" y="5849170"/>
                </a:cubicBezTo>
                <a:close/>
                <a:moveTo>
                  <a:pt x="9577381" y="5847637"/>
                </a:moveTo>
                <a:cubicBezTo>
                  <a:pt x="9574111" y="5847637"/>
                  <a:pt x="9571533" y="5848538"/>
                  <a:pt x="9569648" y="5850339"/>
                </a:cubicBezTo>
                <a:cubicBezTo>
                  <a:pt x="9566393" y="5857818"/>
                  <a:pt x="9564765" y="5866194"/>
                  <a:pt x="9564765" y="5875467"/>
                </a:cubicBezTo>
                <a:cubicBezTo>
                  <a:pt x="9564765" y="5883758"/>
                  <a:pt x="9565696" y="5889650"/>
                  <a:pt x="9567558" y="5893143"/>
                </a:cubicBezTo>
                <a:cubicBezTo>
                  <a:pt x="9570403" y="5896336"/>
                  <a:pt x="9573385" y="5897932"/>
                  <a:pt x="9576504" y="5897932"/>
                </a:cubicBezTo>
                <a:cubicBezTo>
                  <a:pt x="9579757" y="5897932"/>
                  <a:pt x="9582224" y="5895783"/>
                  <a:pt x="9583905" y="5891484"/>
                </a:cubicBezTo>
                <a:cubicBezTo>
                  <a:pt x="9585585" y="5887185"/>
                  <a:pt x="9586425" y="5879803"/>
                  <a:pt x="9586425" y="5869338"/>
                </a:cubicBezTo>
                <a:cubicBezTo>
                  <a:pt x="9586425" y="5859934"/>
                  <a:pt x="9585307" y="5853492"/>
                  <a:pt x="9583072" y="5850014"/>
                </a:cubicBezTo>
                <a:cubicBezTo>
                  <a:pt x="9581919" y="5848532"/>
                  <a:pt x="9580022" y="5847740"/>
                  <a:pt x="9577381" y="5847637"/>
                </a:cubicBezTo>
                <a:close/>
                <a:moveTo>
                  <a:pt x="7881931" y="5847637"/>
                </a:moveTo>
                <a:cubicBezTo>
                  <a:pt x="7878661" y="5847637"/>
                  <a:pt x="7876084" y="5848538"/>
                  <a:pt x="7874199" y="5850339"/>
                </a:cubicBezTo>
                <a:cubicBezTo>
                  <a:pt x="7870943" y="5857818"/>
                  <a:pt x="7869315" y="5866194"/>
                  <a:pt x="7869315" y="5875467"/>
                </a:cubicBezTo>
                <a:cubicBezTo>
                  <a:pt x="7869315" y="5883758"/>
                  <a:pt x="7870246" y="5889650"/>
                  <a:pt x="7872108" y="5893143"/>
                </a:cubicBezTo>
                <a:cubicBezTo>
                  <a:pt x="7874954" y="5896336"/>
                  <a:pt x="7877936" y="5897932"/>
                  <a:pt x="7881054" y="5897932"/>
                </a:cubicBezTo>
                <a:cubicBezTo>
                  <a:pt x="7884307" y="5897932"/>
                  <a:pt x="7886774" y="5895783"/>
                  <a:pt x="7888454" y="5891484"/>
                </a:cubicBezTo>
                <a:cubicBezTo>
                  <a:pt x="7890134" y="5887185"/>
                  <a:pt x="7890974" y="5879803"/>
                  <a:pt x="7890974" y="5869338"/>
                </a:cubicBezTo>
                <a:cubicBezTo>
                  <a:pt x="7890974" y="5859934"/>
                  <a:pt x="7889858" y="5853492"/>
                  <a:pt x="7887622" y="5850014"/>
                </a:cubicBezTo>
                <a:cubicBezTo>
                  <a:pt x="7886469" y="5848532"/>
                  <a:pt x="7884573" y="5847740"/>
                  <a:pt x="7881931" y="5847637"/>
                </a:cubicBezTo>
                <a:close/>
                <a:moveTo>
                  <a:pt x="3681407" y="5847637"/>
                </a:moveTo>
                <a:cubicBezTo>
                  <a:pt x="3678137" y="5847637"/>
                  <a:pt x="3675559" y="5848538"/>
                  <a:pt x="3673674" y="5850339"/>
                </a:cubicBezTo>
                <a:cubicBezTo>
                  <a:pt x="3670419" y="5857818"/>
                  <a:pt x="3668791" y="5866194"/>
                  <a:pt x="3668791" y="5875467"/>
                </a:cubicBezTo>
                <a:cubicBezTo>
                  <a:pt x="3668791" y="5883758"/>
                  <a:pt x="3669722" y="5889650"/>
                  <a:pt x="3671584" y="5893143"/>
                </a:cubicBezTo>
                <a:cubicBezTo>
                  <a:pt x="3674429" y="5896336"/>
                  <a:pt x="3677411" y="5897932"/>
                  <a:pt x="3680530" y="5897932"/>
                </a:cubicBezTo>
                <a:cubicBezTo>
                  <a:pt x="3683783" y="5897932"/>
                  <a:pt x="3686250" y="5895783"/>
                  <a:pt x="3687930" y="5891484"/>
                </a:cubicBezTo>
                <a:cubicBezTo>
                  <a:pt x="3689610" y="5887185"/>
                  <a:pt x="3690450" y="5879803"/>
                  <a:pt x="3690450" y="5869338"/>
                </a:cubicBezTo>
                <a:cubicBezTo>
                  <a:pt x="3690450" y="5859934"/>
                  <a:pt x="3689333" y="5853492"/>
                  <a:pt x="3687098" y="5850014"/>
                </a:cubicBezTo>
                <a:cubicBezTo>
                  <a:pt x="3685945" y="5848532"/>
                  <a:pt x="3684048" y="5847740"/>
                  <a:pt x="3681407" y="5847637"/>
                </a:cubicBezTo>
                <a:close/>
                <a:moveTo>
                  <a:pt x="2424107" y="5847637"/>
                </a:moveTo>
                <a:cubicBezTo>
                  <a:pt x="2420837" y="5847637"/>
                  <a:pt x="2418259" y="5848538"/>
                  <a:pt x="2416375" y="5850339"/>
                </a:cubicBezTo>
                <a:cubicBezTo>
                  <a:pt x="2413119" y="5857818"/>
                  <a:pt x="2411491" y="5866194"/>
                  <a:pt x="2411491" y="5875467"/>
                </a:cubicBezTo>
                <a:cubicBezTo>
                  <a:pt x="2411491" y="5883758"/>
                  <a:pt x="2412422" y="5889650"/>
                  <a:pt x="2414284" y="5893143"/>
                </a:cubicBezTo>
                <a:cubicBezTo>
                  <a:pt x="2417129" y="5896336"/>
                  <a:pt x="2420111" y="5897932"/>
                  <a:pt x="2423229" y="5897932"/>
                </a:cubicBezTo>
                <a:cubicBezTo>
                  <a:pt x="2426483" y="5897932"/>
                  <a:pt x="2428950" y="5895783"/>
                  <a:pt x="2430630" y="5891484"/>
                </a:cubicBezTo>
                <a:cubicBezTo>
                  <a:pt x="2432311" y="5887185"/>
                  <a:pt x="2433150" y="5879803"/>
                  <a:pt x="2433150" y="5869338"/>
                </a:cubicBezTo>
                <a:cubicBezTo>
                  <a:pt x="2433150" y="5859934"/>
                  <a:pt x="2432033" y="5853492"/>
                  <a:pt x="2429798" y="5850014"/>
                </a:cubicBezTo>
                <a:cubicBezTo>
                  <a:pt x="2428645" y="5848532"/>
                  <a:pt x="2426748" y="5847740"/>
                  <a:pt x="2424107" y="5847637"/>
                </a:cubicBezTo>
                <a:close/>
                <a:moveTo>
                  <a:pt x="10463904" y="5844382"/>
                </a:moveTo>
                <a:cubicBezTo>
                  <a:pt x="10461035" y="5844382"/>
                  <a:pt x="10458770" y="5845522"/>
                  <a:pt x="10457112" y="5847802"/>
                </a:cubicBezTo>
                <a:cubicBezTo>
                  <a:pt x="10455475" y="5850041"/>
                  <a:pt x="10454656" y="5852303"/>
                  <a:pt x="10454656" y="5854590"/>
                </a:cubicBezTo>
                <a:cubicBezTo>
                  <a:pt x="10454656" y="5855933"/>
                  <a:pt x="10454899" y="5856805"/>
                  <a:pt x="10455383" y="5857207"/>
                </a:cubicBezTo>
                <a:cubicBezTo>
                  <a:pt x="10455868" y="5857608"/>
                  <a:pt x="10457016" y="5857809"/>
                  <a:pt x="10458830" y="5857809"/>
                </a:cubicBezTo>
                <a:lnTo>
                  <a:pt x="10468501" y="5857809"/>
                </a:lnTo>
                <a:cubicBezTo>
                  <a:pt x="10471284" y="5857809"/>
                  <a:pt x="10472676" y="5856576"/>
                  <a:pt x="10472676" y="5854111"/>
                </a:cubicBezTo>
                <a:cubicBezTo>
                  <a:pt x="10472676" y="5851202"/>
                  <a:pt x="10471861" y="5848854"/>
                  <a:pt x="10470231" y="5847065"/>
                </a:cubicBezTo>
                <a:cubicBezTo>
                  <a:pt x="10468599" y="5845277"/>
                  <a:pt x="10466491" y="5844382"/>
                  <a:pt x="10463904" y="5844382"/>
                </a:cubicBezTo>
                <a:close/>
                <a:moveTo>
                  <a:pt x="9863829" y="5844382"/>
                </a:moveTo>
                <a:cubicBezTo>
                  <a:pt x="9860959" y="5844382"/>
                  <a:pt x="9858695" y="5845522"/>
                  <a:pt x="9857037" y="5847802"/>
                </a:cubicBezTo>
                <a:cubicBezTo>
                  <a:pt x="9855400" y="5850041"/>
                  <a:pt x="9854581" y="5852303"/>
                  <a:pt x="9854581" y="5854590"/>
                </a:cubicBezTo>
                <a:cubicBezTo>
                  <a:pt x="9854581" y="5855933"/>
                  <a:pt x="9854824" y="5856805"/>
                  <a:pt x="9855308" y="5857207"/>
                </a:cubicBezTo>
                <a:cubicBezTo>
                  <a:pt x="9855793" y="5857608"/>
                  <a:pt x="9856942" y="5857809"/>
                  <a:pt x="9858755" y="5857809"/>
                </a:cubicBezTo>
                <a:lnTo>
                  <a:pt x="9868426" y="5857809"/>
                </a:lnTo>
                <a:cubicBezTo>
                  <a:pt x="9871209" y="5857809"/>
                  <a:pt x="9872601" y="5856576"/>
                  <a:pt x="9872601" y="5854111"/>
                </a:cubicBezTo>
                <a:cubicBezTo>
                  <a:pt x="9872601" y="5851202"/>
                  <a:pt x="9871786" y="5848854"/>
                  <a:pt x="9870156" y="5847065"/>
                </a:cubicBezTo>
                <a:cubicBezTo>
                  <a:pt x="9868525" y="5845277"/>
                  <a:pt x="9866416" y="5844382"/>
                  <a:pt x="9863829" y="5844382"/>
                </a:cubicBezTo>
                <a:close/>
                <a:moveTo>
                  <a:pt x="9101829" y="5844382"/>
                </a:moveTo>
                <a:cubicBezTo>
                  <a:pt x="9098959" y="5844382"/>
                  <a:pt x="9096695" y="5845522"/>
                  <a:pt x="9095036" y="5847802"/>
                </a:cubicBezTo>
                <a:cubicBezTo>
                  <a:pt x="9093400" y="5850041"/>
                  <a:pt x="9092581" y="5852303"/>
                  <a:pt x="9092581" y="5854590"/>
                </a:cubicBezTo>
                <a:cubicBezTo>
                  <a:pt x="9092581" y="5855933"/>
                  <a:pt x="9092824" y="5856805"/>
                  <a:pt x="9093308" y="5857207"/>
                </a:cubicBezTo>
                <a:cubicBezTo>
                  <a:pt x="9093793" y="5857608"/>
                  <a:pt x="9094942" y="5857809"/>
                  <a:pt x="9096755" y="5857809"/>
                </a:cubicBezTo>
                <a:lnTo>
                  <a:pt x="9106426" y="5857809"/>
                </a:lnTo>
                <a:cubicBezTo>
                  <a:pt x="9109209" y="5857809"/>
                  <a:pt x="9110601" y="5856576"/>
                  <a:pt x="9110601" y="5854111"/>
                </a:cubicBezTo>
                <a:cubicBezTo>
                  <a:pt x="9110601" y="5851202"/>
                  <a:pt x="9109786" y="5848854"/>
                  <a:pt x="9108155" y="5847065"/>
                </a:cubicBezTo>
                <a:cubicBezTo>
                  <a:pt x="9106526" y="5845277"/>
                  <a:pt x="9104416" y="5844382"/>
                  <a:pt x="9101829" y="5844382"/>
                </a:cubicBezTo>
                <a:close/>
                <a:moveTo>
                  <a:pt x="8511279" y="5844382"/>
                </a:moveTo>
                <a:cubicBezTo>
                  <a:pt x="8508409" y="5844382"/>
                  <a:pt x="8506146" y="5845522"/>
                  <a:pt x="8504486" y="5847802"/>
                </a:cubicBezTo>
                <a:cubicBezTo>
                  <a:pt x="8502850" y="5850041"/>
                  <a:pt x="8502031" y="5852303"/>
                  <a:pt x="8502031" y="5854590"/>
                </a:cubicBezTo>
                <a:cubicBezTo>
                  <a:pt x="8502031" y="5855933"/>
                  <a:pt x="8502274" y="5856805"/>
                  <a:pt x="8502758" y="5857207"/>
                </a:cubicBezTo>
                <a:cubicBezTo>
                  <a:pt x="8503243" y="5857608"/>
                  <a:pt x="8504392" y="5857809"/>
                  <a:pt x="8506204" y="5857809"/>
                </a:cubicBezTo>
                <a:lnTo>
                  <a:pt x="8515876" y="5857809"/>
                </a:lnTo>
                <a:cubicBezTo>
                  <a:pt x="8518659" y="5857809"/>
                  <a:pt x="8520051" y="5856576"/>
                  <a:pt x="8520051" y="5854111"/>
                </a:cubicBezTo>
                <a:cubicBezTo>
                  <a:pt x="8520051" y="5851202"/>
                  <a:pt x="8519236" y="5848854"/>
                  <a:pt x="8517605" y="5847065"/>
                </a:cubicBezTo>
                <a:cubicBezTo>
                  <a:pt x="8515976" y="5845277"/>
                  <a:pt x="8513866" y="5844382"/>
                  <a:pt x="8511279" y="5844382"/>
                </a:cubicBezTo>
                <a:close/>
                <a:moveTo>
                  <a:pt x="8320779" y="5844382"/>
                </a:moveTo>
                <a:cubicBezTo>
                  <a:pt x="8317909" y="5844382"/>
                  <a:pt x="8315646" y="5845522"/>
                  <a:pt x="8313986" y="5847802"/>
                </a:cubicBezTo>
                <a:cubicBezTo>
                  <a:pt x="8312350" y="5850041"/>
                  <a:pt x="8311531" y="5852303"/>
                  <a:pt x="8311531" y="5854590"/>
                </a:cubicBezTo>
                <a:cubicBezTo>
                  <a:pt x="8311531" y="5855933"/>
                  <a:pt x="8311774" y="5856805"/>
                  <a:pt x="8312258" y="5857207"/>
                </a:cubicBezTo>
                <a:cubicBezTo>
                  <a:pt x="8312743" y="5857608"/>
                  <a:pt x="8313892" y="5857809"/>
                  <a:pt x="8315705" y="5857809"/>
                </a:cubicBezTo>
                <a:lnTo>
                  <a:pt x="8325376" y="5857809"/>
                </a:lnTo>
                <a:cubicBezTo>
                  <a:pt x="8328159" y="5857809"/>
                  <a:pt x="8329551" y="5856576"/>
                  <a:pt x="8329551" y="5854111"/>
                </a:cubicBezTo>
                <a:cubicBezTo>
                  <a:pt x="8329551" y="5851202"/>
                  <a:pt x="8328736" y="5848854"/>
                  <a:pt x="8327105" y="5847065"/>
                </a:cubicBezTo>
                <a:cubicBezTo>
                  <a:pt x="8325476" y="5845277"/>
                  <a:pt x="8323367" y="5844382"/>
                  <a:pt x="8320779" y="5844382"/>
                </a:cubicBezTo>
                <a:close/>
                <a:moveTo>
                  <a:pt x="7625455" y="5844382"/>
                </a:moveTo>
                <a:cubicBezTo>
                  <a:pt x="7622585" y="5844382"/>
                  <a:pt x="7620320" y="5845522"/>
                  <a:pt x="7618662" y="5847802"/>
                </a:cubicBezTo>
                <a:cubicBezTo>
                  <a:pt x="7617025" y="5850041"/>
                  <a:pt x="7616206" y="5852303"/>
                  <a:pt x="7616206" y="5854590"/>
                </a:cubicBezTo>
                <a:cubicBezTo>
                  <a:pt x="7616206" y="5855933"/>
                  <a:pt x="7616449" y="5856805"/>
                  <a:pt x="7616934" y="5857207"/>
                </a:cubicBezTo>
                <a:cubicBezTo>
                  <a:pt x="7617418" y="5857608"/>
                  <a:pt x="7618567" y="5857809"/>
                  <a:pt x="7620380" y="5857809"/>
                </a:cubicBezTo>
                <a:lnTo>
                  <a:pt x="7630051" y="5857809"/>
                </a:lnTo>
                <a:cubicBezTo>
                  <a:pt x="7632834" y="5857809"/>
                  <a:pt x="7634226" y="5856576"/>
                  <a:pt x="7634226" y="5854111"/>
                </a:cubicBezTo>
                <a:cubicBezTo>
                  <a:pt x="7634226" y="5851202"/>
                  <a:pt x="7633412" y="5848854"/>
                  <a:pt x="7631781" y="5847065"/>
                </a:cubicBezTo>
                <a:cubicBezTo>
                  <a:pt x="7630150" y="5845277"/>
                  <a:pt x="7628042" y="5844382"/>
                  <a:pt x="7625455" y="5844382"/>
                </a:cubicBezTo>
                <a:close/>
                <a:moveTo>
                  <a:pt x="6758680" y="5844382"/>
                </a:moveTo>
                <a:cubicBezTo>
                  <a:pt x="6755809" y="5844382"/>
                  <a:pt x="6753545" y="5845522"/>
                  <a:pt x="6751887" y="5847802"/>
                </a:cubicBezTo>
                <a:cubicBezTo>
                  <a:pt x="6750250" y="5850041"/>
                  <a:pt x="6749431" y="5852303"/>
                  <a:pt x="6749431" y="5854590"/>
                </a:cubicBezTo>
                <a:cubicBezTo>
                  <a:pt x="6749431" y="5855933"/>
                  <a:pt x="6749674" y="5856805"/>
                  <a:pt x="6750159" y="5857207"/>
                </a:cubicBezTo>
                <a:cubicBezTo>
                  <a:pt x="6750643" y="5857608"/>
                  <a:pt x="6751792" y="5857809"/>
                  <a:pt x="6753605" y="5857809"/>
                </a:cubicBezTo>
                <a:lnTo>
                  <a:pt x="6763276" y="5857809"/>
                </a:lnTo>
                <a:cubicBezTo>
                  <a:pt x="6766059" y="5857809"/>
                  <a:pt x="6767451" y="5856576"/>
                  <a:pt x="6767451" y="5854111"/>
                </a:cubicBezTo>
                <a:cubicBezTo>
                  <a:pt x="6767451" y="5851202"/>
                  <a:pt x="6766636" y="5848854"/>
                  <a:pt x="6765006" y="5847065"/>
                </a:cubicBezTo>
                <a:cubicBezTo>
                  <a:pt x="6763375" y="5845277"/>
                  <a:pt x="6761267" y="5844382"/>
                  <a:pt x="6758680" y="5844382"/>
                </a:cubicBezTo>
                <a:close/>
                <a:moveTo>
                  <a:pt x="6072880" y="5844382"/>
                </a:moveTo>
                <a:cubicBezTo>
                  <a:pt x="6070009" y="5844382"/>
                  <a:pt x="6067745" y="5845522"/>
                  <a:pt x="6066087" y="5847802"/>
                </a:cubicBezTo>
                <a:cubicBezTo>
                  <a:pt x="6064450" y="5850041"/>
                  <a:pt x="6063631" y="5852303"/>
                  <a:pt x="6063631" y="5854590"/>
                </a:cubicBezTo>
                <a:cubicBezTo>
                  <a:pt x="6063631" y="5855933"/>
                  <a:pt x="6063874" y="5856805"/>
                  <a:pt x="6064359" y="5857207"/>
                </a:cubicBezTo>
                <a:cubicBezTo>
                  <a:pt x="6064843" y="5857608"/>
                  <a:pt x="6065992" y="5857809"/>
                  <a:pt x="6067805" y="5857809"/>
                </a:cubicBezTo>
                <a:lnTo>
                  <a:pt x="6077476" y="5857809"/>
                </a:lnTo>
                <a:cubicBezTo>
                  <a:pt x="6080259" y="5857809"/>
                  <a:pt x="6081651" y="5856576"/>
                  <a:pt x="6081651" y="5854111"/>
                </a:cubicBezTo>
                <a:cubicBezTo>
                  <a:pt x="6081651" y="5851202"/>
                  <a:pt x="6080836" y="5848854"/>
                  <a:pt x="6079205" y="5847065"/>
                </a:cubicBezTo>
                <a:cubicBezTo>
                  <a:pt x="6077576" y="5845277"/>
                  <a:pt x="6075467" y="5844382"/>
                  <a:pt x="6072880" y="5844382"/>
                </a:cubicBezTo>
                <a:close/>
                <a:moveTo>
                  <a:pt x="4815580" y="5844382"/>
                </a:moveTo>
                <a:cubicBezTo>
                  <a:pt x="4812710" y="5844382"/>
                  <a:pt x="4810446" y="5845522"/>
                  <a:pt x="4808787" y="5847802"/>
                </a:cubicBezTo>
                <a:cubicBezTo>
                  <a:pt x="4807151" y="5850041"/>
                  <a:pt x="4806332" y="5852303"/>
                  <a:pt x="4806332" y="5854590"/>
                </a:cubicBezTo>
                <a:cubicBezTo>
                  <a:pt x="4806332" y="5855933"/>
                  <a:pt x="4806574" y="5856805"/>
                  <a:pt x="4807059" y="5857207"/>
                </a:cubicBezTo>
                <a:cubicBezTo>
                  <a:pt x="4807544" y="5857608"/>
                  <a:pt x="4808693" y="5857809"/>
                  <a:pt x="4810506" y="5857809"/>
                </a:cubicBezTo>
                <a:lnTo>
                  <a:pt x="4820176" y="5857809"/>
                </a:lnTo>
                <a:cubicBezTo>
                  <a:pt x="4822960" y="5857809"/>
                  <a:pt x="4824352" y="5856576"/>
                  <a:pt x="4824352" y="5854111"/>
                </a:cubicBezTo>
                <a:cubicBezTo>
                  <a:pt x="4824352" y="5851202"/>
                  <a:pt x="4823537" y="5848854"/>
                  <a:pt x="4821907" y="5847065"/>
                </a:cubicBezTo>
                <a:cubicBezTo>
                  <a:pt x="4820276" y="5845277"/>
                  <a:pt x="4818167" y="5844382"/>
                  <a:pt x="4815580" y="5844382"/>
                </a:cubicBezTo>
                <a:close/>
                <a:moveTo>
                  <a:pt x="2862955" y="5844382"/>
                </a:moveTo>
                <a:cubicBezTo>
                  <a:pt x="2860085" y="5844382"/>
                  <a:pt x="2857821" y="5845522"/>
                  <a:pt x="2856163" y="5847802"/>
                </a:cubicBezTo>
                <a:cubicBezTo>
                  <a:pt x="2854526" y="5850041"/>
                  <a:pt x="2853707" y="5852303"/>
                  <a:pt x="2853707" y="5854590"/>
                </a:cubicBezTo>
                <a:cubicBezTo>
                  <a:pt x="2853707" y="5855933"/>
                  <a:pt x="2853949" y="5856805"/>
                  <a:pt x="2854434" y="5857207"/>
                </a:cubicBezTo>
                <a:cubicBezTo>
                  <a:pt x="2854919" y="5857608"/>
                  <a:pt x="2856068" y="5857809"/>
                  <a:pt x="2857881" y="5857809"/>
                </a:cubicBezTo>
                <a:lnTo>
                  <a:pt x="2867552" y="5857809"/>
                </a:lnTo>
                <a:cubicBezTo>
                  <a:pt x="2870335" y="5857809"/>
                  <a:pt x="2871727" y="5856576"/>
                  <a:pt x="2871727" y="5854111"/>
                </a:cubicBezTo>
                <a:cubicBezTo>
                  <a:pt x="2871727" y="5851202"/>
                  <a:pt x="2870912" y="5848854"/>
                  <a:pt x="2869282" y="5847065"/>
                </a:cubicBezTo>
                <a:cubicBezTo>
                  <a:pt x="2867651" y="5845277"/>
                  <a:pt x="2865542" y="5844382"/>
                  <a:pt x="2862955" y="5844382"/>
                </a:cubicBezTo>
                <a:close/>
                <a:moveTo>
                  <a:pt x="2310505" y="5844382"/>
                </a:moveTo>
                <a:cubicBezTo>
                  <a:pt x="2307635" y="5844382"/>
                  <a:pt x="2305371" y="5845522"/>
                  <a:pt x="2303712" y="5847802"/>
                </a:cubicBezTo>
                <a:cubicBezTo>
                  <a:pt x="2302076" y="5850041"/>
                  <a:pt x="2301257" y="5852303"/>
                  <a:pt x="2301257" y="5854590"/>
                </a:cubicBezTo>
                <a:cubicBezTo>
                  <a:pt x="2301257" y="5855933"/>
                  <a:pt x="2301500" y="5856805"/>
                  <a:pt x="2301985" y="5857207"/>
                </a:cubicBezTo>
                <a:cubicBezTo>
                  <a:pt x="2302469" y="5857608"/>
                  <a:pt x="2303618" y="5857809"/>
                  <a:pt x="2305431" y="5857809"/>
                </a:cubicBezTo>
                <a:lnTo>
                  <a:pt x="2315102" y="5857809"/>
                </a:lnTo>
                <a:cubicBezTo>
                  <a:pt x="2317886" y="5857809"/>
                  <a:pt x="2319277" y="5856576"/>
                  <a:pt x="2319277" y="5854111"/>
                </a:cubicBezTo>
                <a:cubicBezTo>
                  <a:pt x="2319277" y="5851202"/>
                  <a:pt x="2318462" y="5848854"/>
                  <a:pt x="2316832" y="5847065"/>
                </a:cubicBezTo>
                <a:cubicBezTo>
                  <a:pt x="2315201" y="5845277"/>
                  <a:pt x="2313093" y="5844382"/>
                  <a:pt x="2310505" y="5844382"/>
                </a:cubicBezTo>
                <a:close/>
                <a:moveTo>
                  <a:pt x="1748530" y="5844382"/>
                </a:moveTo>
                <a:cubicBezTo>
                  <a:pt x="1745660" y="5844382"/>
                  <a:pt x="1743396" y="5845522"/>
                  <a:pt x="1741738" y="5847802"/>
                </a:cubicBezTo>
                <a:cubicBezTo>
                  <a:pt x="1740100" y="5850041"/>
                  <a:pt x="1739282" y="5852303"/>
                  <a:pt x="1739282" y="5854590"/>
                </a:cubicBezTo>
                <a:cubicBezTo>
                  <a:pt x="1739282" y="5855933"/>
                  <a:pt x="1739525" y="5856805"/>
                  <a:pt x="1740009" y="5857207"/>
                </a:cubicBezTo>
                <a:cubicBezTo>
                  <a:pt x="1740494" y="5857608"/>
                  <a:pt x="1741643" y="5857809"/>
                  <a:pt x="1743456" y="5857809"/>
                </a:cubicBezTo>
                <a:lnTo>
                  <a:pt x="1753127" y="5857809"/>
                </a:lnTo>
                <a:cubicBezTo>
                  <a:pt x="1755910" y="5857809"/>
                  <a:pt x="1757302" y="5856576"/>
                  <a:pt x="1757302" y="5854111"/>
                </a:cubicBezTo>
                <a:cubicBezTo>
                  <a:pt x="1757302" y="5851202"/>
                  <a:pt x="1756487" y="5848854"/>
                  <a:pt x="1754856" y="5847065"/>
                </a:cubicBezTo>
                <a:cubicBezTo>
                  <a:pt x="1753226" y="5845277"/>
                  <a:pt x="1751117" y="5844382"/>
                  <a:pt x="1748530" y="5844382"/>
                </a:cubicBezTo>
                <a:close/>
                <a:moveTo>
                  <a:pt x="1015105" y="5844382"/>
                </a:moveTo>
                <a:cubicBezTo>
                  <a:pt x="1012235" y="5844382"/>
                  <a:pt x="1009971" y="5845522"/>
                  <a:pt x="1008312" y="5847802"/>
                </a:cubicBezTo>
                <a:cubicBezTo>
                  <a:pt x="1006676" y="5850041"/>
                  <a:pt x="1005857" y="5852303"/>
                  <a:pt x="1005857" y="5854590"/>
                </a:cubicBezTo>
                <a:cubicBezTo>
                  <a:pt x="1005857" y="5855933"/>
                  <a:pt x="1006099" y="5856805"/>
                  <a:pt x="1006584" y="5857207"/>
                </a:cubicBezTo>
                <a:cubicBezTo>
                  <a:pt x="1007069" y="5857608"/>
                  <a:pt x="1008218" y="5857809"/>
                  <a:pt x="1010031" y="5857809"/>
                </a:cubicBezTo>
                <a:lnTo>
                  <a:pt x="1019701" y="5857809"/>
                </a:lnTo>
                <a:cubicBezTo>
                  <a:pt x="1022485" y="5857809"/>
                  <a:pt x="1023877" y="5856576"/>
                  <a:pt x="1023877" y="5854111"/>
                </a:cubicBezTo>
                <a:cubicBezTo>
                  <a:pt x="1023877" y="5851202"/>
                  <a:pt x="1023062" y="5848854"/>
                  <a:pt x="1021431" y="5847065"/>
                </a:cubicBezTo>
                <a:cubicBezTo>
                  <a:pt x="1019801" y="5845277"/>
                  <a:pt x="1017692" y="5844382"/>
                  <a:pt x="1015105" y="5844382"/>
                </a:cubicBezTo>
                <a:close/>
                <a:moveTo>
                  <a:pt x="9738671" y="5841797"/>
                </a:moveTo>
                <a:cubicBezTo>
                  <a:pt x="9736209" y="5841797"/>
                  <a:pt x="9734180" y="5842793"/>
                  <a:pt x="9732580" y="5844785"/>
                </a:cubicBezTo>
                <a:cubicBezTo>
                  <a:pt x="9730981" y="5846777"/>
                  <a:pt x="9730181" y="5849567"/>
                  <a:pt x="9730181" y="5853154"/>
                </a:cubicBezTo>
                <a:cubicBezTo>
                  <a:pt x="9730181" y="5859773"/>
                  <a:pt x="9731104" y="5864901"/>
                  <a:pt x="9732950" y="5868537"/>
                </a:cubicBezTo>
                <a:cubicBezTo>
                  <a:pt x="9734796" y="5872173"/>
                  <a:pt x="9737020" y="5873991"/>
                  <a:pt x="9739622" y="5873991"/>
                </a:cubicBezTo>
                <a:cubicBezTo>
                  <a:pt x="9742372" y="5873991"/>
                  <a:pt x="9744570" y="5872917"/>
                  <a:pt x="9746215" y="5870769"/>
                </a:cubicBezTo>
                <a:cubicBezTo>
                  <a:pt x="9747859" y="5868621"/>
                  <a:pt x="9748682" y="5865590"/>
                  <a:pt x="9748682" y="5861677"/>
                </a:cubicBezTo>
                <a:cubicBezTo>
                  <a:pt x="9748682" y="5855216"/>
                  <a:pt x="9747768" y="5850313"/>
                  <a:pt x="9745942" y="5846968"/>
                </a:cubicBezTo>
                <a:cubicBezTo>
                  <a:pt x="9744115" y="5843622"/>
                  <a:pt x="9741691" y="5841899"/>
                  <a:pt x="9738671" y="5841797"/>
                </a:cubicBezTo>
                <a:close/>
                <a:moveTo>
                  <a:pt x="8624246" y="5841797"/>
                </a:moveTo>
                <a:cubicBezTo>
                  <a:pt x="8621785" y="5841797"/>
                  <a:pt x="8619754" y="5842793"/>
                  <a:pt x="8618155" y="5844785"/>
                </a:cubicBezTo>
                <a:cubicBezTo>
                  <a:pt x="8616556" y="5846777"/>
                  <a:pt x="8615756" y="5849567"/>
                  <a:pt x="8615756" y="5853154"/>
                </a:cubicBezTo>
                <a:cubicBezTo>
                  <a:pt x="8615756" y="5859773"/>
                  <a:pt x="8616680" y="5864901"/>
                  <a:pt x="8618525" y="5868537"/>
                </a:cubicBezTo>
                <a:cubicBezTo>
                  <a:pt x="8620371" y="5872173"/>
                  <a:pt x="8622595" y="5873991"/>
                  <a:pt x="8625196" y="5873991"/>
                </a:cubicBezTo>
                <a:cubicBezTo>
                  <a:pt x="8627946" y="5873991"/>
                  <a:pt x="8630146" y="5872917"/>
                  <a:pt x="8631790" y="5870769"/>
                </a:cubicBezTo>
                <a:cubicBezTo>
                  <a:pt x="8633434" y="5868621"/>
                  <a:pt x="8634256" y="5865590"/>
                  <a:pt x="8634256" y="5861677"/>
                </a:cubicBezTo>
                <a:cubicBezTo>
                  <a:pt x="8634256" y="5855216"/>
                  <a:pt x="8633343" y="5850313"/>
                  <a:pt x="8631516" y="5846968"/>
                </a:cubicBezTo>
                <a:cubicBezTo>
                  <a:pt x="8629690" y="5843622"/>
                  <a:pt x="8627266" y="5841899"/>
                  <a:pt x="8624246" y="5841797"/>
                </a:cubicBezTo>
                <a:close/>
                <a:moveTo>
                  <a:pt x="10851884" y="5823909"/>
                </a:moveTo>
                <a:cubicBezTo>
                  <a:pt x="10855522" y="5823909"/>
                  <a:pt x="10857342" y="5827145"/>
                  <a:pt x="10857342" y="5833619"/>
                </a:cubicBezTo>
                <a:cubicBezTo>
                  <a:pt x="10857342" y="5833683"/>
                  <a:pt x="10857342" y="5834106"/>
                  <a:pt x="10857342" y="5834889"/>
                </a:cubicBezTo>
                <a:cubicBezTo>
                  <a:pt x="10857278" y="5835904"/>
                  <a:pt x="10857247" y="5836853"/>
                  <a:pt x="10857247" y="5837736"/>
                </a:cubicBezTo>
                <a:cubicBezTo>
                  <a:pt x="10857247" y="5839882"/>
                  <a:pt x="10857584" y="5840955"/>
                  <a:pt x="10858259" y="5840955"/>
                </a:cubicBezTo>
                <a:cubicBezTo>
                  <a:pt x="10858720" y="5840955"/>
                  <a:pt x="10859874" y="5839850"/>
                  <a:pt x="10861724" y="5837642"/>
                </a:cubicBezTo>
                <a:cubicBezTo>
                  <a:pt x="10865429" y="5833388"/>
                  <a:pt x="10870034" y="5830036"/>
                  <a:pt x="10875541" y="5827585"/>
                </a:cubicBezTo>
                <a:cubicBezTo>
                  <a:pt x="10881046" y="5825134"/>
                  <a:pt x="10886682" y="5823909"/>
                  <a:pt x="10892447" y="5823909"/>
                </a:cubicBezTo>
                <a:cubicBezTo>
                  <a:pt x="10903936" y="5823909"/>
                  <a:pt x="10912026" y="5828360"/>
                  <a:pt x="10916714" y="5837262"/>
                </a:cubicBezTo>
                <a:cubicBezTo>
                  <a:pt x="10917745" y="5839021"/>
                  <a:pt x="10918370" y="5839900"/>
                  <a:pt x="10918589" y="5839900"/>
                </a:cubicBezTo>
                <a:cubicBezTo>
                  <a:pt x="10918773" y="5839900"/>
                  <a:pt x="10919974" y="5838817"/>
                  <a:pt x="10922196" y="5836650"/>
                </a:cubicBezTo>
                <a:cubicBezTo>
                  <a:pt x="10930891" y="5828156"/>
                  <a:pt x="10940765" y="5823909"/>
                  <a:pt x="10951819" y="5823909"/>
                </a:cubicBezTo>
                <a:cubicBezTo>
                  <a:pt x="10960553" y="5823909"/>
                  <a:pt x="10967727" y="5826338"/>
                  <a:pt x="10973337" y="5831196"/>
                </a:cubicBezTo>
                <a:cubicBezTo>
                  <a:pt x="10979319" y="5836344"/>
                  <a:pt x="10982311" y="5843918"/>
                  <a:pt x="10982311" y="5853920"/>
                </a:cubicBezTo>
                <a:cubicBezTo>
                  <a:pt x="10982311" y="5855195"/>
                  <a:pt x="10982234" y="5858714"/>
                  <a:pt x="10982082" y="5864476"/>
                </a:cubicBezTo>
                <a:cubicBezTo>
                  <a:pt x="10981979" y="5865820"/>
                  <a:pt x="10981927" y="5870760"/>
                  <a:pt x="10981927" y="5879297"/>
                </a:cubicBezTo>
                <a:cubicBezTo>
                  <a:pt x="10981927" y="5883977"/>
                  <a:pt x="10981883" y="5887812"/>
                  <a:pt x="10981795" y="5890802"/>
                </a:cubicBezTo>
                <a:cubicBezTo>
                  <a:pt x="10981755" y="5891644"/>
                  <a:pt x="10981736" y="5892533"/>
                  <a:pt x="10981736" y="5893470"/>
                </a:cubicBezTo>
                <a:cubicBezTo>
                  <a:pt x="10981736" y="5897126"/>
                  <a:pt x="10982852" y="5900295"/>
                  <a:pt x="10985085" y="5902974"/>
                </a:cubicBezTo>
                <a:cubicBezTo>
                  <a:pt x="10986731" y="5904963"/>
                  <a:pt x="10987782" y="5906350"/>
                  <a:pt x="10988236" y="5907135"/>
                </a:cubicBezTo>
                <a:cubicBezTo>
                  <a:pt x="10988691" y="5907920"/>
                  <a:pt x="10988919" y="5908983"/>
                  <a:pt x="10988919" y="5910324"/>
                </a:cubicBezTo>
                <a:cubicBezTo>
                  <a:pt x="10988919" y="5919798"/>
                  <a:pt x="10978626" y="5924535"/>
                  <a:pt x="10958043" y="5924535"/>
                </a:cubicBezTo>
                <a:cubicBezTo>
                  <a:pt x="10949271" y="5924535"/>
                  <a:pt x="10942029" y="5923413"/>
                  <a:pt x="10936315" y="5921170"/>
                </a:cubicBezTo>
                <a:cubicBezTo>
                  <a:pt x="10930601" y="5918926"/>
                  <a:pt x="10927745" y="5915694"/>
                  <a:pt x="10927745" y="5911473"/>
                </a:cubicBezTo>
                <a:cubicBezTo>
                  <a:pt x="10927745" y="5909878"/>
                  <a:pt x="10927967" y="5908656"/>
                  <a:pt x="10928412" y="5907807"/>
                </a:cubicBezTo>
                <a:cubicBezTo>
                  <a:pt x="10928856" y="5906958"/>
                  <a:pt x="10930415" y="5904783"/>
                  <a:pt x="10933092" y="5901283"/>
                </a:cubicBezTo>
                <a:cubicBezTo>
                  <a:pt x="10934315" y="5899517"/>
                  <a:pt x="10934927" y="5891454"/>
                  <a:pt x="10934927" y="5877094"/>
                </a:cubicBezTo>
                <a:cubicBezTo>
                  <a:pt x="10934927" y="5868753"/>
                  <a:pt x="10934350" y="5862976"/>
                  <a:pt x="10933199" y="5859762"/>
                </a:cubicBezTo>
                <a:cubicBezTo>
                  <a:pt x="10932092" y="5856595"/>
                  <a:pt x="10929903" y="5855011"/>
                  <a:pt x="10926633" y="5855011"/>
                </a:cubicBezTo>
                <a:cubicBezTo>
                  <a:pt x="10925027" y="5855011"/>
                  <a:pt x="10923583" y="5855526"/>
                  <a:pt x="10922303" y="5856555"/>
                </a:cubicBezTo>
                <a:cubicBezTo>
                  <a:pt x="10921023" y="5857584"/>
                  <a:pt x="10920214" y="5858066"/>
                  <a:pt x="10919874" y="5857999"/>
                </a:cubicBezTo>
                <a:cubicBezTo>
                  <a:pt x="10919299" y="5861758"/>
                  <a:pt x="10918977" y="5868965"/>
                  <a:pt x="10918907" y="5879622"/>
                </a:cubicBezTo>
                <a:cubicBezTo>
                  <a:pt x="10919082" y="5889318"/>
                  <a:pt x="10919392" y="5895234"/>
                  <a:pt x="10919837" y="5897369"/>
                </a:cubicBezTo>
                <a:cubicBezTo>
                  <a:pt x="10920281" y="5899505"/>
                  <a:pt x="10921804" y="5902509"/>
                  <a:pt x="10924405" y="5906382"/>
                </a:cubicBezTo>
                <a:cubicBezTo>
                  <a:pt x="10925280" y="5907691"/>
                  <a:pt x="10925717" y="5909261"/>
                  <a:pt x="10925717" y="5911090"/>
                </a:cubicBezTo>
                <a:cubicBezTo>
                  <a:pt x="10925717" y="5919989"/>
                  <a:pt x="10915105" y="5924438"/>
                  <a:pt x="10893883" y="5924438"/>
                </a:cubicBezTo>
                <a:cubicBezTo>
                  <a:pt x="10881652" y="5924438"/>
                  <a:pt x="10872956" y="5923241"/>
                  <a:pt x="10867797" y="5920846"/>
                </a:cubicBezTo>
                <a:cubicBezTo>
                  <a:pt x="10864478" y="5919611"/>
                  <a:pt x="10862818" y="5916774"/>
                  <a:pt x="10862818" y="5912334"/>
                </a:cubicBezTo>
                <a:cubicBezTo>
                  <a:pt x="10862818" y="5910360"/>
                  <a:pt x="10863107" y="5908930"/>
                  <a:pt x="10863683" y="5908042"/>
                </a:cubicBezTo>
                <a:cubicBezTo>
                  <a:pt x="10864260" y="5907155"/>
                  <a:pt x="10865793" y="5905532"/>
                  <a:pt x="10868283" y="5903174"/>
                </a:cubicBezTo>
                <a:cubicBezTo>
                  <a:pt x="10869467" y="5902045"/>
                  <a:pt x="10870227" y="5900997"/>
                  <a:pt x="10870567" y="5900030"/>
                </a:cubicBezTo>
                <a:cubicBezTo>
                  <a:pt x="10870906" y="5899063"/>
                  <a:pt x="10871177" y="5896916"/>
                  <a:pt x="10871381" y="5893589"/>
                </a:cubicBezTo>
                <a:cubicBezTo>
                  <a:pt x="10871802" y="5886981"/>
                  <a:pt x="10872011" y="5880142"/>
                  <a:pt x="10872011" y="5873072"/>
                </a:cubicBezTo>
                <a:cubicBezTo>
                  <a:pt x="10872011" y="5861862"/>
                  <a:pt x="10869470" y="5856257"/>
                  <a:pt x="10864388" y="5856257"/>
                </a:cubicBezTo>
                <a:cubicBezTo>
                  <a:pt x="10860766" y="5856257"/>
                  <a:pt x="10858583" y="5858492"/>
                  <a:pt x="10857838" y="5862964"/>
                </a:cubicBezTo>
                <a:cubicBezTo>
                  <a:pt x="10857125" y="5867656"/>
                  <a:pt x="10856769" y="5874664"/>
                  <a:pt x="10856769" y="5883988"/>
                </a:cubicBezTo>
                <a:cubicBezTo>
                  <a:pt x="10856769" y="5891010"/>
                  <a:pt x="10856899" y="5895510"/>
                  <a:pt x="10857161" y="5897487"/>
                </a:cubicBezTo>
                <a:cubicBezTo>
                  <a:pt x="10857422" y="5899463"/>
                  <a:pt x="10858216" y="5901798"/>
                  <a:pt x="10859544" y="5904490"/>
                </a:cubicBezTo>
                <a:cubicBezTo>
                  <a:pt x="10861077" y="5907008"/>
                  <a:pt x="10861843" y="5909271"/>
                  <a:pt x="10861843" y="5911281"/>
                </a:cubicBezTo>
                <a:cubicBezTo>
                  <a:pt x="10861843" y="5916410"/>
                  <a:pt x="10858426" y="5919914"/>
                  <a:pt x="10851591" y="5921792"/>
                </a:cubicBezTo>
                <a:cubicBezTo>
                  <a:pt x="10845123" y="5923556"/>
                  <a:pt x="10837994" y="5924438"/>
                  <a:pt x="10830203" y="5924438"/>
                </a:cubicBezTo>
                <a:cubicBezTo>
                  <a:pt x="10820122" y="5924438"/>
                  <a:pt x="10812521" y="5923567"/>
                  <a:pt x="10807397" y="5921823"/>
                </a:cubicBezTo>
                <a:cubicBezTo>
                  <a:pt x="10802273" y="5920079"/>
                  <a:pt x="10799712" y="5917044"/>
                  <a:pt x="10799712" y="5912717"/>
                </a:cubicBezTo>
                <a:cubicBezTo>
                  <a:pt x="10799712" y="5911057"/>
                  <a:pt x="10800106" y="5909646"/>
                  <a:pt x="10800897" y="5908482"/>
                </a:cubicBezTo>
                <a:cubicBezTo>
                  <a:pt x="10801686" y="5907318"/>
                  <a:pt x="10803221" y="5905730"/>
                  <a:pt x="10805503" y="5903717"/>
                </a:cubicBezTo>
                <a:cubicBezTo>
                  <a:pt x="10807948" y="5901489"/>
                  <a:pt x="10809381" y="5898222"/>
                  <a:pt x="10809800" y="5893914"/>
                </a:cubicBezTo>
                <a:cubicBezTo>
                  <a:pt x="10810480" y="5886236"/>
                  <a:pt x="10810820" y="5878203"/>
                  <a:pt x="10810820" y="5869816"/>
                </a:cubicBezTo>
                <a:cubicBezTo>
                  <a:pt x="10810820" y="5863996"/>
                  <a:pt x="10810551" y="5860024"/>
                  <a:pt x="10810012" y="5857898"/>
                </a:cubicBezTo>
                <a:cubicBezTo>
                  <a:pt x="10809474" y="5855772"/>
                  <a:pt x="10808809" y="5854236"/>
                  <a:pt x="10808018" y="5853289"/>
                </a:cubicBezTo>
                <a:cubicBezTo>
                  <a:pt x="10805106" y="5851415"/>
                  <a:pt x="10803296" y="5849979"/>
                  <a:pt x="10802589" y="5848983"/>
                </a:cubicBezTo>
                <a:cubicBezTo>
                  <a:pt x="10801884" y="5847986"/>
                  <a:pt x="10801531" y="5846600"/>
                  <a:pt x="10801531" y="5844823"/>
                </a:cubicBezTo>
                <a:cubicBezTo>
                  <a:pt x="10801531" y="5839655"/>
                  <a:pt x="10805875" y="5835620"/>
                  <a:pt x="10814562" y="5832719"/>
                </a:cubicBezTo>
                <a:cubicBezTo>
                  <a:pt x="10829748" y="5826932"/>
                  <a:pt x="10842189" y="5823995"/>
                  <a:pt x="10851884" y="5823909"/>
                </a:cubicBezTo>
                <a:close/>
                <a:moveTo>
                  <a:pt x="10251291" y="5823909"/>
                </a:moveTo>
                <a:cubicBezTo>
                  <a:pt x="10256169" y="5823909"/>
                  <a:pt x="10258609" y="5826539"/>
                  <a:pt x="10258609" y="5831800"/>
                </a:cubicBezTo>
                <a:lnTo>
                  <a:pt x="10258609" y="5887436"/>
                </a:lnTo>
                <a:cubicBezTo>
                  <a:pt x="10258609" y="5891647"/>
                  <a:pt x="10258946" y="5894617"/>
                  <a:pt x="10259621" y="5896346"/>
                </a:cubicBezTo>
                <a:cubicBezTo>
                  <a:pt x="10260297" y="5898075"/>
                  <a:pt x="10261682" y="5899683"/>
                  <a:pt x="10263776" y="5901170"/>
                </a:cubicBezTo>
                <a:cubicBezTo>
                  <a:pt x="10265921" y="5902693"/>
                  <a:pt x="10267431" y="5904102"/>
                  <a:pt x="10268307" y="5905395"/>
                </a:cubicBezTo>
                <a:cubicBezTo>
                  <a:pt x="10269184" y="5906688"/>
                  <a:pt x="10269621" y="5908267"/>
                  <a:pt x="10269621" y="5910132"/>
                </a:cubicBezTo>
                <a:cubicBezTo>
                  <a:pt x="10269621" y="5919669"/>
                  <a:pt x="10258499" y="5924438"/>
                  <a:pt x="10236257" y="5924438"/>
                </a:cubicBezTo>
                <a:cubicBezTo>
                  <a:pt x="10224824" y="5924438"/>
                  <a:pt x="10215554" y="5923473"/>
                  <a:pt x="10208448" y="5921542"/>
                </a:cubicBezTo>
                <a:cubicBezTo>
                  <a:pt x="10206202" y="5920900"/>
                  <a:pt x="10204252" y="5919617"/>
                  <a:pt x="10202598" y="5917693"/>
                </a:cubicBezTo>
                <a:cubicBezTo>
                  <a:pt x="10200943" y="5915769"/>
                  <a:pt x="10200116" y="5913536"/>
                  <a:pt x="10200116" y="5910994"/>
                </a:cubicBezTo>
                <a:cubicBezTo>
                  <a:pt x="10200116" y="5908850"/>
                  <a:pt x="10200558" y="5907175"/>
                  <a:pt x="10201442" y="5905969"/>
                </a:cubicBezTo>
                <a:cubicBezTo>
                  <a:pt x="10202327" y="5904763"/>
                  <a:pt x="10204023" y="5903694"/>
                  <a:pt x="10206532" y="5902761"/>
                </a:cubicBezTo>
                <a:cubicBezTo>
                  <a:pt x="10208644" y="5900275"/>
                  <a:pt x="10210083" y="5897507"/>
                  <a:pt x="10210846" y="5894455"/>
                </a:cubicBezTo>
                <a:cubicBezTo>
                  <a:pt x="10211609" y="5891403"/>
                  <a:pt x="10211991" y="5886702"/>
                  <a:pt x="10211991" y="5880350"/>
                </a:cubicBezTo>
                <a:cubicBezTo>
                  <a:pt x="10211991" y="5878325"/>
                  <a:pt x="10211849" y="5874464"/>
                  <a:pt x="10211566" y="5868767"/>
                </a:cubicBezTo>
                <a:cubicBezTo>
                  <a:pt x="10211283" y="5863071"/>
                  <a:pt x="10211090" y="5859836"/>
                  <a:pt x="10210986" y="5859063"/>
                </a:cubicBezTo>
                <a:cubicBezTo>
                  <a:pt x="10210674" y="5856923"/>
                  <a:pt x="10209257" y="5855298"/>
                  <a:pt x="10206735" y="5854189"/>
                </a:cubicBezTo>
                <a:cubicBezTo>
                  <a:pt x="10202003" y="5852129"/>
                  <a:pt x="10199637" y="5848975"/>
                  <a:pt x="10199637" y="5844727"/>
                </a:cubicBezTo>
                <a:cubicBezTo>
                  <a:pt x="10199637" y="5839825"/>
                  <a:pt x="10202639" y="5836224"/>
                  <a:pt x="10208646" y="5833924"/>
                </a:cubicBezTo>
                <a:cubicBezTo>
                  <a:pt x="10215951" y="5831120"/>
                  <a:pt x="10223735" y="5828750"/>
                  <a:pt x="10231998" y="5826813"/>
                </a:cubicBezTo>
                <a:cubicBezTo>
                  <a:pt x="10240261" y="5824877"/>
                  <a:pt x="10246691" y="5823909"/>
                  <a:pt x="10251291" y="5823909"/>
                </a:cubicBezTo>
                <a:close/>
                <a:moveTo>
                  <a:pt x="10107266" y="5823909"/>
                </a:moveTo>
                <a:cubicBezTo>
                  <a:pt x="10112401" y="5823909"/>
                  <a:pt x="10114968" y="5826156"/>
                  <a:pt x="10114968" y="5830651"/>
                </a:cubicBezTo>
                <a:lnTo>
                  <a:pt x="10114968" y="5882552"/>
                </a:lnTo>
                <a:cubicBezTo>
                  <a:pt x="10114968" y="5892359"/>
                  <a:pt x="10117955" y="5897262"/>
                  <a:pt x="10123929" y="5897262"/>
                </a:cubicBezTo>
                <a:cubicBezTo>
                  <a:pt x="10125420" y="5897262"/>
                  <a:pt x="10126892" y="5896833"/>
                  <a:pt x="10128348" y="5895976"/>
                </a:cubicBezTo>
                <a:cubicBezTo>
                  <a:pt x="10129803" y="5895118"/>
                  <a:pt x="10130794" y="5894114"/>
                  <a:pt x="10131321" y="5892963"/>
                </a:cubicBezTo>
                <a:cubicBezTo>
                  <a:pt x="10132623" y="5890122"/>
                  <a:pt x="10133275" y="5883555"/>
                  <a:pt x="10133275" y="5873263"/>
                </a:cubicBezTo>
                <a:cubicBezTo>
                  <a:pt x="10133275" y="5862927"/>
                  <a:pt x="10132923" y="5855534"/>
                  <a:pt x="10132221" y="5851085"/>
                </a:cubicBezTo>
                <a:cubicBezTo>
                  <a:pt x="10132021" y="5850542"/>
                  <a:pt x="10131708" y="5850026"/>
                  <a:pt x="10131284" y="5849537"/>
                </a:cubicBezTo>
                <a:cubicBezTo>
                  <a:pt x="10130860" y="5849049"/>
                  <a:pt x="10129513" y="5848067"/>
                  <a:pt x="10127242" y="5846591"/>
                </a:cubicBezTo>
                <a:cubicBezTo>
                  <a:pt x="10123603" y="5844931"/>
                  <a:pt x="10121783" y="5842235"/>
                  <a:pt x="10121783" y="5838502"/>
                </a:cubicBezTo>
                <a:cubicBezTo>
                  <a:pt x="10121783" y="5833522"/>
                  <a:pt x="10125399" y="5830147"/>
                  <a:pt x="10132633" y="5828375"/>
                </a:cubicBezTo>
                <a:cubicBezTo>
                  <a:pt x="10144673" y="5825398"/>
                  <a:pt x="10156550" y="5823909"/>
                  <a:pt x="10168265" y="5823909"/>
                </a:cubicBezTo>
                <a:cubicBezTo>
                  <a:pt x="10176081" y="5823909"/>
                  <a:pt x="10179989" y="5827975"/>
                  <a:pt x="10179989" y="5836108"/>
                </a:cubicBezTo>
                <a:cubicBezTo>
                  <a:pt x="10179989" y="5836128"/>
                  <a:pt x="10179944" y="5837638"/>
                  <a:pt x="10179856" y="5840637"/>
                </a:cubicBezTo>
                <a:cubicBezTo>
                  <a:pt x="10179731" y="5843651"/>
                  <a:pt x="10179648" y="5846661"/>
                  <a:pt x="10179605" y="5849669"/>
                </a:cubicBezTo>
                <a:lnTo>
                  <a:pt x="10179605" y="5893853"/>
                </a:lnTo>
                <a:cubicBezTo>
                  <a:pt x="10179605" y="5895245"/>
                  <a:pt x="10181457" y="5897008"/>
                  <a:pt x="10185159" y="5899144"/>
                </a:cubicBezTo>
                <a:cubicBezTo>
                  <a:pt x="10188287" y="5900323"/>
                  <a:pt x="10189852" y="5902773"/>
                  <a:pt x="10189852" y="5906493"/>
                </a:cubicBezTo>
                <a:cubicBezTo>
                  <a:pt x="10189852" y="5913274"/>
                  <a:pt x="10182519" y="5918352"/>
                  <a:pt x="10167852" y="5921727"/>
                </a:cubicBezTo>
                <a:cubicBezTo>
                  <a:pt x="10159785" y="5923599"/>
                  <a:pt x="10151911" y="5924535"/>
                  <a:pt x="10144230" y="5924535"/>
                </a:cubicBezTo>
                <a:cubicBezTo>
                  <a:pt x="10140744" y="5924535"/>
                  <a:pt x="10138239" y="5924055"/>
                  <a:pt x="10136713" y="5923095"/>
                </a:cubicBezTo>
                <a:cubicBezTo>
                  <a:pt x="10135187" y="5922135"/>
                  <a:pt x="10134296" y="5920301"/>
                  <a:pt x="10134040" y="5917593"/>
                </a:cubicBezTo>
                <a:cubicBezTo>
                  <a:pt x="10133817" y="5914815"/>
                  <a:pt x="10133255" y="5913426"/>
                  <a:pt x="10132355" y="5913426"/>
                </a:cubicBezTo>
                <a:cubicBezTo>
                  <a:pt x="10131971" y="5913426"/>
                  <a:pt x="10131536" y="5913560"/>
                  <a:pt x="10131050" y="5913827"/>
                </a:cubicBezTo>
                <a:cubicBezTo>
                  <a:pt x="10130565" y="5914094"/>
                  <a:pt x="10128735" y="5915317"/>
                  <a:pt x="10125562" y="5917495"/>
                </a:cubicBezTo>
                <a:cubicBezTo>
                  <a:pt x="10118785" y="5922124"/>
                  <a:pt x="10111474" y="5924438"/>
                  <a:pt x="10103628" y="5924438"/>
                </a:cubicBezTo>
                <a:cubicBezTo>
                  <a:pt x="10090668" y="5924438"/>
                  <a:pt x="10081367" y="5919593"/>
                  <a:pt x="10075723" y="5909903"/>
                </a:cubicBezTo>
                <a:cubicBezTo>
                  <a:pt x="10071446" y="5905702"/>
                  <a:pt x="10069306" y="5896362"/>
                  <a:pt x="10069306" y="5881882"/>
                </a:cubicBezTo>
                <a:cubicBezTo>
                  <a:pt x="10069306" y="5876627"/>
                  <a:pt x="10069338" y="5872158"/>
                  <a:pt x="10069402" y="5868476"/>
                </a:cubicBezTo>
                <a:cubicBezTo>
                  <a:pt x="10069402" y="5866305"/>
                  <a:pt x="10069402" y="5864836"/>
                  <a:pt x="10069402" y="5864070"/>
                </a:cubicBezTo>
                <a:cubicBezTo>
                  <a:pt x="10069402" y="5858836"/>
                  <a:pt x="10068971" y="5855091"/>
                  <a:pt x="10068108" y="5852836"/>
                </a:cubicBezTo>
                <a:cubicBezTo>
                  <a:pt x="10067246" y="5850581"/>
                  <a:pt x="10065703" y="5848830"/>
                  <a:pt x="10063481" y="5847584"/>
                </a:cubicBezTo>
                <a:cubicBezTo>
                  <a:pt x="10060785" y="5846200"/>
                  <a:pt x="10058991" y="5844999"/>
                  <a:pt x="10058099" y="5843981"/>
                </a:cubicBezTo>
                <a:cubicBezTo>
                  <a:pt x="10057208" y="5842963"/>
                  <a:pt x="10056762" y="5841519"/>
                  <a:pt x="10056762" y="5839652"/>
                </a:cubicBezTo>
                <a:cubicBezTo>
                  <a:pt x="10056762" y="5833759"/>
                  <a:pt x="10060942" y="5829904"/>
                  <a:pt x="10069300" y="5828087"/>
                </a:cubicBezTo>
                <a:cubicBezTo>
                  <a:pt x="10082000" y="5825301"/>
                  <a:pt x="10094655" y="5823909"/>
                  <a:pt x="10107266" y="5823909"/>
                </a:cubicBezTo>
                <a:close/>
                <a:moveTo>
                  <a:pt x="5870309" y="5823909"/>
                </a:moveTo>
                <a:cubicBezTo>
                  <a:pt x="5873949" y="5823909"/>
                  <a:pt x="5875768" y="5827145"/>
                  <a:pt x="5875768" y="5833619"/>
                </a:cubicBezTo>
                <a:cubicBezTo>
                  <a:pt x="5875768" y="5833683"/>
                  <a:pt x="5875768" y="5834106"/>
                  <a:pt x="5875768" y="5834889"/>
                </a:cubicBezTo>
                <a:cubicBezTo>
                  <a:pt x="5875703" y="5835904"/>
                  <a:pt x="5875672" y="5836853"/>
                  <a:pt x="5875672" y="5837736"/>
                </a:cubicBezTo>
                <a:cubicBezTo>
                  <a:pt x="5875672" y="5839882"/>
                  <a:pt x="5876010" y="5840955"/>
                  <a:pt x="5876685" y="5840955"/>
                </a:cubicBezTo>
                <a:cubicBezTo>
                  <a:pt x="5877146" y="5840955"/>
                  <a:pt x="5878300" y="5839850"/>
                  <a:pt x="5880149" y="5837642"/>
                </a:cubicBezTo>
                <a:cubicBezTo>
                  <a:pt x="5883854" y="5833388"/>
                  <a:pt x="5888460" y="5830036"/>
                  <a:pt x="5893966" y="5827585"/>
                </a:cubicBezTo>
                <a:cubicBezTo>
                  <a:pt x="5899472" y="5825134"/>
                  <a:pt x="5905107" y="5823909"/>
                  <a:pt x="5910872" y="5823909"/>
                </a:cubicBezTo>
                <a:cubicBezTo>
                  <a:pt x="5922361" y="5823909"/>
                  <a:pt x="5930451" y="5828360"/>
                  <a:pt x="5935139" y="5837262"/>
                </a:cubicBezTo>
                <a:cubicBezTo>
                  <a:pt x="5936170" y="5839021"/>
                  <a:pt x="5936795" y="5839900"/>
                  <a:pt x="5937015" y="5839900"/>
                </a:cubicBezTo>
                <a:cubicBezTo>
                  <a:pt x="5937198" y="5839900"/>
                  <a:pt x="5938400" y="5838817"/>
                  <a:pt x="5940621" y="5836650"/>
                </a:cubicBezTo>
                <a:cubicBezTo>
                  <a:pt x="5949316" y="5828156"/>
                  <a:pt x="5959190" y="5823909"/>
                  <a:pt x="5970243" y="5823909"/>
                </a:cubicBezTo>
                <a:cubicBezTo>
                  <a:pt x="5978979" y="5823909"/>
                  <a:pt x="5986152" y="5826338"/>
                  <a:pt x="5991762" y="5831196"/>
                </a:cubicBezTo>
                <a:cubicBezTo>
                  <a:pt x="5997745" y="5836344"/>
                  <a:pt x="6000736" y="5843918"/>
                  <a:pt x="6000736" y="5853920"/>
                </a:cubicBezTo>
                <a:cubicBezTo>
                  <a:pt x="6000736" y="5855195"/>
                  <a:pt x="6000660" y="5858714"/>
                  <a:pt x="6000507" y="5864476"/>
                </a:cubicBezTo>
                <a:cubicBezTo>
                  <a:pt x="6000404" y="5865820"/>
                  <a:pt x="6000353" y="5870760"/>
                  <a:pt x="6000353" y="5879297"/>
                </a:cubicBezTo>
                <a:cubicBezTo>
                  <a:pt x="6000353" y="5883977"/>
                  <a:pt x="6000308" y="5887812"/>
                  <a:pt x="6000220" y="5890802"/>
                </a:cubicBezTo>
                <a:cubicBezTo>
                  <a:pt x="6000181" y="5891644"/>
                  <a:pt x="6000161" y="5892533"/>
                  <a:pt x="6000161" y="5893470"/>
                </a:cubicBezTo>
                <a:cubicBezTo>
                  <a:pt x="6000161" y="5897126"/>
                  <a:pt x="6001277" y="5900295"/>
                  <a:pt x="6003511" y="5902974"/>
                </a:cubicBezTo>
                <a:cubicBezTo>
                  <a:pt x="6005156" y="5904963"/>
                  <a:pt x="6006207" y="5906350"/>
                  <a:pt x="6006662" y="5907135"/>
                </a:cubicBezTo>
                <a:cubicBezTo>
                  <a:pt x="6007117" y="5907920"/>
                  <a:pt x="6007345" y="5908983"/>
                  <a:pt x="6007345" y="5910324"/>
                </a:cubicBezTo>
                <a:cubicBezTo>
                  <a:pt x="6007345" y="5919798"/>
                  <a:pt x="5997052" y="5924535"/>
                  <a:pt x="5976468" y="5924535"/>
                </a:cubicBezTo>
                <a:cubicBezTo>
                  <a:pt x="5967696" y="5924535"/>
                  <a:pt x="5960454" y="5923413"/>
                  <a:pt x="5954741" y="5921170"/>
                </a:cubicBezTo>
                <a:cubicBezTo>
                  <a:pt x="5949027" y="5918926"/>
                  <a:pt x="5946170" y="5915694"/>
                  <a:pt x="5946170" y="5911473"/>
                </a:cubicBezTo>
                <a:cubicBezTo>
                  <a:pt x="5946170" y="5909878"/>
                  <a:pt x="5946392" y="5908656"/>
                  <a:pt x="5946837" y="5907807"/>
                </a:cubicBezTo>
                <a:cubicBezTo>
                  <a:pt x="5947281" y="5906958"/>
                  <a:pt x="5948841" y="5904783"/>
                  <a:pt x="5951517" y="5901283"/>
                </a:cubicBezTo>
                <a:cubicBezTo>
                  <a:pt x="5952740" y="5899517"/>
                  <a:pt x="5953351" y="5891454"/>
                  <a:pt x="5953351" y="5877094"/>
                </a:cubicBezTo>
                <a:cubicBezTo>
                  <a:pt x="5953351" y="5868753"/>
                  <a:pt x="5952776" y="5862976"/>
                  <a:pt x="5951624" y="5859762"/>
                </a:cubicBezTo>
                <a:cubicBezTo>
                  <a:pt x="5950517" y="5856595"/>
                  <a:pt x="5948328" y="5855011"/>
                  <a:pt x="5945059" y="5855011"/>
                </a:cubicBezTo>
                <a:cubicBezTo>
                  <a:pt x="5943453" y="5855011"/>
                  <a:pt x="5942009" y="5855526"/>
                  <a:pt x="5940728" y="5856555"/>
                </a:cubicBezTo>
                <a:cubicBezTo>
                  <a:pt x="5939448" y="5857584"/>
                  <a:pt x="5938638" y="5858066"/>
                  <a:pt x="5938300" y="5857999"/>
                </a:cubicBezTo>
                <a:cubicBezTo>
                  <a:pt x="5937724" y="5861758"/>
                  <a:pt x="5937402" y="5868965"/>
                  <a:pt x="5937332" y="5879622"/>
                </a:cubicBezTo>
                <a:cubicBezTo>
                  <a:pt x="5937508" y="5889318"/>
                  <a:pt x="5937817" y="5895234"/>
                  <a:pt x="5938262" y="5897369"/>
                </a:cubicBezTo>
                <a:cubicBezTo>
                  <a:pt x="5938706" y="5899505"/>
                  <a:pt x="5940230" y="5902509"/>
                  <a:pt x="5942831" y="5906382"/>
                </a:cubicBezTo>
                <a:cubicBezTo>
                  <a:pt x="5943705" y="5907691"/>
                  <a:pt x="5944142" y="5909261"/>
                  <a:pt x="5944142" y="5911090"/>
                </a:cubicBezTo>
                <a:cubicBezTo>
                  <a:pt x="5944142" y="5919989"/>
                  <a:pt x="5933531" y="5924438"/>
                  <a:pt x="5912309" y="5924438"/>
                </a:cubicBezTo>
                <a:cubicBezTo>
                  <a:pt x="5900077" y="5924438"/>
                  <a:pt x="5891382" y="5923241"/>
                  <a:pt x="5886222" y="5920846"/>
                </a:cubicBezTo>
                <a:cubicBezTo>
                  <a:pt x="5882903" y="5919611"/>
                  <a:pt x="5881243" y="5916774"/>
                  <a:pt x="5881243" y="5912334"/>
                </a:cubicBezTo>
                <a:cubicBezTo>
                  <a:pt x="5881243" y="5910360"/>
                  <a:pt x="5881532" y="5908930"/>
                  <a:pt x="5882109" y="5908042"/>
                </a:cubicBezTo>
                <a:cubicBezTo>
                  <a:pt x="5882686" y="5907155"/>
                  <a:pt x="5884218" y="5905532"/>
                  <a:pt x="5886708" y="5903174"/>
                </a:cubicBezTo>
                <a:cubicBezTo>
                  <a:pt x="5887891" y="5902045"/>
                  <a:pt x="5888653" y="5900997"/>
                  <a:pt x="5888992" y="5900030"/>
                </a:cubicBezTo>
                <a:cubicBezTo>
                  <a:pt x="5889332" y="5899063"/>
                  <a:pt x="5889602" y="5896916"/>
                  <a:pt x="5889806" y="5893589"/>
                </a:cubicBezTo>
                <a:cubicBezTo>
                  <a:pt x="5890226" y="5886981"/>
                  <a:pt x="5890436" y="5880142"/>
                  <a:pt x="5890436" y="5873072"/>
                </a:cubicBezTo>
                <a:cubicBezTo>
                  <a:pt x="5890436" y="5861862"/>
                  <a:pt x="5887896" y="5856257"/>
                  <a:pt x="5882813" y="5856257"/>
                </a:cubicBezTo>
                <a:cubicBezTo>
                  <a:pt x="5879191" y="5856257"/>
                  <a:pt x="5877008" y="5858492"/>
                  <a:pt x="5876264" y="5862964"/>
                </a:cubicBezTo>
                <a:cubicBezTo>
                  <a:pt x="5875550" y="5867656"/>
                  <a:pt x="5875194" y="5874664"/>
                  <a:pt x="5875194" y="5883988"/>
                </a:cubicBezTo>
                <a:cubicBezTo>
                  <a:pt x="5875194" y="5891010"/>
                  <a:pt x="5875325" y="5895510"/>
                  <a:pt x="5875586" y="5897487"/>
                </a:cubicBezTo>
                <a:cubicBezTo>
                  <a:pt x="5875847" y="5899463"/>
                  <a:pt x="5876642" y="5901798"/>
                  <a:pt x="5877969" y="5904490"/>
                </a:cubicBezTo>
                <a:cubicBezTo>
                  <a:pt x="5879502" y="5907008"/>
                  <a:pt x="5880269" y="5909271"/>
                  <a:pt x="5880269" y="5911281"/>
                </a:cubicBezTo>
                <a:cubicBezTo>
                  <a:pt x="5880269" y="5916410"/>
                  <a:pt x="5876851" y="5919914"/>
                  <a:pt x="5870016" y="5921792"/>
                </a:cubicBezTo>
                <a:cubicBezTo>
                  <a:pt x="5863548" y="5923556"/>
                  <a:pt x="5856420" y="5924438"/>
                  <a:pt x="5848628" y="5924438"/>
                </a:cubicBezTo>
                <a:cubicBezTo>
                  <a:pt x="5838548" y="5924438"/>
                  <a:pt x="5830946" y="5923567"/>
                  <a:pt x="5825823" y="5921823"/>
                </a:cubicBezTo>
                <a:cubicBezTo>
                  <a:pt x="5820699" y="5920079"/>
                  <a:pt x="5818137" y="5917044"/>
                  <a:pt x="5818137" y="5912717"/>
                </a:cubicBezTo>
                <a:cubicBezTo>
                  <a:pt x="5818137" y="5911057"/>
                  <a:pt x="5818532" y="5909646"/>
                  <a:pt x="5819321" y="5908482"/>
                </a:cubicBezTo>
                <a:cubicBezTo>
                  <a:pt x="5820111" y="5907318"/>
                  <a:pt x="5821647" y="5905730"/>
                  <a:pt x="5823929" y="5903717"/>
                </a:cubicBezTo>
                <a:cubicBezTo>
                  <a:pt x="5826374" y="5901489"/>
                  <a:pt x="5827806" y="5898222"/>
                  <a:pt x="5828224" y="5893914"/>
                </a:cubicBezTo>
                <a:cubicBezTo>
                  <a:pt x="5828905" y="5886236"/>
                  <a:pt x="5829246" y="5878203"/>
                  <a:pt x="5829246" y="5869816"/>
                </a:cubicBezTo>
                <a:cubicBezTo>
                  <a:pt x="5829246" y="5863996"/>
                  <a:pt x="5828976" y="5860024"/>
                  <a:pt x="5828438" y="5857898"/>
                </a:cubicBezTo>
                <a:cubicBezTo>
                  <a:pt x="5827899" y="5855772"/>
                  <a:pt x="5827234" y="5854236"/>
                  <a:pt x="5826443" y="5853289"/>
                </a:cubicBezTo>
                <a:cubicBezTo>
                  <a:pt x="5823531" y="5851415"/>
                  <a:pt x="5821722" y="5849979"/>
                  <a:pt x="5821015" y="5848983"/>
                </a:cubicBezTo>
                <a:cubicBezTo>
                  <a:pt x="5820310" y="5847986"/>
                  <a:pt x="5819956" y="5846600"/>
                  <a:pt x="5819956" y="5844823"/>
                </a:cubicBezTo>
                <a:cubicBezTo>
                  <a:pt x="5819956" y="5839655"/>
                  <a:pt x="5824300" y="5835620"/>
                  <a:pt x="5832987" y="5832719"/>
                </a:cubicBezTo>
                <a:cubicBezTo>
                  <a:pt x="5848174" y="5826932"/>
                  <a:pt x="5860615" y="5823995"/>
                  <a:pt x="5870309" y="5823909"/>
                </a:cubicBezTo>
                <a:close/>
                <a:moveTo>
                  <a:pt x="5306666" y="5823909"/>
                </a:moveTo>
                <a:cubicBezTo>
                  <a:pt x="5311801" y="5823909"/>
                  <a:pt x="5314369" y="5826156"/>
                  <a:pt x="5314369" y="5830651"/>
                </a:cubicBezTo>
                <a:lnTo>
                  <a:pt x="5314369" y="5882552"/>
                </a:lnTo>
                <a:cubicBezTo>
                  <a:pt x="5314369" y="5892359"/>
                  <a:pt x="5317355" y="5897262"/>
                  <a:pt x="5323330" y="5897262"/>
                </a:cubicBezTo>
                <a:cubicBezTo>
                  <a:pt x="5324820" y="5897262"/>
                  <a:pt x="5326293" y="5896833"/>
                  <a:pt x="5327749" y="5895976"/>
                </a:cubicBezTo>
                <a:cubicBezTo>
                  <a:pt x="5329204" y="5895118"/>
                  <a:pt x="5330195" y="5894114"/>
                  <a:pt x="5330722" y="5892963"/>
                </a:cubicBezTo>
                <a:cubicBezTo>
                  <a:pt x="5332024" y="5890122"/>
                  <a:pt x="5332675" y="5883555"/>
                  <a:pt x="5332675" y="5873263"/>
                </a:cubicBezTo>
                <a:cubicBezTo>
                  <a:pt x="5332675" y="5862927"/>
                  <a:pt x="5332325" y="5855534"/>
                  <a:pt x="5331622" y="5851085"/>
                </a:cubicBezTo>
                <a:cubicBezTo>
                  <a:pt x="5331422" y="5850542"/>
                  <a:pt x="5331110" y="5850026"/>
                  <a:pt x="5330685" y="5849537"/>
                </a:cubicBezTo>
                <a:cubicBezTo>
                  <a:pt x="5330261" y="5849049"/>
                  <a:pt x="5328913" y="5848067"/>
                  <a:pt x="5326643" y="5846591"/>
                </a:cubicBezTo>
                <a:cubicBezTo>
                  <a:pt x="5323004" y="5844931"/>
                  <a:pt x="5321184" y="5842235"/>
                  <a:pt x="5321184" y="5838502"/>
                </a:cubicBezTo>
                <a:cubicBezTo>
                  <a:pt x="5321184" y="5833522"/>
                  <a:pt x="5324801" y="5830147"/>
                  <a:pt x="5332034" y="5828375"/>
                </a:cubicBezTo>
                <a:cubicBezTo>
                  <a:pt x="5344073" y="5825398"/>
                  <a:pt x="5355950" y="5823909"/>
                  <a:pt x="5367666" y="5823909"/>
                </a:cubicBezTo>
                <a:cubicBezTo>
                  <a:pt x="5375481" y="5823909"/>
                  <a:pt x="5379389" y="5827975"/>
                  <a:pt x="5379389" y="5836108"/>
                </a:cubicBezTo>
                <a:cubicBezTo>
                  <a:pt x="5379389" y="5836128"/>
                  <a:pt x="5379346" y="5837638"/>
                  <a:pt x="5379257" y="5840637"/>
                </a:cubicBezTo>
                <a:cubicBezTo>
                  <a:pt x="5379132" y="5843651"/>
                  <a:pt x="5379048" y="5846661"/>
                  <a:pt x="5379007" y="5849669"/>
                </a:cubicBezTo>
                <a:lnTo>
                  <a:pt x="5379007" y="5893853"/>
                </a:lnTo>
                <a:cubicBezTo>
                  <a:pt x="5379007" y="5895245"/>
                  <a:pt x="5380858" y="5897008"/>
                  <a:pt x="5384560" y="5899144"/>
                </a:cubicBezTo>
                <a:cubicBezTo>
                  <a:pt x="5387689" y="5900323"/>
                  <a:pt x="5389253" y="5902773"/>
                  <a:pt x="5389253" y="5906493"/>
                </a:cubicBezTo>
                <a:cubicBezTo>
                  <a:pt x="5389253" y="5913274"/>
                  <a:pt x="5381919" y="5918352"/>
                  <a:pt x="5367253" y="5921727"/>
                </a:cubicBezTo>
                <a:cubicBezTo>
                  <a:pt x="5359185" y="5923599"/>
                  <a:pt x="5351312" y="5924535"/>
                  <a:pt x="5343631" y="5924535"/>
                </a:cubicBezTo>
                <a:cubicBezTo>
                  <a:pt x="5340146" y="5924535"/>
                  <a:pt x="5337640" y="5924055"/>
                  <a:pt x="5336114" y="5923095"/>
                </a:cubicBezTo>
                <a:cubicBezTo>
                  <a:pt x="5334587" y="5922135"/>
                  <a:pt x="5333697" y="5920301"/>
                  <a:pt x="5333441" y="5917593"/>
                </a:cubicBezTo>
                <a:cubicBezTo>
                  <a:pt x="5333217" y="5914815"/>
                  <a:pt x="5332656" y="5913426"/>
                  <a:pt x="5331757" y="5913426"/>
                </a:cubicBezTo>
                <a:cubicBezTo>
                  <a:pt x="5331373" y="5913426"/>
                  <a:pt x="5330937" y="5913560"/>
                  <a:pt x="5330451" y="5913827"/>
                </a:cubicBezTo>
                <a:cubicBezTo>
                  <a:pt x="5329965" y="5914094"/>
                  <a:pt x="5328136" y="5915317"/>
                  <a:pt x="5324963" y="5917495"/>
                </a:cubicBezTo>
                <a:cubicBezTo>
                  <a:pt x="5318186" y="5922124"/>
                  <a:pt x="5310874" y="5924438"/>
                  <a:pt x="5303029" y="5924438"/>
                </a:cubicBezTo>
                <a:cubicBezTo>
                  <a:pt x="5290069" y="5924438"/>
                  <a:pt x="5280767" y="5919593"/>
                  <a:pt x="5275125" y="5909903"/>
                </a:cubicBezTo>
                <a:cubicBezTo>
                  <a:pt x="5270846" y="5905702"/>
                  <a:pt x="5268707" y="5896362"/>
                  <a:pt x="5268707" y="5881882"/>
                </a:cubicBezTo>
                <a:cubicBezTo>
                  <a:pt x="5268707" y="5876627"/>
                  <a:pt x="5268740" y="5872158"/>
                  <a:pt x="5268803" y="5868476"/>
                </a:cubicBezTo>
                <a:cubicBezTo>
                  <a:pt x="5268803" y="5866305"/>
                  <a:pt x="5268803" y="5864836"/>
                  <a:pt x="5268803" y="5864070"/>
                </a:cubicBezTo>
                <a:cubicBezTo>
                  <a:pt x="5268803" y="5858836"/>
                  <a:pt x="5268372" y="5855091"/>
                  <a:pt x="5267509" y="5852836"/>
                </a:cubicBezTo>
                <a:cubicBezTo>
                  <a:pt x="5266646" y="5850581"/>
                  <a:pt x="5265104" y="5848830"/>
                  <a:pt x="5262882" y="5847584"/>
                </a:cubicBezTo>
                <a:cubicBezTo>
                  <a:pt x="5260186" y="5846200"/>
                  <a:pt x="5258392" y="5844999"/>
                  <a:pt x="5257501" y="5843981"/>
                </a:cubicBezTo>
                <a:cubicBezTo>
                  <a:pt x="5256609" y="5842963"/>
                  <a:pt x="5256163" y="5841519"/>
                  <a:pt x="5256163" y="5839652"/>
                </a:cubicBezTo>
                <a:cubicBezTo>
                  <a:pt x="5256163" y="5833759"/>
                  <a:pt x="5260342" y="5829904"/>
                  <a:pt x="5268701" y="5828087"/>
                </a:cubicBezTo>
                <a:cubicBezTo>
                  <a:pt x="5281401" y="5825301"/>
                  <a:pt x="5294056" y="5823909"/>
                  <a:pt x="5306666" y="5823909"/>
                </a:cubicBezTo>
                <a:close/>
                <a:moveTo>
                  <a:pt x="4346309" y="5823909"/>
                </a:moveTo>
                <a:cubicBezTo>
                  <a:pt x="4349949" y="5823909"/>
                  <a:pt x="4351768" y="5827145"/>
                  <a:pt x="4351768" y="5833619"/>
                </a:cubicBezTo>
                <a:cubicBezTo>
                  <a:pt x="4351768" y="5833683"/>
                  <a:pt x="4351768" y="5834106"/>
                  <a:pt x="4351768" y="5834889"/>
                </a:cubicBezTo>
                <a:cubicBezTo>
                  <a:pt x="4351704" y="5835904"/>
                  <a:pt x="4351672" y="5836853"/>
                  <a:pt x="4351672" y="5837736"/>
                </a:cubicBezTo>
                <a:cubicBezTo>
                  <a:pt x="4351672" y="5839882"/>
                  <a:pt x="4352010" y="5840955"/>
                  <a:pt x="4352686" y="5840955"/>
                </a:cubicBezTo>
                <a:cubicBezTo>
                  <a:pt x="4353145" y="5840955"/>
                  <a:pt x="4354300" y="5839850"/>
                  <a:pt x="4356150" y="5837642"/>
                </a:cubicBezTo>
                <a:cubicBezTo>
                  <a:pt x="4359855" y="5833388"/>
                  <a:pt x="4364460" y="5830036"/>
                  <a:pt x="4369966" y="5827585"/>
                </a:cubicBezTo>
                <a:cubicBezTo>
                  <a:pt x="4375473" y="5825134"/>
                  <a:pt x="4381108" y="5823909"/>
                  <a:pt x="4386872" y="5823909"/>
                </a:cubicBezTo>
                <a:cubicBezTo>
                  <a:pt x="4398362" y="5823909"/>
                  <a:pt x="4406451" y="5828360"/>
                  <a:pt x="4411140" y="5837262"/>
                </a:cubicBezTo>
                <a:cubicBezTo>
                  <a:pt x="4412170" y="5839021"/>
                  <a:pt x="4412795" y="5839900"/>
                  <a:pt x="4413015" y="5839900"/>
                </a:cubicBezTo>
                <a:cubicBezTo>
                  <a:pt x="4413199" y="5839900"/>
                  <a:pt x="4414400" y="5838817"/>
                  <a:pt x="4416622" y="5836650"/>
                </a:cubicBezTo>
                <a:cubicBezTo>
                  <a:pt x="4425316" y="5828156"/>
                  <a:pt x="4435190" y="5823909"/>
                  <a:pt x="4446244" y="5823909"/>
                </a:cubicBezTo>
                <a:cubicBezTo>
                  <a:pt x="4454979" y="5823909"/>
                  <a:pt x="4462152" y="5826338"/>
                  <a:pt x="4467764" y="5831196"/>
                </a:cubicBezTo>
                <a:cubicBezTo>
                  <a:pt x="4473745" y="5836344"/>
                  <a:pt x="4476737" y="5843918"/>
                  <a:pt x="4476737" y="5853920"/>
                </a:cubicBezTo>
                <a:cubicBezTo>
                  <a:pt x="4476737" y="5855195"/>
                  <a:pt x="4476661" y="5858714"/>
                  <a:pt x="4476507" y="5864476"/>
                </a:cubicBezTo>
                <a:cubicBezTo>
                  <a:pt x="4476405" y="5865820"/>
                  <a:pt x="4476353" y="5870760"/>
                  <a:pt x="4476353" y="5879297"/>
                </a:cubicBezTo>
                <a:cubicBezTo>
                  <a:pt x="4476353" y="5883977"/>
                  <a:pt x="4476310" y="5887812"/>
                  <a:pt x="4476220" y="5890802"/>
                </a:cubicBezTo>
                <a:cubicBezTo>
                  <a:pt x="4476181" y="5891644"/>
                  <a:pt x="4476161" y="5892533"/>
                  <a:pt x="4476161" y="5893470"/>
                </a:cubicBezTo>
                <a:cubicBezTo>
                  <a:pt x="4476161" y="5897126"/>
                  <a:pt x="4477277" y="5900295"/>
                  <a:pt x="4479510" y="5902974"/>
                </a:cubicBezTo>
                <a:cubicBezTo>
                  <a:pt x="4481158" y="5904963"/>
                  <a:pt x="4482207" y="5906350"/>
                  <a:pt x="4482662" y="5907135"/>
                </a:cubicBezTo>
                <a:cubicBezTo>
                  <a:pt x="4483117" y="5907920"/>
                  <a:pt x="4483345" y="5908983"/>
                  <a:pt x="4483345" y="5910324"/>
                </a:cubicBezTo>
                <a:cubicBezTo>
                  <a:pt x="4483345" y="5919798"/>
                  <a:pt x="4473052" y="5924535"/>
                  <a:pt x="4452469" y="5924535"/>
                </a:cubicBezTo>
                <a:cubicBezTo>
                  <a:pt x="4443697" y="5924535"/>
                  <a:pt x="4436454" y="5923413"/>
                  <a:pt x="4430741" y="5921170"/>
                </a:cubicBezTo>
                <a:cubicBezTo>
                  <a:pt x="4425027" y="5918926"/>
                  <a:pt x="4422170" y="5915694"/>
                  <a:pt x="4422170" y="5911473"/>
                </a:cubicBezTo>
                <a:cubicBezTo>
                  <a:pt x="4422170" y="5909878"/>
                  <a:pt x="4422393" y="5908656"/>
                  <a:pt x="4422837" y="5907807"/>
                </a:cubicBezTo>
                <a:cubicBezTo>
                  <a:pt x="4423281" y="5906958"/>
                  <a:pt x="4424842" y="5904783"/>
                  <a:pt x="4427518" y="5901283"/>
                </a:cubicBezTo>
                <a:cubicBezTo>
                  <a:pt x="4428740" y="5899517"/>
                  <a:pt x="4429352" y="5891454"/>
                  <a:pt x="4429352" y="5877094"/>
                </a:cubicBezTo>
                <a:cubicBezTo>
                  <a:pt x="4429352" y="5868753"/>
                  <a:pt x="4428776" y="5862976"/>
                  <a:pt x="4427624" y="5859762"/>
                </a:cubicBezTo>
                <a:cubicBezTo>
                  <a:pt x="4426517" y="5856595"/>
                  <a:pt x="4424329" y="5855011"/>
                  <a:pt x="4421059" y="5855011"/>
                </a:cubicBezTo>
                <a:cubicBezTo>
                  <a:pt x="4419453" y="5855011"/>
                  <a:pt x="4418009" y="5855526"/>
                  <a:pt x="4416729" y="5856555"/>
                </a:cubicBezTo>
                <a:cubicBezTo>
                  <a:pt x="4415449" y="5857584"/>
                  <a:pt x="4414639" y="5858066"/>
                  <a:pt x="4414300" y="5857999"/>
                </a:cubicBezTo>
                <a:cubicBezTo>
                  <a:pt x="4413724" y="5861758"/>
                  <a:pt x="4413402" y="5868965"/>
                  <a:pt x="4413334" y="5879622"/>
                </a:cubicBezTo>
                <a:cubicBezTo>
                  <a:pt x="4413508" y="5889318"/>
                  <a:pt x="4413817" y="5895234"/>
                  <a:pt x="4414262" y="5897369"/>
                </a:cubicBezTo>
                <a:cubicBezTo>
                  <a:pt x="4414707" y="5899505"/>
                  <a:pt x="4416229" y="5902509"/>
                  <a:pt x="4418831" y="5906382"/>
                </a:cubicBezTo>
                <a:cubicBezTo>
                  <a:pt x="4419705" y="5907691"/>
                  <a:pt x="4420143" y="5909261"/>
                  <a:pt x="4420143" y="5911090"/>
                </a:cubicBezTo>
                <a:cubicBezTo>
                  <a:pt x="4420143" y="5919989"/>
                  <a:pt x="4409531" y="5924438"/>
                  <a:pt x="4388309" y="5924438"/>
                </a:cubicBezTo>
                <a:cubicBezTo>
                  <a:pt x="4376077" y="5924438"/>
                  <a:pt x="4367382" y="5923241"/>
                  <a:pt x="4362223" y="5920846"/>
                </a:cubicBezTo>
                <a:cubicBezTo>
                  <a:pt x="4358904" y="5919611"/>
                  <a:pt x="4357244" y="5916774"/>
                  <a:pt x="4357244" y="5912334"/>
                </a:cubicBezTo>
                <a:cubicBezTo>
                  <a:pt x="4357244" y="5910360"/>
                  <a:pt x="4357532" y="5908930"/>
                  <a:pt x="4358109" y="5908042"/>
                </a:cubicBezTo>
                <a:cubicBezTo>
                  <a:pt x="4358686" y="5907155"/>
                  <a:pt x="4360219" y="5905532"/>
                  <a:pt x="4362709" y="5903174"/>
                </a:cubicBezTo>
                <a:cubicBezTo>
                  <a:pt x="4363891" y="5902045"/>
                  <a:pt x="4364653" y="5900997"/>
                  <a:pt x="4364992" y="5900030"/>
                </a:cubicBezTo>
                <a:cubicBezTo>
                  <a:pt x="4365331" y="5899063"/>
                  <a:pt x="4365604" y="5896916"/>
                  <a:pt x="4365806" y="5893589"/>
                </a:cubicBezTo>
                <a:cubicBezTo>
                  <a:pt x="4366226" y="5886981"/>
                  <a:pt x="4366437" y="5880142"/>
                  <a:pt x="4366437" y="5873072"/>
                </a:cubicBezTo>
                <a:cubicBezTo>
                  <a:pt x="4366437" y="5861862"/>
                  <a:pt x="4363896" y="5856257"/>
                  <a:pt x="4358814" y="5856257"/>
                </a:cubicBezTo>
                <a:cubicBezTo>
                  <a:pt x="4355192" y="5856257"/>
                  <a:pt x="4353009" y="5858492"/>
                  <a:pt x="4352264" y="5862964"/>
                </a:cubicBezTo>
                <a:cubicBezTo>
                  <a:pt x="4351551" y="5867656"/>
                  <a:pt x="4351195" y="5874664"/>
                  <a:pt x="4351195" y="5883988"/>
                </a:cubicBezTo>
                <a:cubicBezTo>
                  <a:pt x="4351195" y="5891010"/>
                  <a:pt x="4351325" y="5895510"/>
                  <a:pt x="4351587" y="5897487"/>
                </a:cubicBezTo>
                <a:cubicBezTo>
                  <a:pt x="4351848" y="5899463"/>
                  <a:pt x="4352642" y="5901798"/>
                  <a:pt x="4353970" y="5904490"/>
                </a:cubicBezTo>
                <a:cubicBezTo>
                  <a:pt x="4355502" y="5907008"/>
                  <a:pt x="4356269" y="5909271"/>
                  <a:pt x="4356269" y="5911281"/>
                </a:cubicBezTo>
                <a:cubicBezTo>
                  <a:pt x="4356269" y="5916410"/>
                  <a:pt x="4352851" y="5919914"/>
                  <a:pt x="4346016" y="5921792"/>
                </a:cubicBezTo>
                <a:cubicBezTo>
                  <a:pt x="4339550" y="5923556"/>
                  <a:pt x="4332419" y="5924438"/>
                  <a:pt x="4324629" y="5924438"/>
                </a:cubicBezTo>
                <a:cubicBezTo>
                  <a:pt x="4314548" y="5924438"/>
                  <a:pt x="4306946" y="5923567"/>
                  <a:pt x="4301823" y="5921823"/>
                </a:cubicBezTo>
                <a:cubicBezTo>
                  <a:pt x="4296700" y="5920079"/>
                  <a:pt x="4294138" y="5917044"/>
                  <a:pt x="4294138" y="5912717"/>
                </a:cubicBezTo>
                <a:cubicBezTo>
                  <a:pt x="4294138" y="5911057"/>
                  <a:pt x="4294533" y="5909646"/>
                  <a:pt x="4295322" y="5908482"/>
                </a:cubicBezTo>
                <a:cubicBezTo>
                  <a:pt x="4296111" y="5907318"/>
                  <a:pt x="4297647" y="5905730"/>
                  <a:pt x="4299929" y="5903717"/>
                </a:cubicBezTo>
                <a:cubicBezTo>
                  <a:pt x="4302375" y="5901489"/>
                  <a:pt x="4303807" y="5898222"/>
                  <a:pt x="4304225" y="5893914"/>
                </a:cubicBezTo>
                <a:cubicBezTo>
                  <a:pt x="4304906" y="5886236"/>
                  <a:pt x="4305246" y="5878203"/>
                  <a:pt x="4305246" y="5869816"/>
                </a:cubicBezTo>
                <a:cubicBezTo>
                  <a:pt x="4305246" y="5863996"/>
                  <a:pt x="4304976" y="5860024"/>
                  <a:pt x="4304438" y="5857898"/>
                </a:cubicBezTo>
                <a:cubicBezTo>
                  <a:pt x="4303899" y="5855772"/>
                  <a:pt x="4303234" y="5854236"/>
                  <a:pt x="4302444" y="5853289"/>
                </a:cubicBezTo>
                <a:cubicBezTo>
                  <a:pt x="4299531" y="5851415"/>
                  <a:pt x="4297722" y="5849979"/>
                  <a:pt x="4297015" y="5848983"/>
                </a:cubicBezTo>
                <a:cubicBezTo>
                  <a:pt x="4296310" y="5847986"/>
                  <a:pt x="4295958" y="5846600"/>
                  <a:pt x="4295958" y="5844823"/>
                </a:cubicBezTo>
                <a:cubicBezTo>
                  <a:pt x="4295958" y="5839655"/>
                  <a:pt x="4300300" y="5835620"/>
                  <a:pt x="4308987" y="5832719"/>
                </a:cubicBezTo>
                <a:cubicBezTo>
                  <a:pt x="4324174" y="5826932"/>
                  <a:pt x="4336615" y="5823995"/>
                  <a:pt x="4346309" y="5823909"/>
                </a:cubicBezTo>
                <a:close/>
                <a:moveTo>
                  <a:pt x="2058642" y="5823909"/>
                </a:moveTo>
                <a:cubicBezTo>
                  <a:pt x="2063776" y="5823909"/>
                  <a:pt x="2066344" y="5826156"/>
                  <a:pt x="2066344" y="5830651"/>
                </a:cubicBezTo>
                <a:lnTo>
                  <a:pt x="2066344" y="5882552"/>
                </a:lnTo>
                <a:cubicBezTo>
                  <a:pt x="2066344" y="5892359"/>
                  <a:pt x="2069331" y="5897262"/>
                  <a:pt x="2075305" y="5897262"/>
                </a:cubicBezTo>
                <a:cubicBezTo>
                  <a:pt x="2076795" y="5897262"/>
                  <a:pt x="2078268" y="5896833"/>
                  <a:pt x="2079723" y="5895976"/>
                </a:cubicBezTo>
                <a:cubicBezTo>
                  <a:pt x="2081179" y="5895118"/>
                  <a:pt x="2082170" y="5894114"/>
                  <a:pt x="2082697" y="5892963"/>
                </a:cubicBezTo>
                <a:cubicBezTo>
                  <a:pt x="2083999" y="5890122"/>
                  <a:pt x="2084650" y="5883555"/>
                  <a:pt x="2084650" y="5873263"/>
                </a:cubicBezTo>
                <a:cubicBezTo>
                  <a:pt x="2084650" y="5862927"/>
                  <a:pt x="2084299" y="5855534"/>
                  <a:pt x="2083597" y="5851085"/>
                </a:cubicBezTo>
                <a:cubicBezTo>
                  <a:pt x="2083397" y="5850542"/>
                  <a:pt x="2083085" y="5850026"/>
                  <a:pt x="2082660" y="5849537"/>
                </a:cubicBezTo>
                <a:cubicBezTo>
                  <a:pt x="2082236" y="5849049"/>
                  <a:pt x="2080888" y="5848067"/>
                  <a:pt x="2078618" y="5846591"/>
                </a:cubicBezTo>
                <a:cubicBezTo>
                  <a:pt x="2074979" y="5844931"/>
                  <a:pt x="2073159" y="5842235"/>
                  <a:pt x="2073159" y="5838502"/>
                </a:cubicBezTo>
                <a:cubicBezTo>
                  <a:pt x="2073159" y="5833522"/>
                  <a:pt x="2076776" y="5830147"/>
                  <a:pt x="2084009" y="5828375"/>
                </a:cubicBezTo>
                <a:cubicBezTo>
                  <a:pt x="2096048" y="5825398"/>
                  <a:pt x="2107926" y="5823909"/>
                  <a:pt x="2119641" y="5823909"/>
                </a:cubicBezTo>
                <a:cubicBezTo>
                  <a:pt x="2127457" y="5823909"/>
                  <a:pt x="2131365" y="5827975"/>
                  <a:pt x="2131365" y="5836108"/>
                </a:cubicBezTo>
                <a:cubicBezTo>
                  <a:pt x="2131365" y="5836128"/>
                  <a:pt x="2131321" y="5837638"/>
                  <a:pt x="2131232" y="5840637"/>
                </a:cubicBezTo>
                <a:cubicBezTo>
                  <a:pt x="2131107" y="5843651"/>
                  <a:pt x="2131024" y="5846661"/>
                  <a:pt x="2130982" y="5849669"/>
                </a:cubicBezTo>
                <a:lnTo>
                  <a:pt x="2130982" y="5893853"/>
                </a:lnTo>
                <a:cubicBezTo>
                  <a:pt x="2130982" y="5895245"/>
                  <a:pt x="2132833" y="5897008"/>
                  <a:pt x="2136535" y="5899144"/>
                </a:cubicBezTo>
                <a:cubicBezTo>
                  <a:pt x="2139663" y="5900323"/>
                  <a:pt x="2141228" y="5902773"/>
                  <a:pt x="2141228" y="5906493"/>
                </a:cubicBezTo>
                <a:cubicBezTo>
                  <a:pt x="2141228" y="5913274"/>
                  <a:pt x="2133895" y="5918352"/>
                  <a:pt x="2119228" y="5921727"/>
                </a:cubicBezTo>
                <a:cubicBezTo>
                  <a:pt x="2111161" y="5923599"/>
                  <a:pt x="2103286" y="5924535"/>
                  <a:pt x="2095606" y="5924535"/>
                </a:cubicBezTo>
                <a:cubicBezTo>
                  <a:pt x="2092121" y="5924535"/>
                  <a:pt x="2089615" y="5924055"/>
                  <a:pt x="2088088" y="5923095"/>
                </a:cubicBezTo>
                <a:cubicBezTo>
                  <a:pt x="2086563" y="5922135"/>
                  <a:pt x="2085672" y="5920301"/>
                  <a:pt x="2085417" y="5917593"/>
                </a:cubicBezTo>
                <a:cubicBezTo>
                  <a:pt x="2085193" y="5914815"/>
                  <a:pt x="2084631" y="5913426"/>
                  <a:pt x="2083732" y="5913426"/>
                </a:cubicBezTo>
                <a:cubicBezTo>
                  <a:pt x="2083347" y="5913426"/>
                  <a:pt x="2082912" y="5913560"/>
                  <a:pt x="2082426" y="5913827"/>
                </a:cubicBezTo>
                <a:cubicBezTo>
                  <a:pt x="2081941" y="5914094"/>
                  <a:pt x="2080111" y="5915317"/>
                  <a:pt x="2076938" y="5917495"/>
                </a:cubicBezTo>
                <a:cubicBezTo>
                  <a:pt x="2070161" y="5922124"/>
                  <a:pt x="2062849" y="5924438"/>
                  <a:pt x="2055003" y="5924438"/>
                </a:cubicBezTo>
                <a:cubicBezTo>
                  <a:pt x="2042044" y="5924438"/>
                  <a:pt x="2032743" y="5919593"/>
                  <a:pt x="2027099" y="5909903"/>
                </a:cubicBezTo>
                <a:cubicBezTo>
                  <a:pt x="2022821" y="5905702"/>
                  <a:pt x="2020682" y="5896362"/>
                  <a:pt x="2020682" y="5881882"/>
                </a:cubicBezTo>
                <a:cubicBezTo>
                  <a:pt x="2020682" y="5876627"/>
                  <a:pt x="2020714" y="5872158"/>
                  <a:pt x="2020778" y="5868476"/>
                </a:cubicBezTo>
                <a:cubicBezTo>
                  <a:pt x="2020778" y="5866305"/>
                  <a:pt x="2020778" y="5864836"/>
                  <a:pt x="2020778" y="5864070"/>
                </a:cubicBezTo>
                <a:cubicBezTo>
                  <a:pt x="2020778" y="5858836"/>
                  <a:pt x="2020347" y="5855091"/>
                  <a:pt x="2019484" y="5852836"/>
                </a:cubicBezTo>
                <a:cubicBezTo>
                  <a:pt x="2018622" y="5850581"/>
                  <a:pt x="2017079" y="5848830"/>
                  <a:pt x="2014857" y="5847584"/>
                </a:cubicBezTo>
                <a:cubicBezTo>
                  <a:pt x="2012161" y="5846200"/>
                  <a:pt x="2010367" y="5844999"/>
                  <a:pt x="2009475" y="5843981"/>
                </a:cubicBezTo>
                <a:cubicBezTo>
                  <a:pt x="2008584" y="5842963"/>
                  <a:pt x="2008138" y="5841519"/>
                  <a:pt x="2008138" y="5839652"/>
                </a:cubicBezTo>
                <a:cubicBezTo>
                  <a:pt x="2008138" y="5833759"/>
                  <a:pt x="2012317" y="5829904"/>
                  <a:pt x="2020676" y="5828087"/>
                </a:cubicBezTo>
                <a:cubicBezTo>
                  <a:pt x="2033376" y="5825301"/>
                  <a:pt x="2046031" y="5823909"/>
                  <a:pt x="2058642" y="5823909"/>
                </a:cubicBezTo>
                <a:close/>
                <a:moveTo>
                  <a:pt x="10363592" y="5823812"/>
                </a:moveTo>
                <a:cubicBezTo>
                  <a:pt x="10372067" y="5823812"/>
                  <a:pt x="10379646" y="5826502"/>
                  <a:pt x="10386327" y="5831881"/>
                </a:cubicBezTo>
                <a:cubicBezTo>
                  <a:pt x="10390111" y="5834218"/>
                  <a:pt x="10392853" y="5837544"/>
                  <a:pt x="10394552" y="5841858"/>
                </a:cubicBezTo>
                <a:cubicBezTo>
                  <a:pt x="10396252" y="5846173"/>
                  <a:pt x="10397296" y="5852319"/>
                  <a:pt x="10397684" y="5860296"/>
                </a:cubicBezTo>
                <a:lnTo>
                  <a:pt x="10399023" y="5893992"/>
                </a:lnTo>
                <a:cubicBezTo>
                  <a:pt x="10399142" y="5896341"/>
                  <a:pt x="10399489" y="5898038"/>
                  <a:pt x="10400065" y="5899083"/>
                </a:cubicBezTo>
                <a:cubicBezTo>
                  <a:pt x="10400643" y="5900128"/>
                  <a:pt x="10402479" y="5902288"/>
                  <a:pt x="10405572" y="5905564"/>
                </a:cubicBezTo>
                <a:cubicBezTo>
                  <a:pt x="10406915" y="5906995"/>
                  <a:pt x="10407587" y="5908869"/>
                  <a:pt x="10407587" y="5911185"/>
                </a:cubicBezTo>
                <a:cubicBezTo>
                  <a:pt x="10407587" y="5916330"/>
                  <a:pt x="10404784" y="5919826"/>
                  <a:pt x="10399177" y="5921671"/>
                </a:cubicBezTo>
                <a:cubicBezTo>
                  <a:pt x="10393570" y="5923516"/>
                  <a:pt x="10384166" y="5924438"/>
                  <a:pt x="10370966" y="5924438"/>
                </a:cubicBezTo>
                <a:cubicBezTo>
                  <a:pt x="10361887" y="5924438"/>
                  <a:pt x="10355409" y="5923622"/>
                  <a:pt x="10351530" y="5921988"/>
                </a:cubicBezTo>
                <a:cubicBezTo>
                  <a:pt x="10346968" y="5920056"/>
                  <a:pt x="10344688" y="5916870"/>
                  <a:pt x="10344688" y="5912430"/>
                </a:cubicBezTo>
                <a:cubicBezTo>
                  <a:pt x="10344688" y="5910751"/>
                  <a:pt x="10344941" y="5909514"/>
                  <a:pt x="10345444" y="5908717"/>
                </a:cubicBezTo>
                <a:cubicBezTo>
                  <a:pt x="10345948" y="5907920"/>
                  <a:pt x="10347308" y="5906315"/>
                  <a:pt x="10349526" y="5903901"/>
                </a:cubicBezTo>
                <a:cubicBezTo>
                  <a:pt x="10351793" y="5901522"/>
                  <a:pt x="10352924" y="5893001"/>
                  <a:pt x="10352924" y="5878339"/>
                </a:cubicBezTo>
                <a:cubicBezTo>
                  <a:pt x="10352924" y="5869847"/>
                  <a:pt x="10352380" y="5863986"/>
                  <a:pt x="10351289" y="5860757"/>
                </a:cubicBezTo>
                <a:cubicBezTo>
                  <a:pt x="10349147" y="5857373"/>
                  <a:pt x="10346258" y="5855681"/>
                  <a:pt x="10342620" y="5855681"/>
                </a:cubicBezTo>
                <a:cubicBezTo>
                  <a:pt x="10339153" y="5855681"/>
                  <a:pt x="10336760" y="5856814"/>
                  <a:pt x="10335442" y="5859078"/>
                </a:cubicBezTo>
                <a:cubicBezTo>
                  <a:pt x="10334125" y="5861343"/>
                  <a:pt x="10333467" y="5865912"/>
                  <a:pt x="10333467" y="5872786"/>
                </a:cubicBezTo>
                <a:lnTo>
                  <a:pt x="10333467" y="5891745"/>
                </a:lnTo>
                <a:cubicBezTo>
                  <a:pt x="10333467" y="5895355"/>
                  <a:pt x="10333672" y="5897758"/>
                  <a:pt x="10334079" y="5898955"/>
                </a:cubicBezTo>
                <a:cubicBezTo>
                  <a:pt x="10334488" y="5900152"/>
                  <a:pt x="10335962" y="5902657"/>
                  <a:pt x="10338505" y="5906471"/>
                </a:cubicBezTo>
                <a:cubicBezTo>
                  <a:pt x="10339488" y="5908079"/>
                  <a:pt x="10339979" y="5909778"/>
                  <a:pt x="10339979" y="5911568"/>
                </a:cubicBezTo>
                <a:cubicBezTo>
                  <a:pt x="10339979" y="5916255"/>
                  <a:pt x="10337082" y="5919588"/>
                  <a:pt x="10331287" y="5921566"/>
                </a:cubicBezTo>
                <a:cubicBezTo>
                  <a:pt x="10325492" y="5923545"/>
                  <a:pt x="10316917" y="5924535"/>
                  <a:pt x="10305562" y="5924535"/>
                </a:cubicBezTo>
                <a:cubicBezTo>
                  <a:pt x="10286512" y="5924535"/>
                  <a:pt x="10276986" y="5920212"/>
                  <a:pt x="10276986" y="5911568"/>
                </a:cubicBezTo>
                <a:cubicBezTo>
                  <a:pt x="10276986" y="5909632"/>
                  <a:pt x="10277342" y="5908141"/>
                  <a:pt x="10278054" y="5907095"/>
                </a:cubicBezTo>
                <a:cubicBezTo>
                  <a:pt x="10278766" y="5906049"/>
                  <a:pt x="10280238" y="5904723"/>
                  <a:pt x="10282472" y="5903116"/>
                </a:cubicBezTo>
                <a:cubicBezTo>
                  <a:pt x="10283765" y="5902172"/>
                  <a:pt x="10284597" y="5901049"/>
                  <a:pt x="10284968" y="5899748"/>
                </a:cubicBezTo>
                <a:cubicBezTo>
                  <a:pt x="10285341" y="5898447"/>
                  <a:pt x="10285712" y="5894823"/>
                  <a:pt x="10286083" y="5888876"/>
                </a:cubicBezTo>
                <a:cubicBezTo>
                  <a:pt x="10286530" y="5881594"/>
                  <a:pt x="10286755" y="5873996"/>
                  <a:pt x="10286755" y="5866082"/>
                </a:cubicBezTo>
                <a:cubicBezTo>
                  <a:pt x="10286755" y="5862016"/>
                  <a:pt x="10286490" y="5859441"/>
                  <a:pt x="10285959" y="5858356"/>
                </a:cubicBezTo>
                <a:cubicBezTo>
                  <a:pt x="10285429" y="5857271"/>
                  <a:pt x="10283427" y="5855371"/>
                  <a:pt x="10279954" y="5852657"/>
                </a:cubicBezTo>
                <a:cubicBezTo>
                  <a:pt x="10277210" y="5851503"/>
                  <a:pt x="10275837" y="5849306"/>
                  <a:pt x="10275837" y="5846067"/>
                </a:cubicBezTo>
                <a:cubicBezTo>
                  <a:pt x="10275837" y="5842861"/>
                  <a:pt x="10277132" y="5840315"/>
                  <a:pt x="10279720" y="5838429"/>
                </a:cubicBezTo>
                <a:cubicBezTo>
                  <a:pt x="10282311" y="5836543"/>
                  <a:pt x="10287157" y="5834329"/>
                  <a:pt x="10294260" y="5831788"/>
                </a:cubicBezTo>
                <a:cubicBezTo>
                  <a:pt x="10300321" y="5829641"/>
                  <a:pt x="10306293" y="5827791"/>
                  <a:pt x="10312174" y="5826238"/>
                </a:cubicBezTo>
                <a:cubicBezTo>
                  <a:pt x="10318055" y="5824685"/>
                  <a:pt x="10322108" y="5823909"/>
                  <a:pt x="10324330" y="5823909"/>
                </a:cubicBezTo>
                <a:cubicBezTo>
                  <a:pt x="10326830" y="5823909"/>
                  <a:pt x="10328930" y="5824821"/>
                  <a:pt x="10330630" y="5826646"/>
                </a:cubicBezTo>
                <a:cubicBezTo>
                  <a:pt x="10332330" y="5828470"/>
                  <a:pt x="10333180" y="5830571"/>
                  <a:pt x="10333180" y="5832949"/>
                </a:cubicBezTo>
                <a:cubicBezTo>
                  <a:pt x="10333180" y="5832733"/>
                  <a:pt x="10333133" y="5833644"/>
                  <a:pt x="10333040" y="5835682"/>
                </a:cubicBezTo>
                <a:cubicBezTo>
                  <a:pt x="10333005" y="5835958"/>
                  <a:pt x="10332988" y="5836292"/>
                  <a:pt x="10332988" y="5836683"/>
                </a:cubicBezTo>
                <a:cubicBezTo>
                  <a:pt x="10332988" y="5838445"/>
                  <a:pt x="10333582" y="5839327"/>
                  <a:pt x="10334767" y="5839327"/>
                </a:cubicBezTo>
                <a:cubicBezTo>
                  <a:pt x="10335612" y="5839327"/>
                  <a:pt x="10336988" y="5838113"/>
                  <a:pt x="10338896" y="5835687"/>
                </a:cubicBezTo>
                <a:cubicBezTo>
                  <a:pt x="10344206" y="5827771"/>
                  <a:pt x="10352438" y="5823812"/>
                  <a:pt x="10363592" y="5823812"/>
                </a:cubicBezTo>
                <a:close/>
                <a:moveTo>
                  <a:pt x="10011167" y="5823812"/>
                </a:moveTo>
                <a:cubicBezTo>
                  <a:pt x="10019641" y="5823812"/>
                  <a:pt x="10027220" y="5826502"/>
                  <a:pt x="10033903" y="5831881"/>
                </a:cubicBezTo>
                <a:cubicBezTo>
                  <a:pt x="10037686" y="5834218"/>
                  <a:pt x="10040427" y="5837544"/>
                  <a:pt x="10042127" y="5841858"/>
                </a:cubicBezTo>
                <a:cubicBezTo>
                  <a:pt x="10043827" y="5846173"/>
                  <a:pt x="10044871" y="5852319"/>
                  <a:pt x="10045260" y="5860296"/>
                </a:cubicBezTo>
                <a:lnTo>
                  <a:pt x="10046600" y="5893992"/>
                </a:lnTo>
                <a:cubicBezTo>
                  <a:pt x="10046716" y="5896341"/>
                  <a:pt x="10047064" y="5898038"/>
                  <a:pt x="10047641" y="5899083"/>
                </a:cubicBezTo>
                <a:cubicBezTo>
                  <a:pt x="10048218" y="5900128"/>
                  <a:pt x="10050054" y="5902288"/>
                  <a:pt x="10053148" y="5905564"/>
                </a:cubicBezTo>
                <a:cubicBezTo>
                  <a:pt x="10054491" y="5906995"/>
                  <a:pt x="10055162" y="5908869"/>
                  <a:pt x="10055162" y="5911185"/>
                </a:cubicBezTo>
                <a:cubicBezTo>
                  <a:pt x="10055162" y="5916330"/>
                  <a:pt x="10052359" y="5919826"/>
                  <a:pt x="10046752" y="5921671"/>
                </a:cubicBezTo>
                <a:cubicBezTo>
                  <a:pt x="10041145" y="5923516"/>
                  <a:pt x="10031742" y="5924438"/>
                  <a:pt x="10018541" y="5924438"/>
                </a:cubicBezTo>
                <a:cubicBezTo>
                  <a:pt x="10009463" y="5924438"/>
                  <a:pt x="10002985" y="5923622"/>
                  <a:pt x="9999105" y="5921988"/>
                </a:cubicBezTo>
                <a:cubicBezTo>
                  <a:pt x="9994544" y="5920056"/>
                  <a:pt x="9992264" y="5916870"/>
                  <a:pt x="9992264" y="5912430"/>
                </a:cubicBezTo>
                <a:cubicBezTo>
                  <a:pt x="9992264" y="5910751"/>
                  <a:pt x="9992516" y="5909514"/>
                  <a:pt x="9993019" y="5908717"/>
                </a:cubicBezTo>
                <a:cubicBezTo>
                  <a:pt x="9993523" y="5907920"/>
                  <a:pt x="9994884" y="5906315"/>
                  <a:pt x="9997101" y="5903901"/>
                </a:cubicBezTo>
                <a:cubicBezTo>
                  <a:pt x="9999367" y="5901522"/>
                  <a:pt x="10000500" y="5893001"/>
                  <a:pt x="10000500" y="5878339"/>
                </a:cubicBezTo>
                <a:cubicBezTo>
                  <a:pt x="10000500" y="5869847"/>
                  <a:pt x="9999955" y="5863986"/>
                  <a:pt x="9998864" y="5860757"/>
                </a:cubicBezTo>
                <a:cubicBezTo>
                  <a:pt x="9996722" y="5857373"/>
                  <a:pt x="9993832" y="5855681"/>
                  <a:pt x="9990196" y="5855681"/>
                </a:cubicBezTo>
                <a:cubicBezTo>
                  <a:pt x="9986727" y="5855681"/>
                  <a:pt x="9984335" y="5856814"/>
                  <a:pt x="9983018" y="5859078"/>
                </a:cubicBezTo>
                <a:cubicBezTo>
                  <a:pt x="9981701" y="5861343"/>
                  <a:pt x="9981043" y="5865912"/>
                  <a:pt x="9981043" y="5872786"/>
                </a:cubicBezTo>
                <a:lnTo>
                  <a:pt x="9981043" y="5891745"/>
                </a:lnTo>
                <a:cubicBezTo>
                  <a:pt x="9981043" y="5895355"/>
                  <a:pt x="9981247" y="5897758"/>
                  <a:pt x="9981655" y="5898955"/>
                </a:cubicBezTo>
                <a:cubicBezTo>
                  <a:pt x="9982062" y="5900152"/>
                  <a:pt x="9983538" y="5902657"/>
                  <a:pt x="9986080" y="5906471"/>
                </a:cubicBezTo>
                <a:cubicBezTo>
                  <a:pt x="9987063" y="5908079"/>
                  <a:pt x="9987554" y="5909778"/>
                  <a:pt x="9987554" y="5911568"/>
                </a:cubicBezTo>
                <a:cubicBezTo>
                  <a:pt x="9987554" y="5916255"/>
                  <a:pt x="9984656" y="5919588"/>
                  <a:pt x="9978862" y="5921566"/>
                </a:cubicBezTo>
                <a:cubicBezTo>
                  <a:pt x="9973067" y="5923545"/>
                  <a:pt x="9964492" y="5924535"/>
                  <a:pt x="9953137" y="5924535"/>
                </a:cubicBezTo>
                <a:cubicBezTo>
                  <a:pt x="9934086" y="5924535"/>
                  <a:pt x="9924561" y="5920212"/>
                  <a:pt x="9924561" y="5911568"/>
                </a:cubicBezTo>
                <a:cubicBezTo>
                  <a:pt x="9924561" y="5909632"/>
                  <a:pt x="9924917" y="5908141"/>
                  <a:pt x="9925629" y="5907095"/>
                </a:cubicBezTo>
                <a:cubicBezTo>
                  <a:pt x="9926340" y="5906049"/>
                  <a:pt x="9927813" y="5904723"/>
                  <a:pt x="9930047" y="5903116"/>
                </a:cubicBezTo>
                <a:cubicBezTo>
                  <a:pt x="9931339" y="5902172"/>
                  <a:pt x="9932171" y="5901049"/>
                  <a:pt x="9932543" y="5899748"/>
                </a:cubicBezTo>
                <a:cubicBezTo>
                  <a:pt x="9932915" y="5898447"/>
                  <a:pt x="9933287" y="5894823"/>
                  <a:pt x="9933658" y="5888876"/>
                </a:cubicBezTo>
                <a:cubicBezTo>
                  <a:pt x="9934105" y="5881594"/>
                  <a:pt x="9934330" y="5873996"/>
                  <a:pt x="9934330" y="5866082"/>
                </a:cubicBezTo>
                <a:cubicBezTo>
                  <a:pt x="9934330" y="5862016"/>
                  <a:pt x="9934064" y="5859441"/>
                  <a:pt x="9933534" y="5858356"/>
                </a:cubicBezTo>
                <a:cubicBezTo>
                  <a:pt x="9933004" y="5857271"/>
                  <a:pt x="9931003" y="5855371"/>
                  <a:pt x="9927530" y="5852657"/>
                </a:cubicBezTo>
                <a:cubicBezTo>
                  <a:pt x="9924784" y="5851503"/>
                  <a:pt x="9923412" y="5849306"/>
                  <a:pt x="9923412" y="5846067"/>
                </a:cubicBezTo>
                <a:cubicBezTo>
                  <a:pt x="9923412" y="5842861"/>
                  <a:pt x="9924706" y="5840315"/>
                  <a:pt x="9927296" y="5838429"/>
                </a:cubicBezTo>
                <a:cubicBezTo>
                  <a:pt x="9929885" y="5836543"/>
                  <a:pt x="9934731" y="5834329"/>
                  <a:pt x="9941835" y="5831788"/>
                </a:cubicBezTo>
                <a:cubicBezTo>
                  <a:pt x="9947896" y="5829641"/>
                  <a:pt x="9953868" y="5827791"/>
                  <a:pt x="9959750" y="5826238"/>
                </a:cubicBezTo>
                <a:cubicBezTo>
                  <a:pt x="9965631" y="5824685"/>
                  <a:pt x="9969683" y="5823909"/>
                  <a:pt x="9971906" y="5823909"/>
                </a:cubicBezTo>
                <a:cubicBezTo>
                  <a:pt x="9974406" y="5823909"/>
                  <a:pt x="9976506" y="5824821"/>
                  <a:pt x="9978206" y="5826646"/>
                </a:cubicBezTo>
                <a:cubicBezTo>
                  <a:pt x="9979906" y="5828470"/>
                  <a:pt x="9980756" y="5830571"/>
                  <a:pt x="9980756" y="5832949"/>
                </a:cubicBezTo>
                <a:cubicBezTo>
                  <a:pt x="9980756" y="5832733"/>
                  <a:pt x="9980708" y="5833644"/>
                  <a:pt x="9980615" y="5835682"/>
                </a:cubicBezTo>
                <a:cubicBezTo>
                  <a:pt x="9980580" y="5835958"/>
                  <a:pt x="9980564" y="5836292"/>
                  <a:pt x="9980564" y="5836683"/>
                </a:cubicBezTo>
                <a:cubicBezTo>
                  <a:pt x="9980564" y="5838445"/>
                  <a:pt x="9981156" y="5839327"/>
                  <a:pt x="9982343" y="5839327"/>
                </a:cubicBezTo>
                <a:cubicBezTo>
                  <a:pt x="9983187" y="5839327"/>
                  <a:pt x="9984563" y="5838113"/>
                  <a:pt x="9986471" y="5835687"/>
                </a:cubicBezTo>
                <a:cubicBezTo>
                  <a:pt x="9991781" y="5827771"/>
                  <a:pt x="10000013" y="5823812"/>
                  <a:pt x="10011167" y="5823812"/>
                </a:cubicBezTo>
                <a:close/>
                <a:moveTo>
                  <a:pt x="9468242" y="5823812"/>
                </a:moveTo>
                <a:cubicBezTo>
                  <a:pt x="9476717" y="5823812"/>
                  <a:pt x="9484296" y="5826502"/>
                  <a:pt x="9490978" y="5831881"/>
                </a:cubicBezTo>
                <a:cubicBezTo>
                  <a:pt x="9494761" y="5834218"/>
                  <a:pt x="9497503" y="5837544"/>
                  <a:pt x="9499202" y="5841858"/>
                </a:cubicBezTo>
                <a:cubicBezTo>
                  <a:pt x="9500902" y="5846173"/>
                  <a:pt x="9501946" y="5852319"/>
                  <a:pt x="9502335" y="5860296"/>
                </a:cubicBezTo>
                <a:lnTo>
                  <a:pt x="9503675" y="5893992"/>
                </a:lnTo>
                <a:cubicBezTo>
                  <a:pt x="9503791" y="5896341"/>
                  <a:pt x="9504139" y="5898038"/>
                  <a:pt x="9504716" y="5899083"/>
                </a:cubicBezTo>
                <a:cubicBezTo>
                  <a:pt x="9505294" y="5900128"/>
                  <a:pt x="9507128" y="5902288"/>
                  <a:pt x="9510223" y="5905564"/>
                </a:cubicBezTo>
                <a:cubicBezTo>
                  <a:pt x="9511566" y="5906995"/>
                  <a:pt x="9512237" y="5908869"/>
                  <a:pt x="9512237" y="5911185"/>
                </a:cubicBezTo>
                <a:cubicBezTo>
                  <a:pt x="9512237" y="5916330"/>
                  <a:pt x="9509434" y="5919826"/>
                  <a:pt x="9503827" y="5921671"/>
                </a:cubicBezTo>
                <a:cubicBezTo>
                  <a:pt x="9498220" y="5923516"/>
                  <a:pt x="9488817" y="5924438"/>
                  <a:pt x="9475616" y="5924438"/>
                </a:cubicBezTo>
                <a:cubicBezTo>
                  <a:pt x="9466538" y="5924438"/>
                  <a:pt x="9460059" y="5923622"/>
                  <a:pt x="9456180" y="5921988"/>
                </a:cubicBezTo>
                <a:cubicBezTo>
                  <a:pt x="9451620" y="5920056"/>
                  <a:pt x="9449338" y="5916870"/>
                  <a:pt x="9449338" y="5912430"/>
                </a:cubicBezTo>
                <a:cubicBezTo>
                  <a:pt x="9449338" y="5910751"/>
                  <a:pt x="9449591" y="5909514"/>
                  <a:pt x="9450094" y="5908717"/>
                </a:cubicBezTo>
                <a:cubicBezTo>
                  <a:pt x="9450598" y="5907920"/>
                  <a:pt x="9451958" y="5906315"/>
                  <a:pt x="9454176" y="5903901"/>
                </a:cubicBezTo>
                <a:cubicBezTo>
                  <a:pt x="9456442" y="5901522"/>
                  <a:pt x="9457575" y="5893001"/>
                  <a:pt x="9457575" y="5878339"/>
                </a:cubicBezTo>
                <a:cubicBezTo>
                  <a:pt x="9457575" y="5869847"/>
                  <a:pt x="9457029" y="5863986"/>
                  <a:pt x="9455939" y="5860757"/>
                </a:cubicBezTo>
                <a:cubicBezTo>
                  <a:pt x="9453797" y="5857373"/>
                  <a:pt x="9450908" y="5855681"/>
                  <a:pt x="9447271" y="5855681"/>
                </a:cubicBezTo>
                <a:cubicBezTo>
                  <a:pt x="9443803" y="5855681"/>
                  <a:pt x="9441410" y="5856814"/>
                  <a:pt x="9440093" y="5859078"/>
                </a:cubicBezTo>
                <a:cubicBezTo>
                  <a:pt x="9438776" y="5861343"/>
                  <a:pt x="9438118" y="5865912"/>
                  <a:pt x="9438118" y="5872786"/>
                </a:cubicBezTo>
                <a:lnTo>
                  <a:pt x="9438118" y="5891745"/>
                </a:lnTo>
                <a:cubicBezTo>
                  <a:pt x="9438118" y="5895355"/>
                  <a:pt x="9438321" y="5897758"/>
                  <a:pt x="9438730" y="5898955"/>
                </a:cubicBezTo>
                <a:cubicBezTo>
                  <a:pt x="9439138" y="5900152"/>
                  <a:pt x="9440613" y="5902657"/>
                  <a:pt x="9443155" y="5906471"/>
                </a:cubicBezTo>
                <a:cubicBezTo>
                  <a:pt x="9444138" y="5908079"/>
                  <a:pt x="9444629" y="5909778"/>
                  <a:pt x="9444629" y="5911568"/>
                </a:cubicBezTo>
                <a:cubicBezTo>
                  <a:pt x="9444629" y="5916255"/>
                  <a:pt x="9441732" y="5919588"/>
                  <a:pt x="9435937" y="5921566"/>
                </a:cubicBezTo>
                <a:cubicBezTo>
                  <a:pt x="9430141" y="5923545"/>
                  <a:pt x="9421566" y="5924535"/>
                  <a:pt x="9410212" y="5924535"/>
                </a:cubicBezTo>
                <a:cubicBezTo>
                  <a:pt x="9391161" y="5924535"/>
                  <a:pt x="9381636" y="5920212"/>
                  <a:pt x="9381636" y="5911568"/>
                </a:cubicBezTo>
                <a:cubicBezTo>
                  <a:pt x="9381636" y="5909632"/>
                  <a:pt x="9381992" y="5908141"/>
                  <a:pt x="9382703" y="5907095"/>
                </a:cubicBezTo>
                <a:cubicBezTo>
                  <a:pt x="9383416" y="5906049"/>
                  <a:pt x="9384888" y="5904723"/>
                  <a:pt x="9387122" y="5903116"/>
                </a:cubicBezTo>
                <a:cubicBezTo>
                  <a:pt x="9388414" y="5902172"/>
                  <a:pt x="9389247" y="5901049"/>
                  <a:pt x="9389618" y="5899748"/>
                </a:cubicBezTo>
                <a:cubicBezTo>
                  <a:pt x="9389990" y="5898447"/>
                  <a:pt x="9390361" y="5894823"/>
                  <a:pt x="9390733" y="5888876"/>
                </a:cubicBezTo>
                <a:cubicBezTo>
                  <a:pt x="9391181" y="5881594"/>
                  <a:pt x="9391405" y="5873996"/>
                  <a:pt x="9391405" y="5866082"/>
                </a:cubicBezTo>
                <a:cubicBezTo>
                  <a:pt x="9391405" y="5862016"/>
                  <a:pt x="9391140" y="5859441"/>
                  <a:pt x="9390609" y="5858356"/>
                </a:cubicBezTo>
                <a:cubicBezTo>
                  <a:pt x="9390079" y="5857271"/>
                  <a:pt x="9388078" y="5855371"/>
                  <a:pt x="9384605" y="5852657"/>
                </a:cubicBezTo>
                <a:cubicBezTo>
                  <a:pt x="9381860" y="5851503"/>
                  <a:pt x="9380487" y="5849306"/>
                  <a:pt x="9380487" y="5846067"/>
                </a:cubicBezTo>
                <a:cubicBezTo>
                  <a:pt x="9380487" y="5842861"/>
                  <a:pt x="9381782" y="5840315"/>
                  <a:pt x="9384371" y="5838429"/>
                </a:cubicBezTo>
                <a:cubicBezTo>
                  <a:pt x="9386960" y="5836543"/>
                  <a:pt x="9391806" y="5834329"/>
                  <a:pt x="9398909" y="5831788"/>
                </a:cubicBezTo>
                <a:cubicBezTo>
                  <a:pt x="9404971" y="5829641"/>
                  <a:pt x="9410943" y="5827791"/>
                  <a:pt x="9416824" y="5826238"/>
                </a:cubicBezTo>
                <a:cubicBezTo>
                  <a:pt x="9422706" y="5824685"/>
                  <a:pt x="9426758" y="5823909"/>
                  <a:pt x="9428981" y="5823909"/>
                </a:cubicBezTo>
                <a:cubicBezTo>
                  <a:pt x="9431481" y="5823909"/>
                  <a:pt x="9433581" y="5824821"/>
                  <a:pt x="9435281" y="5826646"/>
                </a:cubicBezTo>
                <a:cubicBezTo>
                  <a:pt x="9436980" y="5828470"/>
                  <a:pt x="9437830" y="5830571"/>
                  <a:pt x="9437830" y="5832949"/>
                </a:cubicBezTo>
                <a:cubicBezTo>
                  <a:pt x="9437830" y="5832733"/>
                  <a:pt x="9437784" y="5833644"/>
                  <a:pt x="9437690" y="5835682"/>
                </a:cubicBezTo>
                <a:cubicBezTo>
                  <a:pt x="9437656" y="5835958"/>
                  <a:pt x="9437639" y="5836292"/>
                  <a:pt x="9437639" y="5836683"/>
                </a:cubicBezTo>
                <a:cubicBezTo>
                  <a:pt x="9437639" y="5838445"/>
                  <a:pt x="9438231" y="5839327"/>
                  <a:pt x="9439417" y="5839327"/>
                </a:cubicBezTo>
                <a:cubicBezTo>
                  <a:pt x="9440262" y="5839327"/>
                  <a:pt x="9441638" y="5838113"/>
                  <a:pt x="9443546" y="5835687"/>
                </a:cubicBezTo>
                <a:cubicBezTo>
                  <a:pt x="9448856" y="5827771"/>
                  <a:pt x="9457089" y="5823812"/>
                  <a:pt x="9468242" y="5823812"/>
                </a:cubicBezTo>
                <a:close/>
                <a:moveTo>
                  <a:pt x="8887217" y="5823812"/>
                </a:moveTo>
                <a:cubicBezTo>
                  <a:pt x="8895692" y="5823812"/>
                  <a:pt x="8903271" y="5826502"/>
                  <a:pt x="8909953" y="5831881"/>
                </a:cubicBezTo>
                <a:cubicBezTo>
                  <a:pt x="8913736" y="5834218"/>
                  <a:pt x="8916478" y="5837544"/>
                  <a:pt x="8918177" y="5841858"/>
                </a:cubicBezTo>
                <a:cubicBezTo>
                  <a:pt x="8919877" y="5846173"/>
                  <a:pt x="8920921" y="5852319"/>
                  <a:pt x="8921310" y="5860296"/>
                </a:cubicBezTo>
                <a:lnTo>
                  <a:pt x="8922650" y="5893992"/>
                </a:lnTo>
                <a:cubicBezTo>
                  <a:pt x="8922766" y="5896341"/>
                  <a:pt x="8923114" y="5898038"/>
                  <a:pt x="8923691" y="5899083"/>
                </a:cubicBezTo>
                <a:cubicBezTo>
                  <a:pt x="8924269" y="5900128"/>
                  <a:pt x="8926103" y="5902288"/>
                  <a:pt x="8929197" y="5905564"/>
                </a:cubicBezTo>
                <a:cubicBezTo>
                  <a:pt x="8930540" y="5906995"/>
                  <a:pt x="8931212" y="5908869"/>
                  <a:pt x="8931212" y="5911185"/>
                </a:cubicBezTo>
                <a:cubicBezTo>
                  <a:pt x="8931212" y="5916330"/>
                  <a:pt x="8928409" y="5919826"/>
                  <a:pt x="8922802" y="5921671"/>
                </a:cubicBezTo>
                <a:cubicBezTo>
                  <a:pt x="8917195" y="5923516"/>
                  <a:pt x="8907791" y="5924438"/>
                  <a:pt x="8894591" y="5924438"/>
                </a:cubicBezTo>
                <a:cubicBezTo>
                  <a:pt x="8885513" y="5924438"/>
                  <a:pt x="8879034" y="5923622"/>
                  <a:pt x="8875155" y="5921988"/>
                </a:cubicBezTo>
                <a:cubicBezTo>
                  <a:pt x="8870594" y="5920056"/>
                  <a:pt x="8868314" y="5916870"/>
                  <a:pt x="8868314" y="5912430"/>
                </a:cubicBezTo>
                <a:cubicBezTo>
                  <a:pt x="8868314" y="5910751"/>
                  <a:pt x="8868566" y="5909514"/>
                  <a:pt x="8869069" y="5908717"/>
                </a:cubicBezTo>
                <a:cubicBezTo>
                  <a:pt x="8869572" y="5907920"/>
                  <a:pt x="8870933" y="5906315"/>
                  <a:pt x="8873152" y="5903901"/>
                </a:cubicBezTo>
                <a:cubicBezTo>
                  <a:pt x="8875416" y="5901522"/>
                  <a:pt x="8876550" y="5893001"/>
                  <a:pt x="8876550" y="5878339"/>
                </a:cubicBezTo>
                <a:cubicBezTo>
                  <a:pt x="8876550" y="5869847"/>
                  <a:pt x="8876004" y="5863986"/>
                  <a:pt x="8874914" y="5860757"/>
                </a:cubicBezTo>
                <a:cubicBezTo>
                  <a:pt x="8872772" y="5857373"/>
                  <a:pt x="8869883" y="5855681"/>
                  <a:pt x="8866246" y="5855681"/>
                </a:cubicBezTo>
                <a:cubicBezTo>
                  <a:pt x="8862778" y="5855681"/>
                  <a:pt x="8860385" y="5856814"/>
                  <a:pt x="8859068" y="5859078"/>
                </a:cubicBezTo>
                <a:cubicBezTo>
                  <a:pt x="8857750" y="5861343"/>
                  <a:pt x="8857092" y="5865912"/>
                  <a:pt x="8857092" y="5872786"/>
                </a:cubicBezTo>
                <a:lnTo>
                  <a:pt x="8857092" y="5891745"/>
                </a:lnTo>
                <a:cubicBezTo>
                  <a:pt x="8857092" y="5895355"/>
                  <a:pt x="8857296" y="5897758"/>
                  <a:pt x="8857704" y="5898955"/>
                </a:cubicBezTo>
                <a:cubicBezTo>
                  <a:pt x="8858113" y="5900152"/>
                  <a:pt x="8859588" y="5902657"/>
                  <a:pt x="8862130" y="5906471"/>
                </a:cubicBezTo>
                <a:cubicBezTo>
                  <a:pt x="8863112" y="5908079"/>
                  <a:pt x="8863604" y="5909778"/>
                  <a:pt x="8863604" y="5911568"/>
                </a:cubicBezTo>
                <a:cubicBezTo>
                  <a:pt x="8863604" y="5916255"/>
                  <a:pt x="8860707" y="5919588"/>
                  <a:pt x="8854912" y="5921566"/>
                </a:cubicBezTo>
                <a:cubicBezTo>
                  <a:pt x="8849116" y="5923545"/>
                  <a:pt x="8840541" y="5924535"/>
                  <a:pt x="8829186" y="5924535"/>
                </a:cubicBezTo>
                <a:cubicBezTo>
                  <a:pt x="8810136" y="5924535"/>
                  <a:pt x="8800611" y="5920212"/>
                  <a:pt x="8800611" y="5911568"/>
                </a:cubicBezTo>
                <a:cubicBezTo>
                  <a:pt x="8800611" y="5909632"/>
                  <a:pt x="8800966" y="5908141"/>
                  <a:pt x="8801678" y="5907095"/>
                </a:cubicBezTo>
                <a:cubicBezTo>
                  <a:pt x="8802390" y="5906049"/>
                  <a:pt x="8803863" y="5904723"/>
                  <a:pt x="8806098" y="5903116"/>
                </a:cubicBezTo>
                <a:cubicBezTo>
                  <a:pt x="8807389" y="5902172"/>
                  <a:pt x="8808222" y="5901049"/>
                  <a:pt x="8808593" y="5899748"/>
                </a:cubicBezTo>
                <a:cubicBezTo>
                  <a:pt x="8808964" y="5898447"/>
                  <a:pt x="8809336" y="5894823"/>
                  <a:pt x="8809708" y="5888876"/>
                </a:cubicBezTo>
                <a:cubicBezTo>
                  <a:pt x="8810156" y="5881594"/>
                  <a:pt x="8810380" y="5873996"/>
                  <a:pt x="8810380" y="5866082"/>
                </a:cubicBezTo>
                <a:cubicBezTo>
                  <a:pt x="8810380" y="5862016"/>
                  <a:pt x="8810114" y="5859441"/>
                  <a:pt x="8809584" y="5858356"/>
                </a:cubicBezTo>
                <a:cubicBezTo>
                  <a:pt x="8809054" y="5857271"/>
                  <a:pt x="8807052" y="5855371"/>
                  <a:pt x="8803579" y="5852657"/>
                </a:cubicBezTo>
                <a:cubicBezTo>
                  <a:pt x="8800834" y="5851503"/>
                  <a:pt x="8799462" y="5849306"/>
                  <a:pt x="8799462" y="5846067"/>
                </a:cubicBezTo>
                <a:cubicBezTo>
                  <a:pt x="8799462" y="5842861"/>
                  <a:pt x="8800757" y="5840315"/>
                  <a:pt x="8803346" y="5838429"/>
                </a:cubicBezTo>
                <a:cubicBezTo>
                  <a:pt x="8805934" y="5836543"/>
                  <a:pt x="8810782" y="5834329"/>
                  <a:pt x="8817884" y="5831788"/>
                </a:cubicBezTo>
                <a:cubicBezTo>
                  <a:pt x="8823946" y="5829641"/>
                  <a:pt x="8829918" y="5827791"/>
                  <a:pt x="8835799" y="5826238"/>
                </a:cubicBezTo>
                <a:cubicBezTo>
                  <a:pt x="8841680" y="5824685"/>
                  <a:pt x="8845734" y="5823909"/>
                  <a:pt x="8847956" y="5823909"/>
                </a:cubicBezTo>
                <a:cubicBezTo>
                  <a:pt x="8850456" y="5823909"/>
                  <a:pt x="8852556" y="5824821"/>
                  <a:pt x="8854256" y="5826646"/>
                </a:cubicBezTo>
                <a:cubicBezTo>
                  <a:pt x="8855956" y="5828470"/>
                  <a:pt x="8856806" y="5830571"/>
                  <a:pt x="8856806" y="5832949"/>
                </a:cubicBezTo>
                <a:cubicBezTo>
                  <a:pt x="8856806" y="5832733"/>
                  <a:pt x="8856759" y="5833644"/>
                  <a:pt x="8856666" y="5835682"/>
                </a:cubicBezTo>
                <a:cubicBezTo>
                  <a:pt x="8856631" y="5835958"/>
                  <a:pt x="8856613" y="5836292"/>
                  <a:pt x="8856613" y="5836683"/>
                </a:cubicBezTo>
                <a:cubicBezTo>
                  <a:pt x="8856613" y="5838445"/>
                  <a:pt x="8857206" y="5839327"/>
                  <a:pt x="8858392" y="5839327"/>
                </a:cubicBezTo>
                <a:cubicBezTo>
                  <a:pt x="8859237" y="5839327"/>
                  <a:pt x="8860614" y="5838113"/>
                  <a:pt x="8862520" y="5835687"/>
                </a:cubicBezTo>
                <a:cubicBezTo>
                  <a:pt x="8867832" y="5827771"/>
                  <a:pt x="8876063" y="5823812"/>
                  <a:pt x="8887217" y="5823812"/>
                </a:cubicBezTo>
                <a:close/>
                <a:moveTo>
                  <a:pt x="8116486" y="5823812"/>
                </a:moveTo>
                <a:cubicBezTo>
                  <a:pt x="8119166" y="5823812"/>
                  <a:pt x="8121035" y="5824503"/>
                  <a:pt x="8122092" y="5825884"/>
                </a:cubicBezTo>
                <a:cubicBezTo>
                  <a:pt x="8123151" y="5827265"/>
                  <a:pt x="8123985" y="5830698"/>
                  <a:pt x="8124594" y="5836183"/>
                </a:cubicBezTo>
                <a:cubicBezTo>
                  <a:pt x="8124782" y="5837832"/>
                  <a:pt x="8125097" y="5838657"/>
                  <a:pt x="8125543" y="5838657"/>
                </a:cubicBezTo>
                <a:cubicBezTo>
                  <a:pt x="8126092" y="5838657"/>
                  <a:pt x="8126654" y="5838243"/>
                  <a:pt x="8127227" y="5837416"/>
                </a:cubicBezTo>
                <a:cubicBezTo>
                  <a:pt x="8132929" y="5828411"/>
                  <a:pt x="8140252" y="5823909"/>
                  <a:pt x="8149195" y="5823909"/>
                </a:cubicBezTo>
                <a:cubicBezTo>
                  <a:pt x="8155567" y="5823909"/>
                  <a:pt x="8161007" y="5826584"/>
                  <a:pt x="8165515" y="5831936"/>
                </a:cubicBezTo>
                <a:cubicBezTo>
                  <a:pt x="8167102" y="5832801"/>
                  <a:pt x="8168521" y="5834812"/>
                  <a:pt x="8169770" y="5837969"/>
                </a:cubicBezTo>
                <a:cubicBezTo>
                  <a:pt x="8171020" y="5841126"/>
                  <a:pt x="8171644" y="5844145"/>
                  <a:pt x="8171644" y="5847026"/>
                </a:cubicBezTo>
                <a:cubicBezTo>
                  <a:pt x="8171644" y="5850267"/>
                  <a:pt x="8170881" y="5853605"/>
                  <a:pt x="8169353" y="5857040"/>
                </a:cubicBezTo>
                <a:cubicBezTo>
                  <a:pt x="8167827" y="5860474"/>
                  <a:pt x="8165842" y="5863309"/>
                  <a:pt x="8163399" y="5865543"/>
                </a:cubicBezTo>
                <a:cubicBezTo>
                  <a:pt x="8158978" y="5869758"/>
                  <a:pt x="8153509" y="5871865"/>
                  <a:pt x="8146993" y="5871865"/>
                </a:cubicBezTo>
                <a:cubicBezTo>
                  <a:pt x="8143400" y="5871865"/>
                  <a:pt x="8140392" y="5871233"/>
                  <a:pt x="8137970" y="5869969"/>
                </a:cubicBezTo>
                <a:cubicBezTo>
                  <a:pt x="8135548" y="5868705"/>
                  <a:pt x="8132288" y="5865691"/>
                  <a:pt x="8128186" y="5860926"/>
                </a:cubicBezTo>
                <a:cubicBezTo>
                  <a:pt x="8127578" y="5861069"/>
                  <a:pt x="8126984" y="5861140"/>
                  <a:pt x="8126405" y="5861140"/>
                </a:cubicBezTo>
                <a:cubicBezTo>
                  <a:pt x="8125662" y="5861140"/>
                  <a:pt x="8125100" y="5861847"/>
                  <a:pt x="8124719" y="5863261"/>
                </a:cubicBezTo>
                <a:cubicBezTo>
                  <a:pt x="8124338" y="5864676"/>
                  <a:pt x="8124147" y="5868552"/>
                  <a:pt x="8124147" y="5874892"/>
                </a:cubicBezTo>
                <a:cubicBezTo>
                  <a:pt x="8124147" y="5884501"/>
                  <a:pt x="8124448" y="5890813"/>
                  <a:pt x="8125050" y="5893827"/>
                </a:cubicBezTo>
                <a:cubicBezTo>
                  <a:pt x="8125465" y="5895605"/>
                  <a:pt x="8125944" y="5896744"/>
                  <a:pt x="8126485" y="5897242"/>
                </a:cubicBezTo>
                <a:cubicBezTo>
                  <a:pt x="8127027" y="5897741"/>
                  <a:pt x="8128848" y="5898443"/>
                  <a:pt x="8131948" y="5899350"/>
                </a:cubicBezTo>
                <a:cubicBezTo>
                  <a:pt x="8137855" y="5901123"/>
                  <a:pt x="8140808" y="5904621"/>
                  <a:pt x="8140808" y="5909845"/>
                </a:cubicBezTo>
                <a:cubicBezTo>
                  <a:pt x="8140808" y="5912973"/>
                  <a:pt x="8139721" y="5915680"/>
                  <a:pt x="8137548" y="5917966"/>
                </a:cubicBezTo>
                <a:cubicBezTo>
                  <a:pt x="8135375" y="5920252"/>
                  <a:pt x="8132534" y="5921761"/>
                  <a:pt x="8129024" y="5922493"/>
                </a:cubicBezTo>
                <a:cubicBezTo>
                  <a:pt x="8122799" y="5923790"/>
                  <a:pt x="8113658" y="5924438"/>
                  <a:pt x="8101602" y="5924438"/>
                </a:cubicBezTo>
                <a:cubicBezTo>
                  <a:pt x="8090057" y="5924438"/>
                  <a:pt x="8081257" y="5923419"/>
                  <a:pt x="8075203" y="5921379"/>
                </a:cubicBezTo>
                <a:cubicBezTo>
                  <a:pt x="8069092" y="5919292"/>
                  <a:pt x="8066037" y="5915575"/>
                  <a:pt x="8066037" y="5910228"/>
                </a:cubicBezTo>
                <a:cubicBezTo>
                  <a:pt x="8066037" y="5906225"/>
                  <a:pt x="8068344" y="5902647"/>
                  <a:pt x="8072958" y="5899493"/>
                </a:cubicBezTo>
                <a:cubicBezTo>
                  <a:pt x="8074381" y="5898562"/>
                  <a:pt x="8075367" y="5897711"/>
                  <a:pt x="8075915" y="5896938"/>
                </a:cubicBezTo>
                <a:cubicBezTo>
                  <a:pt x="8076464" y="5896165"/>
                  <a:pt x="8076861" y="5894946"/>
                  <a:pt x="8077107" y="5893281"/>
                </a:cubicBezTo>
                <a:cubicBezTo>
                  <a:pt x="8078090" y="5887690"/>
                  <a:pt x="8078581" y="5877156"/>
                  <a:pt x="8078581" y="5861677"/>
                </a:cubicBezTo>
                <a:cubicBezTo>
                  <a:pt x="8078581" y="5859137"/>
                  <a:pt x="8078353" y="5857421"/>
                  <a:pt x="8077896" y="5856531"/>
                </a:cubicBezTo>
                <a:cubicBezTo>
                  <a:pt x="8077440" y="5855640"/>
                  <a:pt x="8076479" y="5854902"/>
                  <a:pt x="8075015" y="5854316"/>
                </a:cubicBezTo>
                <a:cubicBezTo>
                  <a:pt x="8069669" y="5852207"/>
                  <a:pt x="8066995" y="5849010"/>
                  <a:pt x="8066995" y="5844727"/>
                </a:cubicBezTo>
                <a:cubicBezTo>
                  <a:pt x="8066995" y="5840991"/>
                  <a:pt x="8068743" y="5837894"/>
                  <a:pt x="8072236" y="5835434"/>
                </a:cubicBezTo>
                <a:cubicBezTo>
                  <a:pt x="8075729" y="5832973"/>
                  <a:pt x="8081240" y="5830631"/>
                  <a:pt x="8088765" y="5828406"/>
                </a:cubicBezTo>
                <a:cubicBezTo>
                  <a:pt x="8098724" y="5825430"/>
                  <a:pt x="8107964" y="5823899"/>
                  <a:pt x="8116486" y="5823812"/>
                </a:cubicBezTo>
                <a:close/>
                <a:moveTo>
                  <a:pt x="7763267" y="5823812"/>
                </a:moveTo>
                <a:cubicBezTo>
                  <a:pt x="7771742" y="5823812"/>
                  <a:pt x="7779320" y="5826502"/>
                  <a:pt x="7786002" y="5831881"/>
                </a:cubicBezTo>
                <a:cubicBezTo>
                  <a:pt x="7789786" y="5834218"/>
                  <a:pt x="7792528" y="5837544"/>
                  <a:pt x="7794227" y="5841858"/>
                </a:cubicBezTo>
                <a:cubicBezTo>
                  <a:pt x="7795927" y="5846173"/>
                  <a:pt x="7796971" y="5852319"/>
                  <a:pt x="7797359" y="5860296"/>
                </a:cubicBezTo>
                <a:lnTo>
                  <a:pt x="7798699" y="5893992"/>
                </a:lnTo>
                <a:cubicBezTo>
                  <a:pt x="7798817" y="5896341"/>
                  <a:pt x="7799164" y="5898038"/>
                  <a:pt x="7799741" y="5899083"/>
                </a:cubicBezTo>
                <a:cubicBezTo>
                  <a:pt x="7800318" y="5900128"/>
                  <a:pt x="7802154" y="5902288"/>
                  <a:pt x="7805248" y="5905564"/>
                </a:cubicBezTo>
                <a:cubicBezTo>
                  <a:pt x="7806591" y="5906995"/>
                  <a:pt x="7807262" y="5908869"/>
                  <a:pt x="7807262" y="5911185"/>
                </a:cubicBezTo>
                <a:cubicBezTo>
                  <a:pt x="7807262" y="5916330"/>
                  <a:pt x="7804459" y="5919826"/>
                  <a:pt x="7798852" y="5921671"/>
                </a:cubicBezTo>
                <a:cubicBezTo>
                  <a:pt x="7793245" y="5923516"/>
                  <a:pt x="7783841" y="5924438"/>
                  <a:pt x="7770641" y="5924438"/>
                </a:cubicBezTo>
                <a:cubicBezTo>
                  <a:pt x="7761563" y="5924438"/>
                  <a:pt x="7755084" y="5923622"/>
                  <a:pt x="7751205" y="5921988"/>
                </a:cubicBezTo>
                <a:cubicBezTo>
                  <a:pt x="7746644" y="5920056"/>
                  <a:pt x="7744364" y="5916870"/>
                  <a:pt x="7744364" y="5912430"/>
                </a:cubicBezTo>
                <a:cubicBezTo>
                  <a:pt x="7744364" y="5910751"/>
                  <a:pt x="7744615" y="5909514"/>
                  <a:pt x="7745119" y="5908717"/>
                </a:cubicBezTo>
                <a:cubicBezTo>
                  <a:pt x="7745623" y="5907920"/>
                  <a:pt x="7746984" y="5906315"/>
                  <a:pt x="7749201" y="5903901"/>
                </a:cubicBezTo>
                <a:cubicBezTo>
                  <a:pt x="7751467" y="5901522"/>
                  <a:pt x="7752600" y="5893001"/>
                  <a:pt x="7752600" y="5878339"/>
                </a:cubicBezTo>
                <a:cubicBezTo>
                  <a:pt x="7752600" y="5869847"/>
                  <a:pt x="7752055" y="5863986"/>
                  <a:pt x="7750964" y="5860757"/>
                </a:cubicBezTo>
                <a:cubicBezTo>
                  <a:pt x="7748823" y="5857373"/>
                  <a:pt x="7745933" y="5855681"/>
                  <a:pt x="7742296" y="5855681"/>
                </a:cubicBezTo>
                <a:cubicBezTo>
                  <a:pt x="7738828" y="5855681"/>
                  <a:pt x="7736435" y="5856814"/>
                  <a:pt x="7735118" y="5859078"/>
                </a:cubicBezTo>
                <a:cubicBezTo>
                  <a:pt x="7733801" y="5861343"/>
                  <a:pt x="7733142" y="5865912"/>
                  <a:pt x="7733142" y="5872786"/>
                </a:cubicBezTo>
                <a:lnTo>
                  <a:pt x="7733142" y="5891745"/>
                </a:lnTo>
                <a:cubicBezTo>
                  <a:pt x="7733142" y="5895355"/>
                  <a:pt x="7733347" y="5897758"/>
                  <a:pt x="7733754" y="5898955"/>
                </a:cubicBezTo>
                <a:cubicBezTo>
                  <a:pt x="7734163" y="5900152"/>
                  <a:pt x="7735637" y="5902657"/>
                  <a:pt x="7738180" y="5906471"/>
                </a:cubicBezTo>
                <a:cubicBezTo>
                  <a:pt x="7739163" y="5908079"/>
                  <a:pt x="7739654" y="5909778"/>
                  <a:pt x="7739654" y="5911568"/>
                </a:cubicBezTo>
                <a:cubicBezTo>
                  <a:pt x="7739654" y="5916255"/>
                  <a:pt x="7736757" y="5919588"/>
                  <a:pt x="7730962" y="5921566"/>
                </a:cubicBezTo>
                <a:cubicBezTo>
                  <a:pt x="7725167" y="5923545"/>
                  <a:pt x="7716592" y="5924535"/>
                  <a:pt x="7705237" y="5924535"/>
                </a:cubicBezTo>
                <a:cubicBezTo>
                  <a:pt x="7686187" y="5924535"/>
                  <a:pt x="7676661" y="5920212"/>
                  <a:pt x="7676661" y="5911568"/>
                </a:cubicBezTo>
                <a:cubicBezTo>
                  <a:pt x="7676661" y="5909632"/>
                  <a:pt x="7677017" y="5908141"/>
                  <a:pt x="7677729" y="5907095"/>
                </a:cubicBezTo>
                <a:cubicBezTo>
                  <a:pt x="7678440" y="5906049"/>
                  <a:pt x="7679913" y="5904723"/>
                  <a:pt x="7682147" y="5903116"/>
                </a:cubicBezTo>
                <a:cubicBezTo>
                  <a:pt x="7683440" y="5902172"/>
                  <a:pt x="7684271" y="5901049"/>
                  <a:pt x="7684643" y="5899748"/>
                </a:cubicBezTo>
                <a:cubicBezTo>
                  <a:pt x="7685016" y="5898447"/>
                  <a:pt x="7685387" y="5894823"/>
                  <a:pt x="7685758" y="5888876"/>
                </a:cubicBezTo>
                <a:cubicBezTo>
                  <a:pt x="7686206" y="5881594"/>
                  <a:pt x="7686429" y="5873996"/>
                  <a:pt x="7686429" y="5866082"/>
                </a:cubicBezTo>
                <a:cubicBezTo>
                  <a:pt x="7686429" y="5862016"/>
                  <a:pt x="7686165" y="5859441"/>
                  <a:pt x="7685634" y="5858356"/>
                </a:cubicBezTo>
                <a:cubicBezTo>
                  <a:pt x="7685104" y="5857271"/>
                  <a:pt x="7683102" y="5855371"/>
                  <a:pt x="7679629" y="5852657"/>
                </a:cubicBezTo>
                <a:cubicBezTo>
                  <a:pt x="7676885" y="5851503"/>
                  <a:pt x="7675512" y="5849306"/>
                  <a:pt x="7675512" y="5846067"/>
                </a:cubicBezTo>
                <a:cubicBezTo>
                  <a:pt x="7675512" y="5842861"/>
                  <a:pt x="7676807" y="5840315"/>
                  <a:pt x="7679396" y="5838429"/>
                </a:cubicBezTo>
                <a:cubicBezTo>
                  <a:pt x="7681985" y="5836543"/>
                  <a:pt x="7686832" y="5834329"/>
                  <a:pt x="7693935" y="5831788"/>
                </a:cubicBezTo>
                <a:cubicBezTo>
                  <a:pt x="7699996" y="5829641"/>
                  <a:pt x="7705968" y="5827791"/>
                  <a:pt x="7711849" y="5826238"/>
                </a:cubicBezTo>
                <a:cubicBezTo>
                  <a:pt x="7717730" y="5824685"/>
                  <a:pt x="7721783" y="5823909"/>
                  <a:pt x="7724006" y="5823909"/>
                </a:cubicBezTo>
                <a:cubicBezTo>
                  <a:pt x="7726505" y="5823909"/>
                  <a:pt x="7728605" y="5824821"/>
                  <a:pt x="7730305" y="5826646"/>
                </a:cubicBezTo>
                <a:cubicBezTo>
                  <a:pt x="7732006" y="5828470"/>
                  <a:pt x="7732856" y="5830571"/>
                  <a:pt x="7732856" y="5832949"/>
                </a:cubicBezTo>
                <a:cubicBezTo>
                  <a:pt x="7732856" y="5832733"/>
                  <a:pt x="7732809" y="5833644"/>
                  <a:pt x="7732715" y="5835682"/>
                </a:cubicBezTo>
                <a:cubicBezTo>
                  <a:pt x="7732681" y="5835958"/>
                  <a:pt x="7732663" y="5836292"/>
                  <a:pt x="7732663" y="5836683"/>
                </a:cubicBezTo>
                <a:cubicBezTo>
                  <a:pt x="7732663" y="5838445"/>
                  <a:pt x="7733257" y="5839327"/>
                  <a:pt x="7734443" y="5839327"/>
                </a:cubicBezTo>
                <a:cubicBezTo>
                  <a:pt x="7735287" y="5839327"/>
                  <a:pt x="7736663" y="5838113"/>
                  <a:pt x="7738570" y="5835687"/>
                </a:cubicBezTo>
                <a:cubicBezTo>
                  <a:pt x="7743881" y="5827771"/>
                  <a:pt x="7752114" y="5823812"/>
                  <a:pt x="7763267" y="5823812"/>
                </a:cubicBezTo>
                <a:close/>
                <a:moveTo>
                  <a:pt x="6906017" y="5823812"/>
                </a:moveTo>
                <a:cubicBezTo>
                  <a:pt x="6914492" y="5823812"/>
                  <a:pt x="6922071" y="5826502"/>
                  <a:pt x="6928752" y="5831881"/>
                </a:cubicBezTo>
                <a:cubicBezTo>
                  <a:pt x="6932536" y="5834218"/>
                  <a:pt x="6935278" y="5837544"/>
                  <a:pt x="6936977" y="5841858"/>
                </a:cubicBezTo>
                <a:cubicBezTo>
                  <a:pt x="6938677" y="5846173"/>
                  <a:pt x="6939721" y="5852319"/>
                  <a:pt x="6940110" y="5860296"/>
                </a:cubicBezTo>
                <a:lnTo>
                  <a:pt x="6941449" y="5893992"/>
                </a:lnTo>
                <a:cubicBezTo>
                  <a:pt x="6941567" y="5896341"/>
                  <a:pt x="6941914" y="5898038"/>
                  <a:pt x="6942491" y="5899083"/>
                </a:cubicBezTo>
                <a:cubicBezTo>
                  <a:pt x="6943068" y="5900128"/>
                  <a:pt x="6944904" y="5902288"/>
                  <a:pt x="6947998" y="5905564"/>
                </a:cubicBezTo>
                <a:cubicBezTo>
                  <a:pt x="6949341" y="5906995"/>
                  <a:pt x="6950012" y="5908869"/>
                  <a:pt x="6950012" y="5911185"/>
                </a:cubicBezTo>
                <a:cubicBezTo>
                  <a:pt x="6950012" y="5916330"/>
                  <a:pt x="6947209" y="5919826"/>
                  <a:pt x="6941602" y="5921671"/>
                </a:cubicBezTo>
                <a:cubicBezTo>
                  <a:pt x="6935996" y="5923516"/>
                  <a:pt x="6926591" y="5924438"/>
                  <a:pt x="6913391" y="5924438"/>
                </a:cubicBezTo>
                <a:cubicBezTo>
                  <a:pt x="6904313" y="5924438"/>
                  <a:pt x="6897834" y="5923622"/>
                  <a:pt x="6893955" y="5921988"/>
                </a:cubicBezTo>
                <a:cubicBezTo>
                  <a:pt x="6889394" y="5920056"/>
                  <a:pt x="6887114" y="5916870"/>
                  <a:pt x="6887114" y="5912430"/>
                </a:cubicBezTo>
                <a:cubicBezTo>
                  <a:pt x="6887114" y="5910751"/>
                  <a:pt x="6887365" y="5909514"/>
                  <a:pt x="6887869" y="5908717"/>
                </a:cubicBezTo>
                <a:cubicBezTo>
                  <a:pt x="6888373" y="5907920"/>
                  <a:pt x="6889734" y="5906315"/>
                  <a:pt x="6891952" y="5903901"/>
                </a:cubicBezTo>
                <a:cubicBezTo>
                  <a:pt x="6894217" y="5901522"/>
                  <a:pt x="6895350" y="5893001"/>
                  <a:pt x="6895350" y="5878339"/>
                </a:cubicBezTo>
                <a:cubicBezTo>
                  <a:pt x="6895350" y="5869847"/>
                  <a:pt x="6894805" y="5863986"/>
                  <a:pt x="6893714" y="5860757"/>
                </a:cubicBezTo>
                <a:cubicBezTo>
                  <a:pt x="6891573" y="5857373"/>
                  <a:pt x="6888683" y="5855681"/>
                  <a:pt x="6885046" y="5855681"/>
                </a:cubicBezTo>
                <a:cubicBezTo>
                  <a:pt x="6881578" y="5855681"/>
                  <a:pt x="6879185" y="5856814"/>
                  <a:pt x="6877868" y="5859078"/>
                </a:cubicBezTo>
                <a:cubicBezTo>
                  <a:pt x="6876551" y="5861343"/>
                  <a:pt x="6875893" y="5865912"/>
                  <a:pt x="6875893" y="5872786"/>
                </a:cubicBezTo>
                <a:lnTo>
                  <a:pt x="6875893" y="5891745"/>
                </a:lnTo>
                <a:cubicBezTo>
                  <a:pt x="6875893" y="5895355"/>
                  <a:pt x="6876097" y="5897758"/>
                  <a:pt x="6876504" y="5898955"/>
                </a:cubicBezTo>
                <a:cubicBezTo>
                  <a:pt x="6876913" y="5900152"/>
                  <a:pt x="6878387" y="5902657"/>
                  <a:pt x="6880930" y="5906471"/>
                </a:cubicBezTo>
                <a:cubicBezTo>
                  <a:pt x="6881913" y="5908079"/>
                  <a:pt x="6882405" y="5909778"/>
                  <a:pt x="6882405" y="5911568"/>
                </a:cubicBezTo>
                <a:cubicBezTo>
                  <a:pt x="6882405" y="5916255"/>
                  <a:pt x="6879507" y="5919588"/>
                  <a:pt x="6873712" y="5921566"/>
                </a:cubicBezTo>
                <a:cubicBezTo>
                  <a:pt x="6867917" y="5923545"/>
                  <a:pt x="6859342" y="5924535"/>
                  <a:pt x="6847987" y="5924535"/>
                </a:cubicBezTo>
                <a:cubicBezTo>
                  <a:pt x="6828936" y="5924535"/>
                  <a:pt x="6819411" y="5920212"/>
                  <a:pt x="6819411" y="5911568"/>
                </a:cubicBezTo>
                <a:cubicBezTo>
                  <a:pt x="6819411" y="5909632"/>
                  <a:pt x="6819767" y="5908141"/>
                  <a:pt x="6820479" y="5907095"/>
                </a:cubicBezTo>
                <a:cubicBezTo>
                  <a:pt x="6821191" y="5906049"/>
                  <a:pt x="6822663" y="5904723"/>
                  <a:pt x="6824898" y="5903116"/>
                </a:cubicBezTo>
                <a:cubicBezTo>
                  <a:pt x="6826189" y="5902172"/>
                  <a:pt x="6827022" y="5901049"/>
                  <a:pt x="6827393" y="5899748"/>
                </a:cubicBezTo>
                <a:cubicBezTo>
                  <a:pt x="6827766" y="5898447"/>
                  <a:pt x="6828137" y="5894823"/>
                  <a:pt x="6828508" y="5888876"/>
                </a:cubicBezTo>
                <a:cubicBezTo>
                  <a:pt x="6828956" y="5881594"/>
                  <a:pt x="6829179" y="5873996"/>
                  <a:pt x="6829179" y="5866082"/>
                </a:cubicBezTo>
                <a:cubicBezTo>
                  <a:pt x="6829179" y="5862016"/>
                  <a:pt x="6828915" y="5859441"/>
                  <a:pt x="6828385" y="5858356"/>
                </a:cubicBezTo>
                <a:cubicBezTo>
                  <a:pt x="6827854" y="5857271"/>
                  <a:pt x="6825853" y="5855371"/>
                  <a:pt x="6822379" y="5852657"/>
                </a:cubicBezTo>
                <a:cubicBezTo>
                  <a:pt x="6819635" y="5851503"/>
                  <a:pt x="6818262" y="5849306"/>
                  <a:pt x="6818262" y="5846067"/>
                </a:cubicBezTo>
                <a:cubicBezTo>
                  <a:pt x="6818262" y="5842861"/>
                  <a:pt x="6819557" y="5840315"/>
                  <a:pt x="6822146" y="5838429"/>
                </a:cubicBezTo>
                <a:cubicBezTo>
                  <a:pt x="6824735" y="5836543"/>
                  <a:pt x="6829582" y="5834329"/>
                  <a:pt x="6836685" y="5831788"/>
                </a:cubicBezTo>
                <a:cubicBezTo>
                  <a:pt x="6842747" y="5829641"/>
                  <a:pt x="6848718" y="5827791"/>
                  <a:pt x="6854599" y="5826238"/>
                </a:cubicBezTo>
                <a:cubicBezTo>
                  <a:pt x="6860481" y="5824685"/>
                  <a:pt x="6864533" y="5823909"/>
                  <a:pt x="6866756" y="5823909"/>
                </a:cubicBezTo>
                <a:cubicBezTo>
                  <a:pt x="6869255" y="5823909"/>
                  <a:pt x="6871355" y="5824821"/>
                  <a:pt x="6873056" y="5826646"/>
                </a:cubicBezTo>
                <a:cubicBezTo>
                  <a:pt x="6874756" y="5828470"/>
                  <a:pt x="6875606" y="5830571"/>
                  <a:pt x="6875606" y="5832949"/>
                </a:cubicBezTo>
                <a:cubicBezTo>
                  <a:pt x="6875606" y="5832733"/>
                  <a:pt x="6875559" y="5833644"/>
                  <a:pt x="6875466" y="5835682"/>
                </a:cubicBezTo>
                <a:cubicBezTo>
                  <a:pt x="6875431" y="5835958"/>
                  <a:pt x="6875413" y="5836292"/>
                  <a:pt x="6875413" y="5836683"/>
                </a:cubicBezTo>
                <a:cubicBezTo>
                  <a:pt x="6875413" y="5838445"/>
                  <a:pt x="6876007" y="5839327"/>
                  <a:pt x="6877193" y="5839327"/>
                </a:cubicBezTo>
                <a:cubicBezTo>
                  <a:pt x="6878037" y="5839327"/>
                  <a:pt x="6879413" y="5838113"/>
                  <a:pt x="6881321" y="5835687"/>
                </a:cubicBezTo>
                <a:cubicBezTo>
                  <a:pt x="6886632" y="5827771"/>
                  <a:pt x="6894864" y="5823812"/>
                  <a:pt x="6906017" y="5823812"/>
                </a:cubicBezTo>
                <a:close/>
                <a:moveTo>
                  <a:pt x="6616278" y="5823812"/>
                </a:moveTo>
                <a:cubicBezTo>
                  <a:pt x="6627314" y="5823812"/>
                  <a:pt x="6635698" y="5824685"/>
                  <a:pt x="6641429" y="5826429"/>
                </a:cubicBezTo>
                <a:cubicBezTo>
                  <a:pt x="6647160" y="5828173"/>
                  <a:pt x="6650025" y="5831144"/>
                  <a:pt x="6650025" y="5835342"/>
                </a:cubicBezTo>
                <a:cubicBezTo>
                  <a:pt x="6650025" y="5838210"/>
                  <a:pt x="6648756" y="5840747"/>
                  <a:pt x="6646218" y="5842952"/>
                </a:cubicBezTo>
                <a:cubicBezTo>
                  <a:pt x="6644459" y="5844565"/>
                  <a:pt x="6643441" y="5845589"/>
                  <a:pt x="6643163" y="5846024"/>
                </a:cubicBezTo>
                <a:cubicBezTo>
                  <a:pt x="6642886" y="5846460"/>
                  <a:pt x="6642747" y="5847049"/>
                  <a:pt x="6642747" y="5847792"/>
                </a:cubicBezTo>
                <a:cubicBezTo>
                  <a:pt x="6642747" y="5849676"/>
                  <a:pt x="6644056" y="5852968"/>
                  <a:pt x="6646672" y="5857667"/>
                </a:cubicBezTo>
                <a:cubicBezTo>
                  <a:pt x="6649098" y="5861910"/>
                  <a:pt x="6651128" y="5864032"/>
                  <a:pt x="6652763" y="5864032"/>
                </a:cubicBezTo>
                <a:cubicBezTo>
                  <a:pt x="6653755" y="5864032"/>
                  <a:pt x="6654634" y="5863578"/>
                  <a:pt x="6655399" y="5862670"/>
                </a:cubicBezTo>
                <a:cubicBezTo>
                  <a:pt x="6656163" y="5861762"/>
                  <a:pt x="6657865" y="5858828"/>
                  <a:pt x="6660503" y="5853867"/>
                </a:cubicBezTo>
                <a:cubicBezTo>
                  <a:pt x="6662340" y="5850429"/>
                  <a:pt x="6663258" y="5847925"/>
                  <a:pt x="6663258" y="5846356"/>
                </a:cubicBezTo>
                <a:cubicBezTo>
                  <a:pt x="6663258" y="5845362"/>
                  <a:pt x="6662391" y="5843969"/>
                  <a:pt x="6660656" y="5842179"/>
                </a:cubicBezTo>
                <a:cubicBezTo>
                  <a:pt x="6658178" y="5839555"/>
                  <a:pt x="6656938" y="5836989"/>
                  <a:pt x="6656938" y="5834481"/>
                </a:cubicBezTo>
                <a:cubicBezTo>
                  <a:pt x="6656938" y="5830485"/>
                  <a:pt x="6659245" y="5827724"/>
                  <a:pt x="6663860" y="5826198"/>
                </a:cubicBezTo>
                <a:cubicBezTo>
                  <a:pt x="6668474" y="5824672"/>
                  <a:pt x="6675500" y="5823909"/>
                  <a:pt x="6684939" y="5823909"/>
                </a:cubicBezTo>
                <a:cubicBezTo>
                  <a:pt x="6699329" y="5823909"/>
                  <a:pt x="6706525" y="5827369"/>
                  <a:pt x="6706525" y="5834289"/>
                </a:cubicBezTo>
                <a:cubicBezTo>
                  <a:pt x="6706525" y="5838503"/>
                  <a:pt x="6703714" y="5841496"/>
                  <a:pt x="6698091" y="5843268"/>
                </a:cubicBezTo>
                <a:cubicBezTo>
                  <a:pt x="6694767" y="5844318"/>
                  <a:pt x="6692552" y="5845410"/>
                  <a:pt x="6691447" y="5846542"/>
                </a:cubicBezTo>
                <a:cubicBezTo>
                  <a:pt x="6690341" y="5847675"/>
                  <a:pt x="6688450" y="5850855"/>
                  <a:pt x="6685775" y="5856081"/>
                </a:cubicBezTo>
                <a:lnTo>
                  <a:pt x="6660973" y="5904345"/>
                </a:lnTo>
                <a:cubicBezTo>
                  <a:pt x="6657053" y="5911986"/>
                  <a:pt x="6653633" y="5917389"/>
                  <a:pt x="6650712" y="5920554"/>
                </a:cubicBezTo>
                <a:cubicBezTo>
                  <a:pt x="6647792" y="5923718"/>
                  <a:pt x="6644485" y="5925301"/>
                  <a:pt x="6640793" y="5925301"/>
                </a:cubicBezTo>
                <a:cubicBezTo>
                  <a:pt x="6637177" y="5925301"/>
                  <a:pt x="6634231" y="5923967"/>
                  <a:pt x="6631957" y="5921299"/>
                </a:cubicBezTo>
                <a:cubicBezTo>
                  <a:pt x="6627993" y="5916882"/>
                  <a:pt x="6624889" y="5912215"/>
                  <a:pt x="6622641" y="5907298"/>
                </a:cubicBezTo>
                <a:lnTo>
                  <a:pt x="6594333" y="5854644"/>
                </a:lnTo>
                <a:cubicBezTo>
                  <a:pt x="6592971" y="5852039"/>
                  <a:pt x="6591704" y="5850206"/>
                  <a:pt x="6590533" y="5849145"/>
                </a:cubicBezTo>
                <a:cubicBezTo>
                  <a:pt x="6589363" y="5848084"/>
                  <a:pt x="6587611" y="5847247"/>
                  <a:pt x="6585277" y="5846633"/>
                </a:cubicBezTo>
                <a:cubicBezTo>
                  <a:pt x="6579681" y="5845013"/>
                  <a:pt x="6576882" y="5841792"/>
                  <a:pt x="6576882" y="5836970"/>
                </a:cubicBezTo>
                <a:cubicBezTo>
                  <a:pt x="6576882" y="5832107"/>
                  <a:pt x="6580163" y="5828698"/>
                  <a:pt x="6586724" y="5826744"/>
                </a:cubicBezTo>
                <a:cubicBezTo>
                  <a:pt x="6593286" y="5824790"/>
                  <a:pt x="6603137" y="5823812"/>
                  <a:pt x="6616278" y="5823812"/>
                </a:cubicBezTo>
                <a:close/>
                <a:moveTo>
                  <a:pt x="5449486" y="5823812"/>
                </a:moveTo>
                <a:cubicBezTo>
                  <a:pt x="5452166" y="5823812"/>
                  <a:pt x="5454035" y="5824503"/>
                  <a:pt x="5455093" y="5825884"/>
                </a:cubicBezTo>
                <a:cubicBezTo>
                  <a:pt x="5456151" y="5827265"/>
                  <a:pt x="5456985" y="5830698"/>
                  <a:pt x="5457594" y="5836183"/>
                </a:cubicBezTo>
                <a:cubicBezTo>
                  <a:pt x="5457781" y="5837832"/>
                  <a:pt x="5458098" y="5838657"/>
                  <a:pt x="5458544" y="5838657"/>
                </a:cubicBezTo>
                <a:cubicBezTo>
                  <a:pt x="5459093" y="5838657"/>
                  <a:pt x="5459654" y="5838243"/>
                  <a:pt x="5460228" y="5837416"/>
                </a:cubicBezTo>
                <a:cubicBezTo>
                  <a:pt x="5465930" y="5828411"/>
                  <a:pt x="5473252" y="5823909"/>
                  <a:pt x="5482196" y="5823909"/>
                </a:cubicBezTo>
                <a:cubicBezTo>
                  <a:pt x="5488566" y="5823909"/>
                  <a:pt x="5494007" y="5826584"/>
                  <a:pt x="5498516" y="5831936"/>
                </a:cubicBezTo>
                <a:cubicBezTo>
                  <a:pt x="5500103" y="5832801"/>
                  <a:pt x="5501521" y="5834812"/>
                  <a:pt x="5502770" y="5837969"/>
                </a:cubicBezTo>
                <a:cubicBezTo>
                  <a:pt x="5504020" y="5841126"/>
                  <a:pt x="5504645" y="5844145"/>
                  <a:pt x="5504645" y="5847026"/>
                </a:cubicBezTo>
                <a:cubicBezTo>
                  <a:pt x="5504645" y="5850267"/>
                  <a:pt x="5503881" y="5853605"/>
                  <a:pt x="5502353" y="5857040"/>
                </a:cubicBezTo>
                <a:cubicBezTo>
                  <a:pt x="5500827" y="5860474"/>
                  <a:pt x="5498842" y="5863309"/>
                  <a:pt x="5496399" y="5865543"/>
                </a:cubicBezTo>
                <a:cubicBezTo>
                  <a:pt x="5491978" y="5869758"/>
                  <a:pt x="5486509" y="5871865"/>
                  <a:pt x="5479994" y="5871865"/>
                </a:cubicBezTo>
                <a:cubicBezTo>
                  <a:pt x="5476401" y="5871865"/>
                  <a:pt x="5473392" y="5871233"/>
                  <a:pt x="5470971" y="5869969"/>
                </a:cubicBezTo>
                <a:cubicBezTo>
                  <a:pt x="5468549" y="5868705"/>
                  <a:pt x="5465288" y="5865691"/>
                  <a:pt x="5461186" y="5860926"/>
                </a:cubicBezTo>
                <a:cubicBezTo>
                  <a:pt x="5460578" y="5861069"/>
                  <a:pt x="5459984" y="5861140"/>
                  <a:pt x="5459405" y="5861140"/>
                </a:cubicBezTo>
                <a:cubicBezTo>
                  <a:pt x="5458663" y="5861140"/>
                  <a:pt x="5458101" y="5861847"/>
                  <a:pt x="5457719" y="5863261"/>
                </a:cubicBezTo>
                <a:cubicBezTo>
                  <a:pt x="5457338" y="5864676"/>
                  <a:pt x="5457147" y="5868552"/>
                  <a:pt x="5457147" y="5874892"/>
                </a:cubicBezTo>
                <a:cubicBezTo>
                  <a:pt x="5457147" y="5884501"/>
                  <a:pt x="5457448" y="5890813"/>
                  <a:pt x="5458050" y="5893827"/>
                </a:cubicBezTo>
                <a:cubicBezTo>
                  <a:pt x="5458465" y="5895605"/>
                  <a:pt x="5458944" y="5896744"/>
                  <a:pt x="5459486" y="5897242"/>
                </a:cubicBezTo>
                <a:cubicBezTo>
                  <a:pt x="5460027" y="5897741"/>
                  <a:pt x="5461848" y="5898443"/>
                  <a:pt x="5464948" y="5899350"/>
                </a:cubicBezTo>
                <a:cubicBezTo>
                  <a:pt x="5470855" y="5901123"/>
                  <a:pt x="5473809" y="5904621"/>
                  <a:pt x="5473809" y="5909845"/>
                </a:cubicBezTo>
                <a:cubicBezTo>
                  <a:pt x="5473809" y="5912973"/>
                  <a:pt x="5472722" y="5915680"/>
                  <a:pt x="5470549" y="5917966"/>
                </a:cubicBezTo>
                <a:cubicBezTo>
                  <a:pt x="5468376" y="5920252"/>
                  <a:pt x="5465534" y="5921761"/>
                  <a:pt x="5462024" y="5922493"/>
                </a:cubicBezTo>
                <a:cubicBezTo>
                  <a:pt x="5455799" y="5923790"/>
                  <a:pt x="5446659" y="5924438"/>
                  <a:pt x="5434603" y="5924438"/>
                </a:cubicBezTo>
                <a:cubicBezTo>
                  <a:pt x="5423057" y="5924438"/>
                  <a:pt x="5414258" y="5923419"/>
                  <a:pt x="5408203" y="5921379"/>
                </a:cubicBezTo>
                <a:cubicBezTo>
                  <a:pt x="5402093" y="5919292"/>
                  <a:pt x="5399037" y="5915575"/>
                  <a:pt x="5399037" y="5910228"/>
                </a:cubicBezTo>
                <a:cubicBezTo>
                  <a:pt x="5399037" y="5906225"/>
                  <a:pt x="5401344" y="5902647"/>
                  <a:pt x="5405958" y="5899493"/>
                </a:cubicBezTo>
                <a:cubicBezTo>
                  <a:pt x="5407381" y="5898562"/>
                  <a:pt x="5408368" y="5897711"/>
                  <a:pt x="5408915" y="5896938"/>
                </a:cubicBezTo>
                <a:cubicBezTo>
                  <a:pt x="5409464" y="5896165"/>
                  <a:pt x="5409861" y="5894946"/>
                  <a:pt x="5410108" y="5893281"/>
                </a:cubicBezTo>
                <a:cubicBezTo>
                  <a:pt x="5411090" y="5887690"/>
                  <a:pt x="5411582" y="5877156"/>
                  <a:pt x="5411582" y="5861677"/>
                </a:cubicBezTo>
                <a:cubicBezTo>
                  <a:pt x="5411582" y="5859137"/>
                  <a:pt x="5411354" y="5857421"/>
                  <a:pt x="5410896" y="5856531"/>
                </a:cubicBezTo>
                <a:cubicBezTo>
                  <a:pt x="5410440" y="5855640"/>
                  <a:pt x="5409480" y="5854902"/>
                  <a:pt x="5408015" y="5854316"/>
                </a:cubicBezTo>
                <a:cubicBezTo>
                  <a:pt x="5402669" y="5852207"/>
                  <a:pt x="5399996" y="5849010"/>
                  <a:pt x="5399996" y="5844727"/>
                </a:cubicBezTo>
                <a:cubicBezTo>
                  <a:pt x="5399996" y="5840991"/>
                  <a:pt x="5401743" y="5837894"/>
                  <a:pt x="5405236" y="5835434"/>
                </a:cubicBezTo>
                <a:cubicBezTo>
                  <a:pt x="5408731" y="5832973"/>
                  <a:pt x="5414240" y="5830631"/>
                  <a:pt x="5421765" y="5828406"/>
                </a:cubicBezTo>
                <a:cubicBezTo>
                  <a:pt x="5431725" y="5825430"/>
                  <a:pt x="5440965" y="5823899"/>
                  <a:pt x="5449486" y="5823812"/>
                </a:cubicBezTo>
                <a:close/>
                <a:moveTo>
                  <a:pt x="5051261" y="5823812"/>
                </a:moveTo>
                <a:cubicBezTo>
                  <a:pt x="5058250" y="5823812"/>
                  <a:pt x="5063805" y="5824556"/>
                  <a:pt x="5067925" y="5826042"/>
                </a:cubicBezTo>
                <a:cubicBezTo>
                  <a:pt x="5074079" y="5828218"/>
                  <a:pt x="5077155" y="5831989"/>
                  <a:pt x="5077155" y="5837353"/>
                </a:cubicBezTo>
                <a:cubicBezTo>
                  <a:pt x="5077155" y="5839335"/>
                  <a:pt x="5076421" y="5841270"/>
                  <a:pt x="5074953" y="5843157"/>
                </a:cubicBezTo>
                <a:cubicBezTo>
                  <a:pt x="5073549" y="5845478"/>
                  <a:pt x="5072847" y="5847246"/>
                  <a:pt x="5072847" y="5848462"/>
                </a:cubicBezTo>
                <a:cubicBezTo>
                  <a:pt x="5072847" y="5849790"/>
                  <a:pt x="5073146" y="5851193"/>
                  <a:pt x="5073741" y="5852670"/>
                </a:cubicBezTo>
                <a:cubicBezTo>
                  <a:pt x="5074338" y="5854148"/>
                  <a:pt x="5075710" y="5856845"/>
                  <a:pt x="5077857" y="5860762"/>
                </a:cubicBezTo>
                <a:cubicBezTo>
                  <a:pt x="5079907" y="5864538"/>
                  <a:pt x="5081448" y="5866426"/>
                  <a:pt x="5082478" y="5866426"/>
                </a:cubicBezTo>
                <a:cubicBezTo>
                  <a:pt x="5083669" y="5866426"/>
                  <a:pt x="5085189" y="5864703"/>
                  <a:pt x="5087039" y="5861255"/>
                </a:cubicBezTo>
                <a:cubicBezTo>
                  <a:pt x="5088889" y="5857808"/>
                  <a:pt x="5089814" y="5854437"/>
                  <a:pt x="5089814" y="5851143"/>
                </a:cubicBezTo>
                <a:cubicBezTo>
                  <a:pt x="5089814" y="5848707"/>
                  <a:pt x="5089168" y="5846741"/>
                  <a:pt x="5087878" y="5845243"/>
                </a:cubicBezTo>
                <a:cubicBezTo>
                  <a:pt x="5085147" y="5842009"/>
                  <a:pt x="5083782" y="5839124"/>
                  <a:pt x="5083782" y="5836587"/>
                </a:cubicBezTo>
                <a:cubicBezTo>
                  <a:pt x="5083782" y="5832489"/>
                  <a:pt x="5086209" y="5829352"/>
                  <a:pt x="5091063" y="5827174"/>
                </a:cubicBezTo>
                <a:cubicBezTo>
                  <a:pt x="5095917" y="5824997"/>
                  <a:pt x="5102121" y="5823909"/>
                  <a:pt x="5109674" y="5823909"/>
                </a:cubicBezTo>
                <a:cubicBezTo>
                  <a:pt x="5124576" y="5823909"/>
                  <a:pt x="5132026" y="5827816"/>
                  <a:pt x="5132026" y="5835630"/>
                </a:cubicBezTo>
                <a:cubicBezTo>
                  <a:pt x="5132026" y="5838504"/>
                  <a:pt x="5131195" y="5840812"/>
                  <a:pt x="5129530" y="5842554"/>
                </a:cubicBezTo>
                <a:cubicBezTo>
                  <a:pt x="5127865" y="5844296"/>
                  <a:pt x="5124784" y="5845895"/>
                  <a:pt x="5120287" y="5847351"/>
                </a:cubicBezTo>
                <a:cubicBezTo>
                  <a:pt x="5118216" y="5848251"/>
                  <a:pt x="5116394" y="5849881"/>
                  <a:pt x="5114820" y="5852242"/>
                </a:cubicBezTo>
                <a:cubicBezTo>
                  <a:pt x="5112129" y="5856340"/>
                  <a:pt x="5108781" y="5863679"/>
                  <a:pt x="5104774" y="5874260"/>
                </a:cubicBezTo>
                <a:lnTo>
                  <a:pt x="5092732" y="5907739"/>
                </a:lnTo>
                <a:cubicBezTo>
                  <a:pt x="5089566" y="5916463"/>
                  <a:pt x="5086366" y="5923617"/>
                  <a:pt x="5083132" y="5929203"/>
                </a:cubicBezTo>
                <a:cubicBezTo>
                  <a:pt x="5079898" y="5934788"/>
                  <a:pt x="5076192" y="5939571"/>
                  <a:pt x="5072014" y="5943551"/>
                </a:cubicBezTo>
                <a:cubicBezTo>
                  <a:pt x="5063352" y="5951813"/>
                  <a:pt x="5052891" y="5955944"/>
                  <a:pt x="5040630" y="5955944"/>
                </a:cubicBezTo>
                <a:cubicBezTo>
                  <a:pt x="5030688" y="5955944"/>
                  <a:pt x="5022599" y="5953302"/>
                  <a:pt x="5016366" y="5948016"/>
                </a:cubicBezTo>
                <a:cubicBezTo>
                  <a:pt x="5011386" y="5943807"/>
                  <a:pt x="5008896" y="5938425"/>
                  <a:pt x="5008896" y="5931869"/>
                </a:cubicBezTo>
                <a:cubicBezTo>
                  <a:pt x="5008896" y="5926446"/>
                  <a:pt x="5010663" y="5921860"/>
                  <a:pt x="5014197" y="5918111"/>
                </a:cubicBezTo>
                <a:cubicBezTo>
                  <a:pt x="5017732" y="5914362"/>
                  <a:pt x="5022074" y="5912488"/>
                  <a:pt x="5027224" y="5912488"/>
                </a:cubicBezTo>
                <a:cubicBezTo>
                  <a:pt x="5032433" y="5912488"/>
                  <a:pt x="5036665" y="5914263"/>
                  <a:pt x="5039921" y="5917814"/>
                </a:cubicBezTo>
                <a:cubicBezTo>
                  <a:pt x="5041379" y="5919341"/>
                  <a:pt x="5042364" y="5920728"/>
                  <a:pt x="5042877" y="5921975"/>
                </a:cubicBezTo>
                <a:cubicBezTo>
                  <a:pt x="5043391" y="5923221"/>
                  <a:pt x="5044102" y="5925729"/>
                  <a:pt x="5045012" y="5929496"/>
                </a:cubicBezTo>
                <a:cubicBezTo>
                  <a:pt x="5045465" y="5931308"/>
                  <a:pt x="5046399" y="5932214"/>
                  <a:pt x="5047814" y="5932214"/>
                </a:cubicBezTo>
                <a:cubicBezTo>
                  <a:pt x="5049150" y="5932214"/>
                  <a:pt x="5050324" y="5931564"/>
                  <a:pt x="5051334" y="5930265"/>
                </a:cubicBezTo>
                <a:cubicBezTo>
                  <a:pt x="5052344" y="5928966"/>
                  <a:pt x="5052849" y="5927266"/>
                  <a:pt x="5052849" y="5925166"/>
                </a:cubicBezTo>
                <a:cubicBezTo>
                  <a:pt x="5052849" y="5922477"/>
                  <a:pt x="5051251" y="5917751"/>
                  <a:pt x="5048053" y="5910986"/>
                </a:cubicBezTo>
                <a:lnTo>
                  <a:pt x="5024976" y="5861860"/>
                </a:lnTo>
                <a:cubicBezTo>
                  <a:pt x="5022656" y="5856975"/>
                  <a:pt x="5020961" y="5853970"/>
                  <a:pt x="5019892" y="5852844"/>
                </a:cubicBezTo>
                <a:cubicBezTo>
                  <a:pt x="5018824" y="5851719"/>
                  <a:pt x="5016287" y="5850263"/>
                  <a:pt x="5012280" y="5848477"/>
                </a:cubicBezTo>
                <a:cubicBezTo>
                  <a:pt x="5010753" y="5847866"/>
                  <a:pt x="5009424" y="5846645"/>
                  <a:pt x="5008294" y="5844813"/>
                </a:cubicBezTo>
                <a:cubicBezTo>
                  <a:pt x="5007163" y="5842980"/>
                  <a:pt x="5006598" y="5841164"/>
                  <a:pt x="5006598" y="5839365"/>
                </a:cubicBezTo>
                <a:cubicBezTo>
                  <a:pt x="5006598" y="5832612"/>
                  <a:pt x="5013582" y="5828099"/>
                  <a:pt x="5027552" y="5825824"/>
                </a:cubicBezTo>
                <a:cubicBezTo>
                  <a:pt x="5033586" y="5824483"/>
                  <a:pt x="5041489" y="5823812"/>
                  <a:pt x="5051261" y="5823812"/>
                </a:cubicBezTo>
                <a:close/>
                <a:moveTo>
                  <a:pt x="3563537" y="5823812"/>
                </a:moveTo>
                <a:cubicBezTo>
                  <a:pt x="3566216" y="5823812"/>
                  <a:pt x="3568086" y="5824503"/>
                  <a:pt x="3569144" y="5825884"/>
                </a:cubicBezTo>
                <a:cubicBezTo>
                  <a:pt x="3570202" y="5827265"/>
                  <a:pt x="3571035" y="5830698"/>
                  <a:pt x="3571645" y="5836183"/>
                </a:cubicBezTo>
                <a:cubicBezTo>
                  <a:pt x="3571832" y="5837832"/>
                  <a:pt x="3572148" y="5838657"/>
                  <a:pt x="3572594" y="5838657"/>
                </a:cubicBezTo>
                <a:cubicBezTo>
                  <a:pt x="3573143" y="5838657"/>
                  <a:pt x="3573705" y="5838243"/>
                  <a:pt x="3574279" y="5837416"/>
                </a:cubicBezTo>
                <a:cubicBezTo>
                  <a:pt x="3579980" y="5828411"/>
                  <a:pt x="3587303" y="5823909"/>
                  <a:pt x="3596247" y="5823909"/>
                </a:cubicBezTo>
                <a:cubicBezTo>
                  <a:pt x="3602617" y="5823909"/>
                  <a:pt x="3608057" y="5826584"/>
                  <a:pt x="3612566" y="5831936"/>
                </a:cubicBezTo>
                <a:cubicBezTo>
                  <a:pt x="3614153" y="5832801"/>
                  <a:pt x="3615571" y="5834812"/>
                  <a:pt x="3616821" y="5837969"/>
                </a:cubicBezTo>
                <a:cubicBezTo>
                  <a:pt x="3618070" y="5841126"/>
                  <a:pt x="3618695" y="5844145"/>
                  <a:pt x="3618695" y="5847026"/>
                </a:cubicBezTo>
                <a:cubicBezTo>
                  <a:pt x="3618695" y="5850267"/>
                  <a:pt x="3617931" y="5853605"/>
                  <a:pt x="3616404" y="5857040"/>
                </a:cubicBezTo>
                <a:cubicBezTo>
                  <a:pt x="3614877" y="5860474"/>
                  <a:pt x="3612892" y="5863309"/>
                  <a:pt x="3610450" y="5865543"/>
                </a:cubicBezTo>
                <a:cubicBezTo>
                  <a:pt x="3606028" y="5869758"/>
                  <a:pt x="3600560" y="5871865"/>
                  <a:pt x="3594044" y="5871865"/>
                </a:cubicBezTo>
                <a:cubicBezTo>
                  <a:pt x="3590451" y="5871865"/>
                  <a:pt x="3587444" y="5871233"/>
                  <a:pt x="3585022" y="5869969"/>
                </a:cubicBezTo>
                <a:cubicBezTo>
                  <a:pt x="3582599" y="5868705"/>
                  <a:pt x="3579338" y="5865691"/>
                  <a:pt x="3575237" y="5860926"/>
                </a:cubicBezTo>
                <a:cubicBezTo>
                  <a:pt x="3574629" y="5861069"/>
                  <a:pt x="3574035" y="5861140"/>
                  <a:pt x="3573456" y="5861140"/>
                </a:cubicBezTo>
                <a:cubicBezTo>
                  <a:pt x="3572714" y="5861140"/>
                  <a:pt x="3572152" y="5861847"/>
                  <a:pt x="3571770" y="5863261"/>
                </a:cubicBezTo>
                <a:cubicBezTo>
                  <a:pt x="3571389" y="5864676"/>
                  <a:pt x="3571198" y="5868552"/>
                  <a:pt x="3571198" y="5874892"/>
                </a:cubicBezTo>
                <a:cubicBezTo>
                  <a:pt x="3571198" y="5884501"/>
                  <a:pt x="3571499" y="5890813"/>
                  <a:pt x="3572101" y="5893827"/>
                </a:cubicBezTo>
                <a:cubicBezTo>
                  <a:pt x="3572516" y="5895605"/>
                  <a:pt x="3572995" y="5896744"/>
                  <a:pt x="3573536" y="5897242"/>
                </a:cubicBezTo>
                <a:cubicBezTo>
                  <a:pt x="3574078" y="5897741"/>
                  <a:pt x="3575899" y="5898443"/>
                  <a:pt x="3578999" y="5899350"/>
                </a:cubicBezTo>
                <a:cubicBezTo>
                  <a:pt x="3584906" y="5901123"/>
                  <a:pt x="3587859" y="5904621"/>
                  <a:pt x="3587859" y="5909845"/>
                </a:cubicBezTo>
                <a:cubicBezTo>
                  <a:pt x="3587859" y="5912973"/>
                  <a:pt x="3586773" y="5915680"/>
                  <a:pt x="3584600" y="5917966"/>
                </a:cubicBezTo>
                <a:cubicBezTo>
                  <a:pt x="3582426" y="5920252"/>
                  <a:pt x="3579585" y="5921761"/>
                  <a:pt x="3576075" y="5922493"/>
                </a:cubicBezTo>
                <a:cubicBezTo>
                  <a:pt x="3569850" y="5923790"/>
                  <a:pt x="3560709" y="5924438"/>
                  <a:pt x="3548653" y="5924438"/>
                </a:cubicBezTo>
                <a:cubicBezTo>
                  <a:pt x="3537108" y="5924438"/>
                  <a:pt x="3528308" y="5923419"/>
                  <a:pt x="3522253" y="5921379"/>
                </a:cubicBezTo>
                <a:cubicBezTo>
                  <a:pt x="3516143" y="5919292"/>
                  <a:pt x="3513088" y="5915575"/>
                  <a:pt x="3513088" y="5910228"/>
                </a:cubicBezTo>
                <a:cubicBezTo>
                  <a:pt x="3513088" y="5906225"/>
                  <a:pt x="3515395" y="5902647"/>
                  <a:pt x="3520009" y="5899493"/>
                </a:cubicBezTo>
                <a:cubicBezTo>
                  <a:pt x="3521432" y="5898562"/>
                  <a:pt x="3522418" y="5897711"/>
                  <a:pt x="3522966" y="5896938"/>
                </a:cubicBezTo>
                <a:cubicBezTo>
                  <a:pt x="3523515" y="5896165"/>
                  <a:pt x="3523911" y="5894946"/>
                  <a:pt x="3524158" y="5893281"/>
                </a:cubicBezTo>
                <a:cubicBezTo>
                  <a:pt x="3525141" y="5887690"/>
                  <a:pt x="3525632" y="5877156"/>
                  <a:pt x="3525632" y="5861677"/>
                </a:cubicBezTo>
                <a:cubicBezTo>
                  <a:pt x="3525632" y="5859137"/>
                  <a:pt x="3525404" y="5857421"/>
                  <a:pt x="3524947" y="5856531"/>
                </a:cubicBezTo>
                <a:cubicBezTo>
                  <a:pt x="3524490" y="5855640"/>
                  <a:pt x="3523530" y="5854902"/>
                  <a:pt x="3522066" y="5854316"/>
                </a:cubicBezTo>
                <a:cubicBezTo>
                  <a:pt x="3516720" y="5852207"/>
                  <a:pt x="3514047" y="5849010"/>
                  <a:pt x="3514047" y="5844727"/>
                </a:cubicBezTo>
                <a:cubicBezTo>
                  <a:pt x="3514047" y="5840991"/>
                  <a:pt x="3515793" y="5837894"/>
                  <a:pt x="3519287" y="5835434"/>
                </a:cubicBezTo>
                <a:cubicBezTo>
                  <a:pt x="3522781" y="5832973"/>
                  <a:pt x="3528290" y="5830631"/>
                  <a:pt x="3535816" y="5828406"/>
                </a:cubicBezTo>
                <a:cubicBezTo>
                  <a:pt x="3545775" y="5825430"/>
                  <a:pt x="3555015" y="5823899"/>
                  <a:pt x="3563537" y="5823812"/>
                </a:cubicBezTo>
                <a:close/>
                <a:moveTo>
                  <a:pt x="3280012" y="5823812"/>
                </a:moveTo>
                <a:cubicBezTo>
                  <a:pt x="3286263" y="5823812"/>
                  <a:pt x="3290455" y="5824387"/>
                  <a:pt x="3292589" y="5825537"/>
                </a:cubicBezTo>
                <a:cubicBezTo>
                  <a:pt x="3297000" y="5827748"/>
                  <a:pt x="3299206" y="5830761"/>
                  <a:pt x="3299206" y="5834576"/>
                </a:cubicBezTo>
                <a:cubicBezTo>
                  <a:pt x="3299206" y="5836776"/>
                  <a:pt x="3298613" y="5838427"/>
                  <a:pt x="3297427" y="5839528"/>
                </a:cubicBezTo>
                <a:cubicBezTo>
                  <a:pt x="3296242" y="5840629"/>
                  <a:pt x="3293725" y="5842090"/>
                  <a:pt x="3289880" y="5843912"/>
                </a:cubicBezTo>
                <a:cubicBezTo>
                  <a:pt x="3288188" y="5844731"/>
                  <a:pt x="3286905" y="5845646"/>
                  <a:pt x="3286030" y="5846658"/>
                </a:cubicBezTo>
                <a:cubicBezTo>
                  <a:pt x="3285156" y="5847669"/>
                  <a:pt x="3281661" y="5852295"/>
                  <a:pt x="3275544" y="5860536"/>
                </a:cubicBezTo>
                <a:lnTo>
                  <a:pt x="3269144" y="5870185"/>
                </a:lnTo>
                <a:cubicBezTo>
                  <a:pt x="3268501" y="5871096"/>
                  <a:pt x="3268179" y="5871547"/>
                  <a:pt x="3268179" y="5871540"/>
                </a:cubicBezTo>
                <a:cubicBezTo>
                  <a:pt x="3268179" y="5871474"/>
                  <a:pt x="3268392" y="5871789"/>
                  <a:pt x="3268817" y="5872483"/>
                </a:cubicBezTo>
                <a:lnTo>
                  <a:pt x="3274625" y="5881293"/>
                </a:lnTo>
                <a:cubicBezTo>
                  <a:pt x="3280681" y="5890440"/>
                  <a:pt x="3285117" y="5896360"/>
                  <a:pt x="3287934" y="5899055"/>
                </a:cubicBezTo>
                <a:cubicBezTo>
                  <a:pt x="3289198" y="5900262"/>
                  <a:pt x="3291584" y="5901653"/>
                  <a:pt x="3295093" y="5903228"/>
                </a:cubicBezTo>
                <a:cubicBezTo>
                  <a:pt x="3298217" y="5904587"/>
                  <a:pt x="3299779" y="5907208"/>
                  <a:pt x="3299779" y="5911090"/>
                </a:cubicBezTo>
                <a:cubicBezTo>
                  <a:pt x="3299779" y="5916395"/>
                  <a:pt x="3296819" y="5919945"/>
                  <a:pt x="3290899" y="5921743"/>
                </a:cubicBezTo>
                <a:cubicBezTo>
                  <a:pt x="3284978" y="5923540"/>
                  <a:pt x="3274774" y="5924438"/>
                  <a:pt x="3260287" y="5924438"/>
                </a:cubicBezTo>
                <a:cubicBezTo>
                  <a:pt x="3249151" y="5924438"/>
                  <a:pt x="3241084" y="5923850"/>
                  <a:pt x="3236083" y="5922673"/>
                </a:cubicBezTo>
                <a:cubicBezTo>
                  <a:pt x="3229913" y="5921164"/>
                  <a:pt x="3226827" y="5917622"/>
                  <a:pt x="3226827" y="5912047"/>
                </a:cubicBezTo>
                <a:cubicBezTo>
                  <a:pt x="3226827" y="5908534"/>
                  <a:pt x="3228864" y="5905837"/>
                  <a:pt x="3232936" y="5903957"/>
                </a:cubicBezTo>
                <a:cubicBezTo>
                  <a:pt x="3234035" y="5903465"/>
                  <a:pt x="3234584" y="5902650"/>
                  <a:pt x="3234584" y="5901514"/>
                </a:cubicBezTo>
                <a:cubicBezTo>
                  <a:pt x="3234584" y="5899867"/>
                  <a:pt x="3233431" y="5897418"/>
                  <a:pt x="3231126" y="5894169"/>
                </a:cubicBezTo>
                <a:cubicBezTo>
                  <a:pt x="3228820" y="5890919"/>
                  <a:pt x="3227293" y="5889326"/>
                  <a:pt x="3226546" y="5889389"/>
                </a:cubicBezTo>
                <a:cubicBezTo>
                  <a:pt x="3225747" y="5889423"/>
                  <a:pt x="3223995" y="5891483"/>
                  <a:pt x="3221291" y="5895569"/>
                </a:cubicBezTo>
                <a:cubicBezTo>
                  <a:pt x="3218587" y="5899655"/>
                  <a:pt x="3217235" y="5902658"/>
                  <a:pt x="3217235" y="5904578"/>
                </a:cubicBezTo>
                <a:cubicBezTo>
                  <a:pt x="3217235" y="5905236"/>
                  <a:pt x="3217716" y="5906148"/>
                  <a:pt x="3218680" y="5907311"/>
                </a:cubicBezTo>
                <a:cubicBezTo>
                  <a:pt x="3220588" y="5909494"/>
                  <a:pt x="3221543" y="5911775"/>
                  <a:pt x="3221543" y="5914154"/>
                </a:cubicBezTo>
                <a:cubicBezTo>
                  <a:pt x="3221543" y="5921010"/>
                  <a:pt x="3214316" y="5924438"/>
                  <a:pt x="3199861" y="5924438"/>
                </a:cubicBezTo>
                <a:cubicBezTo>
                  <a:pt x="3192389" y="5924438"/>
                  <a:pt x="3186843" y="5923626"/>
                  <a:pt x="3183226" y="5922002"/>
                </a:cubicBezTo>
                <a:cubicBezTo>
                  <a:pt x="3179607" y="5920378"/>
                  <a:pt x="3177798" y="5917538"/>
                  <a:pt x="3177798" y="5913483"/>
                </a:cubicBezTo>
                <a:cubicBezTo>
                  <a:pt x="3177798" y="5910884"/>
                  <a:pt x="3178462" y="5908964"/>
                  <a:pt x="3179789" y="5907722"/>
                </a:cubicBezTo>
                <a:cubicBezTo>
                  <a:pt x="3181117" y="5906480"/>
                  <a:pt x="3183312" y="5905567"/>
                  <a:pt x="3186376" y="5904984"/>
                </a:cubicBezTo>
                <a:cubicBezTo>
                  <a:pt x="3188709" y="5904560"/>
                  <a:pt x="3190509" y="5903576"/>
                  <a:pt x="3191776" y="5902033"/>
                </a:cubicBezTo>
                <a:cubicBezTo>
                  <a:pt x="3193043" y="5900489"/>
                  <a:pt x="3197619" y="5893489"/>
                  <a:pt x="3205505" y="5881032"/>
                </a:cubicBezTo>
                <a:lnTo>
                  <a:pt x="3211972" y="5870341"/>
                </a:lnTo>
                <a:cubicBezTo>
                  <a:pt x="3212427" y="5869612"/>
                  <a:pt x="3212655" y="5869214"/>
                  <a:pt x="3212655" y="5869146"/>
                </a:cubicBezTo>
                <a:cubicBezTo>
                  <a:pt x="3212655" y="5869211"/>
                  <a:pt x="3212503" y="5869045"/>
                  <a:pt x="3212200" y="5868648"/>
                </a:cubicBezTo>
                <a:lnTo>
                  <a:pt x="3203271" y="5856623"/>
                </a:lnTo>
                <a:cubicBezTo>
                  <a:pt x="3200127" y="5853277"/>
                  <a:pt x="3197654" y="5850906"/>
                  <a:pt x="3195853" y="5849511"/>
                </a:cubicBezTo>
                <a:cubicBezTo>
                  <a:pt x="3194051" y="5848115"/>
                  <a:pt x="3191797" y="5847130"/>
                  <a:pt x="3189092" y="5846554"/>
                </a:cubicBezTo>
                <a:cubicBezTo>
                  <a:pt x="3183031" y="5845250"/>
                  <a:pt x="3180000" y="5842183"/>
                  <a:pt x="3180000" y="5837353"/>
                </a:cubicBezTo>
                <a:cubicBezTo>
                  <a:pt x="3180000" y="5832489"/>
                  <a:pt x="3183526" y="5829032"/>
                  <a:pt x="3190579" y="5826983"/>
                </a:cubicBezTo>
                <a:cubicBezTo>
                  <a:pt x="3197631" y="5824933"/>
                  <a:pt x="3208003" y="5823909"/>
                  <a:pt x="3221695" y="5823909"/>
                </a:cubicBezTo>
                <a:cubicBezTo>
                  <a:pt x="3231646" y="5823909"/>
                  <a:pt x="3239105" y="5824472"/>
                  <a:pt x="3244072" y="5825598"/>
                </a:cubicBezTo>
                <a:cubicBezTo>
                  <a:pt x="3250439" y="5827132"/>
                  <a:pt x="3253623" y="5830317"/>
                  <a:pt x="3253623" y="5835151"/>
                </a:cubicBezTo>
                <a:cubicBezTo>
                  <a:pt x="3253623" y="5836995"/>
                  <a:pt x="3252246" y="5840040"/>
                  <a:pt x="3249489" y="5844286"/>
                </a:cubicBezTo>
                <a:cubicBezTo>
                  <a:pt x="3249755" y="5843938"/>
                  <a:pt x="3249888" y="5843958"/>
                  <a:pt x="3249888" y="5844344"/>
                </a:cubicBezTo>
                <a:cubicBezTo>
                  <a:pt x="3249888" y="5845271"/>
                  <a:pt x="3250719" y="5846789"/>
                  <a:pt x="3252380" y="5848899"/>
                </a:cubicBezTo>
                <a:cubicBezTo>
                  <a:pt x="3254041" y="5851008"/>
                  <a:pt x="3255049" y="5852063"/>
                  <a:pt x="3255403" y="5852063"/>
                </a:cubicBezTo>
                <a:cubicBezTo>
                  <a:pt x="3255913" y="5852063"/>
                  <a:pt x="3257120" y="5850854"/>
                  <a:pt x="3259022" y="5848435"/>
                </a:cubicBezTo>
                <a:cubicBezTo>
                  <a:pt x="3260925" y="5846016"/>
                  <a:pt x="3261877" y="5844333"/>
                  <a:pt x="3261877" y="5843386"/>
                </a:cubicBezTo>
                <a:cubicBezTo>
                  <a:pt x="3261877" y="5842792"/>
                  <a:pt x="3261286" y="5841631"/>
                  <a:pt x="3260105" y="5839903"/>
                </a:cubicBezTo>
                <a:cubicBezTo>
                  <a:pt x="3258668" y="5837775"/>
                  <a:pt x="3257950" y="5835999"/>
                  <a:pt x="3257950" y="5834576"/>
                </a:cubicBezTo>
                <a:cubicBezTo>
                  <a:pt x="3257950" y="5832715"/>
                  <a:pt x="3258596" y="5830962"/>
                  <a:pt x="3259889" y="5829316"/>
                </a:cubicBezTo>
                <a:cubicBezTo>
                  <a:pt x="3261182" y="5827671"/>
                  <a:pt x="3262793" y="5826462"/>
                  <a:pt x="3264724" y="5825690"/>
                </a:cubicBezTo>
                <a:cubicBezTo>
                  <a:pt x="3267852" y="5824438"/>
                  <a:pt x="3272948" y="5823812"/>
                  <a:pt x="3280012" y="5823812"/>
                </a:cubicBezTo>
                <a:close/>
                <a:moveTo>
                  <a:pt x="2753118" y="5823812"/>
                </a:moveTo>
                <a:cubicBezTo>
                  <a:pt x="2761593" y="5823812"/>
                  <a:pt x="2769171" y="5826502"/>
                  <a:pt x="2775854" y="5831881"/>
                </a:cubicBezTo>
                <a:cubicBezTo>
                  <a:pt x="2779637" y="5834218"/>
                  <a:pt x="2782379" y="5837544"/>
                  <a:pt x="2784078" y="5841858"/>
                </a:cubicBezTo>
                <a:cubicBezTo>
                  <a:pt x="2785778" y="5846173"/>
                  <a:pt x="2786822" y="5852319"/>
                  <a:pt x="2787211" y="5860296"/>
                </a:cubicBezTo>
                <a:lnTo>
                  <a:pt x="2788550" y="5893992"/>
                </a:lnTo>
                <a:cubicBezTo>
                  <a:pt x="2788667" y="5896341"/>
                  <a:pt x="2789014" y="5898038"/>
                  <a:pt x="2789592" y="5899083"/>
                </a:cubicBezTo>
                <a:cubicBezTo>
                  <a:pt x="2790169" y="5900128"/>
                  <a:pt x="2792005" y="5902288"/>
                  <a:pt x="2795099" y="5905564"/>
                </a:cubicBezTo>
                <a:cubicBezTo>
                  <a:pt x="2796442" y="5906995"/>
                  <a:pt x="2797113" y="5908869"/>
                  <a:pt x="2797113" y="5911185"/>
                </a:cubicBezTo>
                <a:cubicBezTo>
                  <a:pt x="2797113" y="5916330"/>
                  <a:pt x="2794310" y="5919826"/>
                  <a:pt x="2788703" y="5921671"/>
                </a:cubicBezTo>
                <a:cubicBezTo>
                  <a:pt x="2783096" y="5923516"/>
                  <a:pt x="2773692" y="5924438"/>
                  <a:pt x="2760492" y="5924438"/>
                </a:cubicBezTo>
                <a:cubicBezTo>
                  <a:pt x="2751414" y="5924438"/>
                  <a:pt x="2744935" y="5923622"/>
                  <a:pt x="2741056" y="5921988"/>
                </a:cubicBezTo>
                <a:cubicBezTo>
                  <a:pt x="2736495" y="5920056"/>
                  <a:pt x="2734215" y="5916870"/>
                  <a:pt x="2734215" y="5912430"/>
                </a:cubicBezTo>
                <a:cubicBezTo>
                  <a:pt x="2734215" y="5910751"/>
                  <a:pt x="2734466" y="5909514"/>
                  <a:pt x="2734970" y="5908717"/>
                </a:cubicBezTo>
                <a:cubicBezTo>
                  <a:pt x="2735474" y="5907920"/>
                  <a:pt x="2736834" y="5906315"/>
                  <a:pt x="2739052" y="5903901"/>
                </a:cubicBezTo>
                <a:cubicBezTo>
                  <a:pt x="2741318" y="5901522"/>
                  <a:pt x="2742451" y="5893001"/>
                  <a:pt x="2742451" y="5878339"/>
                </a:cubicBezTo>
                <a:cubicBezTo>
                  <a:pt x="2742451" y="5869847"/>
                  <a:pt x="2741905" y="5863986"/>
                  <a:pt x="2740815" y="5860757"/>
                </a:cubicBezTo>
                <a:cubicBezTo>
                  <a:pt x="2738673" y="5857373"/>
                  <a:pt x="2735784" y="5855681"/>
                  <a:pt x="2732147" y="5855681"/>
                </a:cubicBezTo>
                <a:cubicBezTo>
                  <a:pt x="2728679" y="5855681"/>
                  <a:pt x="2726286" y="5856814"/>
                  <a:pt x="2724969" y="5859078"/>
                </a:cubicBezTo>
                <a:cubicBezTo>
                  <a:pt x="2723652" y="5861343"/>
                  <a:pt x="2722994" y="5865912"/>
                  <a:pt x="2722994" y="5872786"/>
                </a:cubicBezTo>
                <a:lnTo>
                  <a:pt x="2722994" y="5891745"/>
                </a:lnTo>
                <a:cubicBezTo>
                  <a:pt x="2722994" y="5895355"/>
                  <a:pt x="2723198" y="5897758"/>
                  <a:pt x="2723605" y="5898955"/>
                </a:cubicBezTo>
                <a:cubicBezTo>
                  <a:pt x="2724013" y="5900152"/>
                  <a:pt x="2725489" y="5902657"/>
                  <a:pt x="2728031" y="5906471"/>
                </a:cubicBezTo>
                <a:cubicBezTo>
                  <a:pt x="2729014" y="5908079"/>
                  <a:pt x="2729505" y="5909778"/>
                  <a:pt x="2729505" y="5911568"/>
                </a:cubicBezTo>
                <a:cubicBezTo>
                  <a:pt x="2729505" y="5916255"/>
                  <a:pt x="2726607" y="5919588"/>
                  <a:pt x="2720813" y="5921566"/>
                </a:cubicBezTo>
                <a:cubicBezTo>
                  <a:pt x="2715018" y="5923545"/>
                  <a:pt x="2706442" y="5924535"/>
                  <a:pt x="2695088" y="5924535"/>
                </a:cubicBezTo>
                <a:cubicBezTo>
                  <a:pt x="2676037" y="5924535"/>
                  <a:pt x="2666512" y="5920212"/>
                  <a:pt x="2666512" y="5911568"/>
                </a:cubicBezTo>
                <a:cubicBezTo>
                  <a:pt x="2666512" y="5909632"/>
                  <a:pt x="2666868" y="5908141"/>
                  <a:pt x="2667580" y="5907095"/>
                </a:cubicBezTo>
                <a:cubicBezTo>
                  <a:pt x="2668291" y="5906049"/>
                  <a:pt x="2669764" y="5904723"/>
                  <a:pt x="2671998" y="5903116"/>
                </a:cubicBezTo>
                <a:cubicBezTo>
                  <a:pt x="2673290" y="5902172"/>
                  <a:pt x="2674122" y="5901049"/>
                  <a:pt x="2674494" y="5899748"/>
                </a:cubicBezTo>
                <a:cubicBezTo>
                  <a:pt x="2674866" y="5898447"/>
                  <a:pt x="2675238" y="5894823"/>
                  <a:pt x="2675609" y="5888876"/>
                </a:cubicBezTo>
                <a:cubicBezTo>
                  <a:pt x="2676056" y="5881594"/>
                  <a:pt x="2676281" y="5873996"/>
                  <a:pt x="2676281" y="5866082"/>
                </a:cubicBezTo>
                <a:cubicBezTo>
                  <a:pt x="2676281" y="5862016"/>
                  <a:pt x="2676015" y="5859441"/>
                  <a:pt x="2675485" y="5858356"/>
                </a:cubicBezTo>
                <a:cubicBezTo>
                  <a:pt x="2674955" y="5857271"/>
                  <a:pt x="2672954" y="5855371"/>
                  <a:pt x="2669480" y="5852657"/>
                </a:cubicBezTo>
                <a:cubicBezTo>
                  <a:pt x="2666735" y="5851503"/>
                  <a:pt x="2665363" y="5849306"/>
                  <a:pt x="2665363" y="5846067"/>
                </a:cubicBezTo>
                <a:cubicBezTo>
                  <a:pt x="2665363" y="5842861"/>
                  <a:pt x="2666657" y="5840315"/>
                  <a:pt x="2669247" y="5838429"/>
                </a:cubicBezTo>
                <a:cubicBezTo>
                  <a:pt x="2671836" y="5836543"/>
                  <a:pt x="2676682" y="5834329"/>
                  <a:pt x="2683786" y="5831788"/>
                </a:cubicBezTo>
                <a:cubicBezTo>
                  <a:pt x="2689847" y="5829641"/>
                  <a:pt x="2695818" y="5827791"/>
                  <a:pt x="2701700" y="5826238"/>
                </a:cubicBezTo>
                <a:cubicBezTo>
                  <a:pt x="2707582" y="5824685"/>
                  <a:pt x="2711633" y="5823909"/>
                  <a:pt x="2713857" y="5823909"/>
                </a:cubicBezTo>
                <a:cubicBezTo>
                  <a:pt x="2716356" y="5823909"/>
                  <a:pt x="2718456" y="5824821"/>
                  <a:pt x="2720157" y="5826646"/>
                </a:cubicBezTo>
                <a:cubicBezTo>
                  <a:pt x="2721857" y="5828470"/>
                  <a:pt x="2722707" y="5830571"/>
                  <a:pt x="2722707" y="5832949"/>
                </a:cubicBezTo>
                <a:cubicBezTo>
                  <a:pt x="2722707" y="5832733"/>
                  <a:pt x="2722660" y="5833644"/>
                  <a:pt x="2722566" y="5835682"/>
                </a:cubicBezTo>
                <a:cubicBezTo>
                  <a:pt x="2722532" y="5835958"/>
                  <a:pt x="2722514" y="5836292"/>
                  <a:pt x="2722514" y="5836683"/>
                </a:cubicBezTo>
                <a:cubicBezTo>
                  <a:pt x="2722514" y="5838445"/>
                  <a:pt x="2723107" y="5839327"/>
                  <a:pt x="2724294" y="5839327"/>
                </a:cubicBezTo>
                <a:cubicBezTo>
                  <a:pt x="2725138" y="5839327"/>
                  <a:pt x="2726514" y="5838113"/>
                  <a:pt x="2728422" y="5835687"/>
                </a:cubicBezTo>
                <a:cubicBezTo>
                  <a:pt x="2733732" y="5827771"/>
                  <a:pt x="2741964" y="5823812"/>
                  <a:pt x="2753118" y="5823812"/>
                </a:cubicBezTo>
                <a:close/>
                <a:moveTo>
                  <a:pt x="2201461" y="5823812"/>
                </a:moveTo>
                <a:cubicBezTo>
                  <a:pt x="2204142" y="5823812"/>
                  <a:pt x="2206011" y="5824503"/>
                  <a:pt x="2207069" y="5825884"/>
                </a:cubicBezTo>
                <a:cubicBezTo>
                  <a:pt x="2208126" y="5827265"/>
                  <a:pt x="2208960" y="5830698"/>
                  <a:pt x="2209569" y="5836183"/>
                </a:cubicBezTo>
                <a:cubicBezTo>
                  <a:pt x="2209757" y="5837832"/>
                  <a:pt x="2210073" y="5838657"/>
                  <a:pt x="2210519" y="5838657"/>
                </a:cubicBezTo>
                <a:cubicBezTo>
                  <a:pt x="2211068" y="5838657"/>
                  <a:pt x="2211629" y="5838243"/>
                  <a:pt x="2212204" y="5837416"/>
                </a:cubicBezTo>
                <a:cubicBezTo>
                  <a:pt x="2217905" y="5828411"/>
                  <a:pt x="2225227" y="5823909"/>
                  <a:pt x="2234172" y="5823909"/>
                </a:cubicBezTo>
                <a:cubicBezTo>
                  <a:pt x="2240543" y="5823909"/>
                  <a:pt x="2245982" y="5826584"/>
                  <a:pt x="2250491" y="5831936"/>
                </a:cubicBezTo>
                <a:cubicBezTo>
                  <a:pt x="2252079" y="5832801"/>
                  <a:pt x="2253496" y="5834812"/>
                  <a:pt x="2254746" y="5837969"/>
                </a:cubicBezTo>
                <a:cubicBezTo>
                  <a:pt x="2255996" y="5841126"/>
                  <a:pt x="2256620" y="5844145"/>
                  <a:pt x="2256620" y="5847026"/>
                </a:cubicBezTo>
                <a:cubicBezTo>
                  <a:pt x="2256620" y="5850267"/>
                  <a:pt x="2255857" y="5853605"/>
                  <a:pt x="2254329" y="5857040"/>
                </a:cubicBezTo>
                <a:cubicBezTo>
                  <a:pt x="2252802" y="5860474"/>
                  <a:pt x="2250817" y="5863309"/>
                  <a:pt x="2248375" y="5865543"/>
                </a:cubicBezTo>
                <a:cubicBezTo>
                  <a:pt x="2243953" y="5869758"/>
                  <a:pt x="2238485" y="5871865"/>
                  <a:pt x="2231969" y="5871865"/>
                </a:cubicBezTo>
                <a:cubicBezTo>
                  <a:pt x="2228376" y="5871865"/>
                  <a:pt x="2225368" y="5871233"/>
                  <a:pt x="2222946" y="5869969"/>
                </a:cubicBezTo>
                <a:cubicBezTo>
                  <a:pt x="2220524" y="5868705"/>
                  <a:pt x="2217263" y="5865691"/>
                  <a:pt x="2213162" y="5860926"/>
                </a:cubicBezTo>
                <a:cubicBezTo>
                  <a:pt x="2212554" y="5861069"/>
                  <a:pt x="2211960" y="5861140"/>
                  <a:pt x="2211381" y="5861140"/>
                </a:cubicBezTo>
                <a:cubicBezTo>
                  <a:pt x="2210639" y="5861140"/>
                  <a:pt x="2210076" y="5861847"/>
                  <a:pt x="2209695" y="5863261"/>
                </a:cubicBezTo>
                <a:cubicBezTo>
                  <a:pt x="2209313" y="5864676"/>
                  <a:pt x="2209123" y="5868552"/>
                  <a:pt x="2209123" y="5874892"/>
                </a:cubicBezTo>
                <a:cubicBezTo>
                  <a:pt x="2209123" y="5884501"/>
                  <a:pt x="2209423" y="5890813"/>
                  <a:pt x="2210026" y="5893827"/>
                </a:cubicBezTo>
                <a:cubicBezTo>
                  <a:pt x="2210441" y="5895605"/>
                  <a:pt x="2210919" y="5896744"/>
                  <a:pt x="2211461" y="5897242"/>
                </a:cubicBezTo>
                <a:cubicBezTo>
                  <a:pt x="2212003" y="5897741"/>
                  <a:pt x="2213824" y="5898443"/>
                  <a:pt x="2216924" y="5899350"/>
                </a:cubicBezTo>
                <a:cubicBezTo>
                  <a:pt x="2222831" y="5901123"/>
                  <a:pt x="2225784" y="5904621"/>
                  <a:pt x="2225784" y="5909845"/>
                </a:cubicBezTo>
                <a:cubicBezTo>
                  <a:pt x="2225784" y="5912973"/>
                  <a:pt x="2224698" y="5915680"/>
                  <a:pt x="2222524" y="5917966"/>
                </a:cubicBezTo>
                <a:cubicBezTo>
                  <a:pt x="2220351" y="5920252"/>
                  <a:pt x="2217510" y="5921761"/>
                  <a:pt x="2214000" y="5922493"/>
                </a:cubicBezTo>
                <a:cubicBezTo>
                  <a:pt x="2207775" y="5923790"/>
                  <a:pt x="2198634" y="5924438"/>
                  <a:pt x="2186578" y="5924438"/>
                </a:cubicBezTo>
                <a:cubicBezTo>
                  <a:pt x="2175033" y="5924438"/>
                  <a:pt x="2166233" y="5923419"/>
                  <a:pt x="2160179" y="5921379"/>
                </a:cubicBezTo>
                <a:cubicBezTo>
                  <a:pt x="2154068" y="5919292"/>
                  <a:pt x="2151013" y="5915575"/>
                  <a:pt x="2151013" y="5910228"/>
                </a:cubicBezTo>
                <a:cubicBezTo>
                  <a:pt x="2151013" y="5906225"/>
                  <a:pt x="2153320" y="5902647"/>
                  <a:pt x="2157934" y="5899493"/>
                </a:cubicBezTo>
                <a:cubicBezTo>
                  <a:pt x="2159357" y="5898562"/>
                  <a:pt x="2160343" y="5897711"/>
                  <a:pt x="2160891" y="5896938"/>
                </a:cubicBezTo>
                <a:cubicBezTo>
                  <a:pt x="2161439" y="5896165"/>
                  <a:pt x="2161837" y="5894946"/>
                  <a:pt x="2162083" y="5893281"/>
                </a:cubicBezTo>
                <a:cubicBezTo>
                  <a:pt x="2163066" y="5887690"/>
                  <a:pt x="2163557" y="5877156"/>
                  <a:pt x="2163557" y="5861677"/>
                </a:cubicBezTo>
                <a:cubicBezTo>
                  <a:pt x="2163557" y="5859137"/>
                  <a:pt x="2163329" y="5857421"/>
                  <a:pt x="2162872" y="5856531"/>
                </a:cubicBezTo>
                <a:cubicBezTo>
                  <a:pt x="2162415" y="5855640"/>
                  <a:pt x="2161454" y="5854902"/>
                  <a:pt x="2159991" y="5854316"/>
                </a:cubicBezTo>
                <a:cubicBezTo>
                  <a:pt x="2154644" y="5852207"/>
                  <a:pt x="2151972" y="5849010"/>
                  <a:pt x="2151972" y="5844727"/>
                </a:cubicBezTo>
                <a:cubicBezTo>
                  <a:pt x="2151972" y="5840991"/>
                  <a:pt x="2153718" y="5837894"/>
                  <a:pt x="2157212" y="5835434"/>
                </a:cubicBezTo>
                <a:cubicBezTo>
                  <a:pt x="2160706" y="5832973"/>
                  <a:pt x="2166215" y="5830631"/>
                  <a:pt x="2173740" y="5828406"/>
                </a:cubicBezTo>
                <a:cubicBezTo>
                  <a:pt x="2183700" y="5825430"/>
                  <a:pt x="2192940" y="5823899"/>
                  <a:pt x="2201461" y="5823812"/>
                </a:cubicBezTo>
                <a:close/>
                <a:moveTo>
                  <a:pt x="1629962" y="5823812"/>
                </a:moveTo>
                <a:cubicBezTo>
                  <a:pt x="1632641" y="5823812"/>
                  <a:pt x="1634510" y="5824503"/>
                  <a:pt x="1635568" y="5825884"/>
                </a:cubicBezTo>
                <a:cubicBezTo>
                  <a:pt x="1636627" y="5827265"/>
                  <a:pt x="1637460" y="5830698"/>
                  <a:pt x="1638070" y="5836183"/>
                </a:cubicBezTo>
                <a:cubicBezTo>
                  <a:pt x="1638257" y="5837832"/>
                  <a:pt x="1638573" y="5838657"/>
                  <a:pt x="1639019" y="5838657"/>
                </a:cubicBezTo>
                <a:cubicBezTo>
                  <a:pt x="1639568" y="5838657"/>
                  <a:pt x="1640130" y="5838243"/>
                  <a:pt x="1640704" y="5837416"/>
                </a:cubicBezTo>
                <a:cubicBezTo>
                  <a:pt x="1646405" y="5828411"/>
                  <a:pt x="1653728" y="5823909"/>
                  <a:pt x="1662671" y="5823909"/>
                </a:cubicBezTo>
                <a:cubicBezTo>
                  <a:pt x="1669042" y="5823909"/>
                  <a:pt x="1674482" y="5826584"/>
                  <a:pt x="1678991" y="5831936"/>
                </a:cubicBezTo>
                <a:cubicBezTo>
                  <a:pt x="1680578" y="5832801"/>
                  <a:pt x="1681996" y="5834812"/>
                  <a:pt x="1683246" y="5837969"/>
                </a:cubicBezTo>
                <a:cubicBezTo>
                  <a:pt x="1684495" y="5841126"/>
                  <a:pt x="1685120" y="5844145"/>
                  <a:pt x="1685120" y="5847026"/>
                </a:cubicBezTo>
                <a:cubicBezTo>
                  <a:pt x="1685120" y="5850267"/>
                  <a:pt x="1684356" y="5853605"/>
                  <a:pt x="1682829" y="5857040"/>
                </a:cubicBezTo>
                <a:cubicBezTo>
                  <a:pt x="1681302" y="5860474"/>
                  <a:pt x="1679317" y="5863309"/>
                  <a:pt x="1676874" y="5865543"/>
                </a:cubicBezTo>
                <a:cubicBezTo>
                  <a:pt x="1672453" y="5869758"/>
                  <a:pt x="1666985" y="5871865"/>
                  <a:pt x="1660469" y="5871865"/>
                </a:cubicBezTo>
                <a:cubicBezTo>
                  <a:pt x="1656876" y="5871865"/>
                  <a:pt x="1653868" y="5871233"/>
                  <a:pt x="1651446" y="5869969"/>
                </a:cubicBezTo>
                <a:cubicBezTo>
                  <a:pt x="1649024" y="5868705"/>
                  <a:pt x="1645763" y="5865691"/>
                  <a:pt x="1641662" y="5860926"/>
                </a:cubicBezTo>
                <a:cubicBezTo>
                  <a:pt x="1641054" y="5861069"/>
                  <a:pt x="1640460" y="5861140"/>
                  <a:pt x="1639881" y="5861140"/>
                </a:cubicBezTo>
                <a:cubicBezTo>
                  <a:pt x="1639138" y="5861140"/>
                  <a:pt x="1638576" y="5861847"/>
                  <a:pt x="1638195" y="5863261"/>
                </a:cubicBezTo>
                <a:cubicBezTo>
                  <a:pt x="1637813" y="5864676"/>
                  <a:pt x="1637622" y="5868552"/>
                  <a:pt x="1637622" y="5874892"/>
                </a:cubicBezTo>
                <a:cubicBezTo>
                  <a:pt x="1637622" y="5884501"/>
                  <a:pt x="1637924" y="5890813"/>
                  <a:pt x="1638526" y="5893827"/>
                </a:cubicBezTo>
                <a:cubicBezTo>
                  <a:pt x="1638941" y="5895605"/>
                  <a:pt x="1639419" y="5896744"/>
                  <a:pt x="1639961" y="5897242"/>
                </a:cubicBezTo>
                <a:cubicBezTo>
                  <a:pt x="1640503" y="5897741"/>
                  <a:pt x="1642324" y="5898443"/>
                  <a:pt x="1645424" y="5899350"/>
                </a:cubicBezTo>
                <a:cubicBezTo>
                  <a:pt x="1651331" y="5901123"/>
                  <a:pt x="1654284" y="5904621"/>
                  <a:pt x="1654284" y="5909845"/>
                </a:cubicBezTo>
                <a:cubicBezTo>
                  <a:pt x="1654284" y="5912973"/>
                  <a:pt x="1653197" y="5915680"/>
                  <a:pt x="1651024" y="5917966"/>
                </a:cubicBezTo>
                <a:cubicBezTo>
                  <a:pt x="1648851" y="5920252"/>
                  <a:pt x="1646010" y="5921761"/>
                  <a:pt x="1642500" y="5922493"/>
                </a:cubicBezTo>
                <a:cubicBezTo>
                  <a:pt x="1636274" y="5923790"/>
                  <a:pt x="1627134" y="5924438"/>
                  <a:pt x="1615078" y="5924438"/>
                </a:cubicBezTo>
                <a:cubicBezTo>
                  <a:pt x="1603533" y="5924438"/>
                  <a:pt x="1594733" y="5923419"/>
                  <a:pt x="1588678" y="5921379"/>
                </a:cubicBezTo>
                <a:cubicBezTo>
                  <a:pt x="1582568" y="5919292"/>
                  <a:pt x="1579513" y="5915575"/>
                  <a:pt x="1579513" y="5910228"/>
                </a:cubicBezTo>
                <a:cubicBezTo>
                  <a:pt x="1579513" y="5906225"/>
                  <a:pt x="1581820" y="5902647"/>
                  <a:pt x="1586434" y="5899493"/>
                </a:cubicBezTo>
                <a:cubicBezTo>
                  <a:pt x="1587857" y="5898562"/>
                  <a:pt x="1588843" y="5897711"/>
                  <a:pt x="1589391" y="5896938"/>
                </a:cubicBezTo>
                <a:cubicBezTo>
                  <a:pt x="1589940" y="5896165"/>
                  <a:pt x="1590337" y="5894946"/>
                  <a:pt x="1590583" y="5893281"/>
                </a:cubicBezTo>
                <a:cubicBezTo>
                  <a:pt x="1591566" y="5887690"/>
                  <a:pt x="1592057" y="5877156"/>
                  <a:pt x="1592057" y="5861677"/>
                </a:cubicBezTo>
                <a:cubicBezTo>
                  <a:pt x="1592057" y="5859137"/>
                  <a:pt x="1591829" y="5857421"/>
                  <a:pt x="1591372" y="5856531"/>
                </a:cubicBezTo>
                <a:cubicBezTo>
                  <a:pt x="1590915" y="5855640"/>
                  <a:pt x="1589955" y="5854902"/>
                  <a:pt x="1588491" y="5854316"/>
                </a:cubicBezTo>
                <a:cubicBezTo>
                  <a:pt x="1583144" y="5852207"/>
                  <a:pt x="1580471" y="5849010"/>
                  <a:pt x="1580471" y="5844727"/>
                </a:cubicBezTo>
                <a:cubicBezTo>
                  <a:pt x="1580471" y="5840991"/>
                  <a:pt x="1582218" y="5837894"/>
                  <a:pt x="1585712" y="5835434"/>
                </a:cubicBezTo>
                <a:cubicBezTo>
                  <a:pt x="1589205" y="5832973"/>
                  <a:pt x="1594715" y="5830631"/>
                  <a:pt x="1602241" y="5828406"/>
                </a:cubicBezTo>
                <a:cubicBezTo>
                  <a:pt x="1612199" y="5825430"/>
                  <a:pt x="1621440" y="5823899"/>
                  <a:pt x="1629962" y="5823812"/>
                </a:cubicBezTo>
                <a:close/>
                <a:moveTo>
                  <a:pt x="896537" y="5823812"/>
                </a:moveTo>
                <a:cubicBezTo>
                  <a:pt x="899216" y="5823812"/>
                  <a:pt x="901085" y="5824503"/>
                  <a:pt x="902143" y="5825884"/>
                </a:cubicBezTo>
                <a:cubicBezTo>
                  <a:pt x="903201" y="5827265"/>
                  <a:pt x="904035" y="5830698"/>
                  <a:pt x="904644" y="5836183"/>
                </a:cubicBezTo>
                <a:cubicBezTo>
                  <a:pt x="904832" y="5837832"/>
                  <a:pt x="905148" y="5838657"/>
                  <a:pt x="905594" y="5838657"/>
                </a:cubicBezTo>
                <a:cubicBezTo>
                  <a:pt x="906143" y="5838657"/>
                  <a:pt x="906705" y="5838243"/>
                  <a:pt x="907279" y="5837416"/>
                </a:cubicBezTo>
                <a:cubicBezTo>
                  <a:pt x="912980" y="5828411"/>
                  <a:pt x="920303" y="5823909"/>
                  <a:pt x="929246" y="5823909"/>
                </a:cubicBezTo>
                <a:cubicBezTo>
                  <a:pt x="935617" y="5823909"/>
                  <a:pt x="941057" y="5826584"/>
                  <a:pt x="945566" y="5831936"/>
                </a:cubicBezTo>
                <a:cubicBezTo>
                  <a:pt x="947153" y="5832801"/>
                  <a:pt x="948571" y="5834812"/>
                  <a:pt x="949821" y="5837969"/>
                </a:cubicBezTo>
                <a:cubicBezTo>
                  <a:pt x="951070" y="5841126"/>
                  <a:pt x="951695" y="5844145"/>
                  <a:pt x="951695" y="5847026"/>
                </a:cubicBezTo>
                <a:cubicBezTo>
                  <a:pt x="951695" y="5850267"/>
                  <a:pt x="950931" y="5853605"/>
                  <a:pt x="949404" y="5857040"/>
                </a:cubicBezTo>
                <a:cubicBezTo>
                  <a:pt x="947877" y="5860474"/>
                  <a:pt x="945892" y="5863309"/>
                  <a:pt x="943449" y="5865543"/>
                </a:cubicBezTo>
                <a:cubicBezTo>
                  <a:pt x="939028" y="5869758"/>
                  <a:pt x="933560" y="5871865"/>
                  <a:pt x="927044" y="5871865"/>
                </a:cubicBezTo>
                <a:cubicBezTo>
                  <a:pt x="923451" y="5871865"/>
                  <a:pt x="920443" y="5871233"/>
                  <a:pt x="918021" y="5869969"/>
                </a:cubicBezTo>
                <a:cubicBezTo>
                  <a:pt x="915599" y="5868705"/>
                  <a:pt x="912338" y="5865691"/>
                  <a:pt x="908237" y="5860926"/>
                </a:cubicBezTo>
                <a:cubicBezTo>
                  <a:pt x="907628" y="5861069"/>
                  <a:pt x="907035" y="5861140"/>
                  <a:pt x="906456" y="5861140"/>
                </a:cubicBezTo>
                <a:cubicBezTo>
                  <a:pt x="905713" y="5861140"/>
                  <a:pt x="905151" y="5861847"/>
                  <a:pt x="904770" y="5863261"/>
                </a:cubicBezTo>
                <a:cubicBezTo>
                  <a:pt x="904388" y="5864676"/>
                  <a:pt x="904197" y="5868552"/>
                  <a:pt x="904197" y="5874892"/>
                </a:cubicBezTo>
                <a:cubicBezTo>
                  <a:pt x="904197" y="5884501"/>
                  <a:pt x="904498" y="5890813"/>
                  <a:pt x="905101" y="5893827"/>
                </a:cubicBezTo>
                <a:cubicBezTo>
                  <a:pt x="905516" y="5895605"/>
                  <a:pt x="905994" y="5896744"/>
                  <a:pt x="906536" y="5897242"/>
                </a:cubicBezTo>
                <a:cubicBezTo>
                  <a:pt x="907078" y="5897741"/>
                  <a:pt x="908899" y="5898443"/>
                  <a:pt x="911999" y="5899350"/>
                </a:cubicBezTo>
                <a:cubicBezTo>
                  <a:pt x="917905" y="5901123"/>
                  <a:pt x="920859" y="5904621"/>
                  <a:pt x="920859" y="5909845"/>
                </a:cubicBezTo>
                <a:cubicBezTo>
                  <a:pt x="920859" y="5912973"/>
                  <a:pt x="919772" y="5915680"/>
                  <a:pt x="917599" y="5917966"/>
                </a:cubicBezTo>
                <a:cubicBezTo>
                  <a:pt x="915426" y="5920252"/>
                  <a:pt x="912585" y="5921761"/>
                  <a:pt x="909075" y="5922493"/>
                </a:cubicBezTo>
                <a:cubicBezTo>
                  <a:pt x="902850" y="5923790"/>
                  <a:pt x="893709" y="5924438"/>
                  <a:pt x="881653" y="5924438"/>
                </a:cubicBezTo>
                <a:cubicBezTo>
                  <a:pt x="870108" y="5924438"/>
                  <a:pt x="861308" y="5923419"/>
                  <a:pt x="855253" y="5921379"/>
                </a:cubicBezTo>
                <a:cubicBezTo>
                  <a:pt x="849143" y="5919292"/>
                  <a:pt x="846088" y="5915575"/>
                  <a:pt x="846088" y="5910228"/>
                </a:cubicBezTo>
                <a:cubicBezTo>
                  <a:pt x="846088" y="5906225"/>
                  <a:pt x="848395" y="5902647"/>
                  <a:pt x="853008" y="5899493"/>
                </a:cubicBezTo>
                <a:cubicBezTo>
                  <a:pt x="854432" y="5898562"/>
                  <a:pt x="855418" y="5897711"/>
                  <a:pt x="855966" y="5896938"/>
                </a:cubicBezTo>
                <a:cubicBezTo>
                  <a:pt x="856514" y="5896165"/>
                  <a:pt x="856912" y="5894946"/>
                  <a:pt x="857158" y="5893281"/>
                </a:cubicBezTo>
                <a:cubicBezTo>
                  <a:pt x="858141" y="5887690"/>
                  <a:pt x="858632" y="5877156"/>
                  <a:pt x="858632" y="5861677"/>
                </a:cubicBezTo>
                <a:cubicBezTo>
                  <a:pt x="858632" y="5859137"/>
                  <a:pt x="858404" y="5857421"/>
                  <a:pt x="857947" y="5856531"/>
                </a:cubicBezTo>
                <a:cubicBezTo>
                  <a:pt x="857490" y="5855640"/>
                  <a:pt x="856530" y="5854902"/>
                  <a:pt x="855066" y="5854316"/>
                </a:cubicBezTo>
                <a:cubicBezTo>
                  <a:pt x="849719" y="5852207"/>
                  <a:pt x="847046" y="5849010"/>
                  <a:pt x="847046" y="5844727"/>
                </a:cubicBezTo>
                <a:cubicBezTo>
                  <a:pt x="847046" y="5840991"/>
                  <a:pt x="848793" y="5837894"/>
                  <a:pt x="852287" y="5835434"/>
                </a:cubicBezTo>
                <a:cubicBezTo>
                  <a:pt x="855780" y="5832973"/>
                  <a:pt x="861290" y="5830631"/>
                  <a:pt x="868815" y="5828406"/>
                </a:cubicBezTo>
                <a:cubicBezTo>
                  <a:pt x="878775" y="5825430"/>
                  <a:pt x="888015" y="5823899"/>
                  <a:pt x="896537" y="5823812"/>
                </a:cubicBezTo>
                <a:close/>
                <a:moveTo>
                  <a:pt x="10610323" y="5823239"/>
                </a:moveTo>
                <a:cubicBezTo>
                  <a:pt x="10622092" y="5823239"/>
                  <a:pt x="10632489" y="5826192"/>
                  <a:pt x="10641514" y="5832098"/>
                </a:cubicBezTo>
                <a:cubicBezTo>
                  <a:pt x="10650369" y="5837931"/>
                  <a:pt x="10654795" y="5845205"/>
                  <a:pt x="10654795" y="5853920"/>
                </a:cubicBezTo>
                <a:cubicBezTo>
                  <a:pt x="10654795" y="5860028"/>
                  <a:pt x="10652880" y="5864181"/>
                  <a:pt x="10649050" y="5866381"/>
                </a:cubicBezTo>
                <a:cubicBezTo>
                  <a:pt x="10644668" y="5871633"/>
                  <a:pt x="10639675" y="5874260"/>
                  <a:pt x="10634072" y="5874260"/>
                </a:cubicBezTo>
                <a:cubicBezTo>
                  <a:pt x="10628079" y="5874260"/>
                  <a:pt x="10623550" y="5872070"/>
                  <a:pt x="10620483" y="5867690"/>
                </a:cubicBezTo>
                <a:cubicBezTo>
                  <a:pt x="10619556" y="5866333"/>
                  <a:pt x="10618262" y="5863064"/>
                  <a:pt x="10616601" y="5857882"/>
                </a:cubicBezTo>
                <a:cubicBezTo>
                  <a:pt x="10615166" y="5853415"/>
                  <a:pt x="10612499" y="5851181"/>
                  <a:pt x="10608600" y="5851181"/>
                </a:cubicBezTo>
                <a:cubicBezTo>
                  <a:pt x="10605775" y="5851181"/>
                  <a:pt x="10603335" y="5852495"/>
                  <a:pt x="10601282" y="5855124"/>
                </a:cubicBezTo>
                <a:cubicBezTo>
                  <a:pt x="10599229" y="5857753"/>
                  <a:pt x="10598201" y="5861087"/>
                  <a:pt x="10598201" y="5865125"/>
                </a:cubicBezTo>
                <a:cubicBezTo>
                  <a:pt x="10598201" y="5872327"/>
                  <a:pt x="10600754" y="5878688"/>
                  <a:pt x="10605861" y="5884208"/>
                </a:cubicBezTo>
                <a:cubicBezTo>
                  <a:pt x="10609930" y="5888570"/>
                  <a:pt x="10615057" y="5890750"/>
                  <a:pt x="10621240" y="5890750"/>
                </a:cubicBezTo>
                <a:cubicBezTo>
                  <a:pt x="10624269" y="5890750"/>
                  <a:pt x="10626813" y="5890493"/>
                  <a:pt x="10628871" y="5889978"/>
                </a:cubicBezTo>
                <a:cubicBezTo>
                  <a:pt x="10630930" y="5889463"/>
                  <a:pt x="10633438" y="5888507"/>
                  <a:pt x="10636396" y="5887108"/>
                </a:cubicBezTo>
                <a:cubicBezTo>
                  <a:pt x="10637925" y="5886344"/>
                  <a:pt x="10639384" y="5885962"/>
                  <a:pt x="10640776" y="5885962"/>
                </a:cubicBezTo>
                <a:cubicBezTo>
                  <a:pt x="10643596" y="5885962"/>
                  <a:pt x="10646015" y="5887204"/>
                  <a:pt x="10648034" y="5889688"/>
                </a:cubicBezTo>
                <a:cubicBezTo>
                  <a:pt x="10650052" y="5892173"/>
                  <a:pt x="10651062" y="5894997"/>
                  <a:pt x="10651062" y="5898161"/>
                </a:cubicBezTo>
                <a:cubicBezTo>
                  <a:pt x="10651062" y="5901456"/>
                  <a:pt x="10649780" y="5904818"/>
                  <a:pt x="10647219" y="5908245"/>
                </a:cubicBezTo>
                <a:cubicBezTo>
                  <a:pt x="10644657" y="5911673"/>
                  <a:pt x="10641330" y="5914649"/>
                  <a:pt x="10637237" y="5917173"/>
                </a:cubicBezTo>
                <a:cubicBezTo>
                  <a:pt x="10628638" y="5922463"/>
                  <a:pt x="10618487" y="5925108"/>
                  <a:pt x="10606779" y="5925108"/>
                </a:cubicBezTo>
                <a:cubicBezTo>
                  <a:pt x="10593138" y="5925108"/>
                  <a:pt x="10581517" y="5921136"/>
                  <a:pt x="10571916" y="5913190"/>
                </a:cubicBezTo>
                <a:cubicBezTo>
                  <a:pt x="10559574" y="5903104"/>
                  <a:pt x="10553404" y="5890242"/>
                  <a:pt x="10553404" y="5874605"/>
                </a:cubicBezTo>
                <a:cubicBezTo>
                  <a:pt x="10553404" y="5859582"/>
                  <a:pt x="10559150" y="5847155"/>
                  <a:pt x="10570641" y="5837324"/>
                </a:cubicBezTo>
                <a:cubicBezTo>
                  <a:pt x="10581553" y="5827934"/>
                  <a:pt x="10594780" y="5823239"/>
                  <a:pt x="10610323" y="5823239"/>
                </a:cubicBezTo>
                <a:close/>
                <a:moveTo>
                  <a:pt x="10464862" y="5823239"/>
                </a:moveTo>
                <a:cubicBezTo>
                  <a:pt x="10477471" y="5823239"/>
                  <a:pt x="10488209" y="5826839"/>
                  <a:pt x="10497074" y="5834039"/>
                </a:cubicBezTo>
                <a:cubicBezTo>
                  <a:pt x="10501565" y="5837656"/>
                  <a:pt x="10505172" y="5841925"/>
                  <a:pt x="10507898" y="5846845"/>
                </a:cubicBezTo>
                <a:cubicBezTo>
                  <a:pt x="10511090" y="5852552"/>
                  <a:pt x="10512686" y="5858102"/>
                  <a:pt x="10512686" y="5863496"/>
                </a:cubicBezTo>
                <a:cubicBezTo>
                  <a:pt x="10512686" y="5867997"/>
                  <a:pt x="10511670" y="5871810"/>
                  <a:pt x="10509638" y="5874935"/>
                </a:cubicBezTo>
                <a:cubicBezTo>
                  <a:pt x="10507605" y="5878060"/>
                  <a:pt x="10504841" y="5879622"/>
                  <a:pt x="10501347" y="5879622"/>
                </a:cubicBezTo>
                <a:lnTo>
                  <a:pt x="10456340" y="5879622"/>
                </a:lnTo>
                <a:cubicBezTo>
                  <a:pt x="10455728" y="5879622"/>
                  <a:pt x="10455422" y="5879833"/>
                  <a:pt x="10455422" y="5880254"/>
                </a:cubicBezTo>
                <a:cubicBezTo>
                  <a:pt x="10455422" y="5883825"/>
                  <a:pt x="10457451" y="5887265"/>
                  <a:pt x="10461508" y="5890574"/>
                </a:cubicBezTo>
                <a:cubicBezTo>
                  <a:pt x="10465565" y="5893883"/>
                  <a:pt x="10469939" y="5895538"/>
                  <a:pt x="10474629" y="5895538"/>
                </a:cubicBezTo>
                <a:cubicBezTo>
                  <a:pt x="10477480" y="5895538"/>
                  <a:pt x="10480675" y="5894978"/>
                  <a:pt x="10484216" y="5893858"/>
                </a:cubicBezTo>
                <a:cubicBezTo>
                  <a:pt x="10487755" y="5892739"/>
                  <a:pt x="10490659" y="5891378"/>
                  <a:pt x="10492926" y="5889775"/>
                </a:cubicBezTo>
                <a:cubicBezTo>
                  <a:pt x="10495452" y="5887999"/>
                  <a:pt x="10497558" y="5887111"/>
                  <a:pt x="10499241" y="5887111"/>
                </a:cubicBezTo>
                <a:cubicBezTo>
                  <a:pt x="10501572" y="5887111"/>
                  <a:pt x="10503709" y="5888355"/>
                  <a:pt x="10505653" y="5890844"/>
                </a:cubicBezTo>
                <a:cubicBezTo>
                  <a:pt x="10507597" y="5893333"/>
                  <a:pt x="10508569" y="5895868"/>
                  <a:pt x="10508569" y="5898449"/>
                </a:cubicBezTo>
                <a:cubicBezTo>
                  <a:pt x="10508569" y="5903691"/>
                  <a:pt x="10505418" y="5908657"/>
                  <a:pt x="10499118" y="5913347"/>
                </a:cubicBezTo>
                <a:cubicBezTo>
                  <a:pt x="10488640" y="5921188"/>
                  <a:pt x="10476520" y="5925108"/>
                  <a:pt x="10462754" y="5925108"/>
                </a:cubicBezTo>
                <a:cubicBezTo>
                  <a:pt x="10448849" y="5925108"/>
                  <a:pt x="10437186" y="5921062"/>
                  <a:pt x="10427765" y="5912969"/>
                </a:cubicBezTo>
                <a:cubicBezTo>
                  <a:pt x="10423174" y="5908976"/>
                  <a:pt x="10419384" y="5904154"/>
                  <a:pt x="10416391" y="5898503"/>
                </a:cubicBezTo>
                <a:cubicBezTo>
                  <a:pt x="10412482" y="5891015"/>
                  <a:pt x="10410529" y="5883112"/>
                  <a:pt x="10410529" y="5874795"/>
                </a:cubicBezTo>
                <a:cubicBezTo>
                  <a:pt x="10410529" y="5863645"/>
                  <a:pt x="10413917" y="5853619"/>
                  <a:pt x="10420692" y="5844717"/>
                </a:cubicBezTo>
                <a:cubicBezTo>
                  <a:pt x="10426539" y="5837010"/>
                  <a:pt x="10433954" y="5831279"/>
                  <a:pt x="10442936" y="5827524"/>
                </a:cubicBezTo>
                <a:cubicBezTo>
                  <a:pt x="10449737" y="5824667"/>
                  <a:pt x="10457045" y="5823239"/>
                  <a:pt x="10464862" y="5823239"/>
                </a:cubicBezTo>
                <a:close/>
                <a:moveTo>
                  <a:pt x="9864787" y="5823239"/>
                </a:moveTo>
                <a:cubicBezTo>
                  <a:pt x="9877396" y="5823239"/>
                  <a:pt x="9888133" y="5826839"/>
                  <a:pt x="9897000" y="5834039"/>
                </a:cubicBezTo>
                <a:cubicBezTo>
                  <a:pt x="9901489" y="5837656"/>
                  <a:pt x="9905097" y="5841925"/>
                  <a:pt x="9907823" y="5846845"/>
                </a:cubicBezTo>
                <a:cubicBezTo>
                  <a:pt x="9911015" y="5852552"/>
                  <a:pt x="9912611" y="5858102"/>
                  <a:pt x="9912611" y="5863496"/>
                </a:cubicBezTo>
                <a:cubicBezTo>
                  <a:pt x="9912611" y="5867997"/>
                  <a:pt x="9911595" y="5871810"/>
                  <a:pt x="9909563" y="5874935"/>
                </a:cubicBezTo>
                <a:cubicBezTo>
                  <a:pt x="9907530" y="5878060"/>
                  <a:pt x="9904766" y="5879622"/>
                  <a:pt x="9901273" y="5879622"/>
                </a:cubicBezTo>
                <a:lnTo>
                  <a:pt x="9856264" y="5879622"/>
                </a:lnTo>
                <a:cubicBezTo>
                  <a:pt x="9855653" y="5879622"/>
                  <a:pt x="9855347" y="5879833"/>
                  <a:pt x="9855347" y="5880254"/>
                </a:cubicBezTo>
                <a:cubicBezTo>
                  <a:pt x="9855347" y="5883825"/>
                  <a:pt x="9857376" y="5887265"/>
                  <a:pt x="9861433" y="5890574"/>
                </a:cubicBezTo>
                <a:cubicBezTo>
                  <a:pt x="9865490" y="5893883"/>
                  <a:pt x="9869864" y="5895538"/>
                  <a:pt x="9874554" y="5895538"/>
                </a:cubicBezTo>
                <a:cubicBezTo>
                  <a:pt x="9877405" y="5895538"/>
                  <a:pt x="9880600" y="5894978"/>
                  <a:pt x="9884140" y="5893858"/>
                </a:cubicBezTo>
                <a:cubicBezTo>
                  <a:pt x="9887680" y="5892739"/>
                  <a:pt x="9890584" y="5891378"/>
                  <a:pt x="9892850" y="5889775"/>
                </a:cubicBezTo>
                <a:cubicBezTo>
                  <a:pt x="9895377" y="5887999"/>
                  <a:pt x="9897483" y="5887111"/>
                  <a:pt x="9899165" y="5887111"/>
                </a:cubicBezTo>
                <a:cubicBezTo>
                  <a:pt x="9901496" y="5887111"/>
                  <a:pt x="9903633" y="5888355"/>
                  <a:pt x="9905578" y="5890844"/>
                </a:cubicBezTo>
                <a:cubicBezTo>
                  <a:pt x="9907522" y="5893333"/>
                  <a:pt x="9908494" y="5895868"/>
                  <a:pt x="9908494" y="5898449"/>
                </a:cubicBezTo>
                <a:cubicBezTo>
                  <a:pt x="9908494" y="5903691"/>
                  <a:pt x="9905344" y="5908657"/>
                  <a:pt x="9899043" y="5913347"/>
                </a:cubicBezTo>
                <a:cubicBezTo>
                  <a:pt x="9888565" y="5921188"/>
                  <a:pt x="9876444" y="5925108"/>
                  <a:pt x="9862680" y="5925108"/>
                </a:cubicBezTo>
                <a:cubicBezTo>
                  <a:pt x="9848774" y="5925108"/>
                  <a:pt x="9837111" y="5921062"/>
                  <a:pt x="9827690" y="5912969"/>
                </a:cubicBezTo>
                <a:cubicBezTo>
                  <a:pt x="9823100" y="5908976"/>
                  <a:pt x="9819308" y="5904154"/>
                  <a:pt x="9816317" y="5898503"/>
                </a:cubicBezTo>
                <a:cubicBezTo>
                  <a:pt x="9812407" y="5891015"/>
                  <a:pt x="9810454" y="5883112"/>
                  <a:pt x="9810454" y="5874795"/>
                </a:cubicBezTo>
                <a:cubicBezTo>
                  <a:pt x="9810454" y="5863645"/>
                  <a:pt x="9813841" y="5853619"/>
                  <a:pt x="9820617" y="5844717"/>
                </a:cubicBezTo>
                <a:cubicBezTo>
                  <a:pt x="9826464" y="5837010"/>
                  <a:pt x="9833878" y="5831279"/>
                  <a:pt x="9842861" y="5827524"/>
                </a:cubicBezTo>
                <a:cubicBezTo>
                  <a:pt x="9849662" y="5824667"/>
                  <a:pt x="9856971" y="5823239"/>
                  <a:pt x="9864787" y="5823239"/>
                </a:cubicBezTo>
                <a:close/>
                <a:moveTo>
                  <a:pt x="9102787" y="5823239"/>
                </a:moveTo>
                <a:cubicBezTo>
                  <a:pt x="9115396" y="5823239"/>
                  <a:pt x="9126133" y="5826839"/>
                  <a:pt x="9134999" y="5834039"/>
                </a:cubicBezTo>
                <a:cubicBezTo>
                  <a:pt x="9139489" y="5837656"/>
                  <a:pt x="9143097" y="5841925"/>
                  <a:pt x="9145823" y="5846845"/>
                </a:cubicBezTo>
                <a:cubicBezTo>
                  <a:pt x="9149015" y="5852552"/>
                  <a:pt x="9150611" y="5858102"/>
                  <a:pt x="9150611" y="5863496"/>
                </a:cubicBezTo>
                <a:cubicBezTo>
                  <a:pt x="9150611" y="5867997"/>
                  <a:pt x="9149595" y="5871810"/>
                  <a:pt x="9147562" y="5874935"/>
                </a:cubicBezTo>
                <a:cubicBezTo>
                  <a:pt x="9145530" y="5878060"/>
                  <a:pt x="9142766" y="5879622"/>
                  <a:pt x="9139272" y="5879622"/>
                </a:cubicBezTo>
                <a:lnTo>
                  <a:pt x="9094264" y="5879622"/>
                </a:lnTo>
                <a:cubicBezTo>
                  <a:pt x="9093653" y="5879622"/>
                  <a:pt x="9093347" y="5879833"/>
                  <a:pt x="9093347" y="5880254"/>
                </a:cubicBezTo>
                <a:cubicBezTo>
                  <a:pt x="9093347" y="5883825"/>
                  <a:pt x="9095376" y="5887265"/>
                  <a:pt x="9099433" y="5890574"/>
                </a:cubicBezTo>
                <a:cubicBezTo>
                  <a:pt x="9103491" y="5893883"/>
                  <a:pt x="9107864" y="5895538"/>
                  <a:pt x="9112554" y="5895538"/>
                </a:cubicBezTo>
                <a:cubicBezTo>
                  <a:pt x="9115405" y="5895538"/>
                  <a:pt x="9118600" y="5894978"/>
                  <a:pt x="9122140" y="5893858"/>
                </a:cubicBezTo>
                <a:cubicBezTo>
                  <a:pt x="9125681" y="5892739"/>
                  <a:pt x="9128584" y="5891378"/>
                  <a:pt x="9130850" y="5889775"/>
                </a:cubicBezTo>
                <a:cubicBezTo>
                  <a:pt x="9133377" y="5887999"/>
                  <a:pt x="9135483" y="5887111"/>
                  <a:pt x="9137165" y="5887111"/>
                </a:cubicBezTo>
                <a:cubicBezTo>
                  <a:pt x="9139496" y="5887111"/>
                  <a:pt x="9141633" y="5888355"/>
                  <a:pt x="9143577" y="5890844"/>
                </a:cubicBezTo>
                <a:cubicBezTo>
                  <a:pt x="9145522" y="5893333"/>
                  <a:pt x="9146494" y="5895868"/>
                  <a:pt x="9146494" y="5898449"/>
                </a:cubicBezTo>
                <a:cubicBezTo>
                  <a:pt x="9146494" y="5903691"/>
                  <a:pt x="9143344" y="5908657"/>
                  <a:pt x="9137043" y="5913347"/>
                </a:cubicBezTo>
                <a:cubicBezTo>
                  <a:pt x="9126565" y="5921188"/>
                  <a:pt x="9114444" y="5925108"/>
                  <a:pt x="9100680" y="5925108"/>
                </a:cubicBezTo>
                <a:cubicBezTo>
                  <a:pt x="9086774" y="5925108"/>
                  <a:pt x="9075111" y="5921062"/>
                  <a:pt x="9065690" y="5912969"/>
                </a:cubicBezTo>
                <a:cubicBezTo>
                  <a:pt x="9061100" y="5908976"/>
                  <a:pt x="9057309" y="5904154"/>
                  <a:pt x="9054317" y="5898503"/>
                </a:cubicBezTo>
                <a:cubicBezTo>
                  <a:pt x="9050408" y="5891015"/>
                  <a:pt x="9048453" y="5883112"/>
                  <a:pt x="9048453" y="5874795"/>
                </a:cubicBezTo>
                <a:cubicBezTo>
                  <a:pt x="9048453" y="5863645"/>
                  <a:pt x="9051841" y="5853619"/>
                  <a:pt x="9058617" y="5844717"/>
                </a:cubicBezTo>
                <a:cubicBezTo>
                  <a:pt x="9064464" y="5837010"/>
                  <a:pt x="9071878" y="5831279"/>
                  <a:pt x="9080861" y="5827524"/>
                </a:cubicBezTo>
                <a:cubicBezTo>
                  <a:pt x="9087662" y="5824667"/>
                  <a:pt x="9094971" y="5823239"/>
                  <a:pt x="9102787" y="5823239"/>
                </a:cubicBezTo>
                <a:close/>
                <a:moveTo>
                  <a:pt x="9000598" y="5823239"/>
                </a:moveTo>
                <a:cubicBezTo>
                  <a:pt x="9012368" y="5823239"/>
                  <a:pt x="9022765" y="5826192"/>
                  <a:pt x="9031789" y="5832098"/>
                </a:cubicBezTo>
                <a:cubicBezTo>
                  <a:pt x="9040644" y="5837931"/>
                  <a:pt x="9045071" y="5845205"/>
                  <a:pt x="9045071" y="5853920"/>
                </a:cubicBezTo>
                <a:cubicBezTo>
                  <a:pt x="9045071" y="5860028"/>
                  <a:pt x="9043156" y="5864181"/>
                  <a:pt x="9039325" y="5866381"/>
                </a:cubicBezTo>
                <a:cubicBezTo>
                  <a:pt x="9034943" y="5871633"/>
                  <a:pt x="9029950" y="5874260"/>
                  <a:pt x="9024347" y="5874260"/>
                </a:cubicBezTo>
                <a:cubicBezTo>
                  <a:pt x="9018354" y="5874260"/>
                  <a:pt x="9013824" y="5872070"/>
                  <a:pt x="9010758" y="5867690"/>
                </a:cubicBezTo>
                <a:cubicBezTo>
                  <a:pt x="9009831" y="5866333"/>
                  <a:pt x="9008537" y="5863064"/>
                  <a:pt x="9006876" y="5857882"/>
                </a:cubicBezTo>
                <a:cubicBezTo>
                  <a:pt x="9005440" y="5853415"/>
                  <a:pt x="9002773" y="5851181"/>
                  <a:pt x="8998875" y="5851181"/>
                </a:cubicBezTo>
                <a:cubicBezTo>
                  <a:pt x="8996049" y="5851181"/>
                  <a:pt x="8993610" y="5852495"/>
                  <a:pt x="8991556" y="5855124"/>
                </a:cubicBezTo>
                <a:cubicBezTo>
                  <a:pt x="8989502" y="5857753"/>
                  <a:pt x="8988476" y="5861087"/>
                  <a:pt x="8988476" y="5865125"/>
                </a:cubicBezTo>
                <a:cubicBezTo>
                  <a:pt x="8988476" y="5872327"/>
                  <a:pt x="8991029" y="5878688"/>
                  <a:pt x="8996136" y="5884208"/>
                </a:cubicBezTo>
                <a:cubicBezTo>
                  <a:pt x="9000205" y="5888570"/>
                  <a:pt x="9005332" y="5890750"/>
                  <a:pt x="9011515" y="5890750"/>
                </a:cubicBezTo>
                <a:cubicBezTo>
                  <a:pt x="9014544" y="5890750"/>
                  <a:pt x="9017088" y="5890493"/>
                  <a:pt x="9019147" y="5889978"/>
                </a:cubicBezTo>
                <a:cubicBezTo>
                  <a:pt x="9021205" y="5889463"/>
                  <a:pt x="9023713" y="5888507"/>
                  <a:pt x="9026671" y="5887108"/>
                </a:cubicBezTo>
                <a:cubicBezTo>
                  <a:pt x="9028200" y="5886344"/>
                  <a:pt x="9029659" y="5885962"/>
                  <a:pt x="9031051" y="5885962"/>
                </a:cubicBezTo>
                <a:cubicBezTo>
                  <a:pt x="9033871" y="5885962"/>
                  <a:pt x="9036290" y="5887204"/>
                  <a:pt x="9038309" y="5889688"/>
                </a:cubicBezTo>
                <a:cubicBezTo>
                  <a:pt x="9040327" y="5892173"/>
                  <a:pt x="9041337" y="5894997"/>
                  <a:pt x="9041337" y="5898161"/>
                </a:cubicBezTo>
                <a:cubicBezTo>
                  <a:pt x="9041337" y="5901456"/>
                  <a:pt x="9040055" y="5904818"/>
                  <a:pt x="9037494" y="5908245"/>
                </a:cubicBezTo>
                <a:cubicBezTo>
                  <a:pt x="9034931" y="5911673"/>
                  <a:pt x="9031605" y="5914649"/>
                  <a:pt x="9027512" y="5917173"/>
                </a:cubicBezTo>
                <a:cubicBezTo>
                  <a:pt x="9018913" y="5922463"/>
                  <a:pt x="9008761" y="5925108"/>
                  <a:pt x="8997054" y="5925108"/>
                </a:cubicBezTo>
                <a:cubicBezTo>
                  <a:pt x="8983413" y="5925108"/>
                  <a:pt x="8971792" y="5921136"/>
                  <a:pt x="8962191" y="5913190"/>
                </a:cubicBezTo>
                <a:cubicBezTo>
                  <a:pt x="8949849" y="5903104"/>
                  <a:pt x="8943679" y="5890242"/>
                  <a:pt x="8943679" y="5874605"/>
                </a:cubicBezTo>
                <a:cubicBezTo>
                  <a:pt x="8943679" y="5859582"/>
                  <a:pt x="8949424" y="5847155"/>
                  <a:pt x="8960915" y="5837324"/>
                </a:cubicBezTo>
                <a:cubicBezTo>
                  <a:pt x="8971827" y="5827934"/>
                  <a:pt x="8985055" y="5823239"/>
                  <a:pt x="9000598" y="5823239"/>
                </a:cubicBezTo>
                <a:close/>
                <a:moveTo>
                  <a:pt x="8512238" y="5823239"/>
                </a:moveTo>
                <a:cubicBezTo>
                  <a:pt x="8524846" y="5823239"/>
                  <a:pt x="8535583" y="5826839"/>
                  <a:pt x="8544450" y="5834039"/>
                </a:cubicBezTo>
                <a:cubicBezTo>
                  <a:pt x="8548940" y="5837656"/>
                  <a:pt x="8552546" y="5841925"/>
                  <a:pt x="8555272" y="5846845"/>
                </a:cubicBezTo>
                <a:cubicBezTo>
                  <a:pt x="8558465" y="5852552"/>
                  <a:pt x="8560062" y="5858102"/>
                  <a:pt x="8560062" y="5863496"/>
                </a:cubicBezTo>
                <a:cubicBezTo>
                  <a:pt x="8560062" y="5867997"/>
                  <a:pt x="8559045" y="5871810"/>
                  <a:pt x="8557012" y="5874935"/>
                </a:cubicBezTo>
                <a:cubicBezTo>
                  <a:pt x="8554980" y="5878060"/>
                  <a:pt x="8552216" y="5879622"/>
                  <a:pt x="8548722" y="5879622"/>
                </a:cubicBezTo>
                <a:lnTo>
                  <a:pt x="8503714" y="5879622"/>
                </a:lnTo>
                <a:cubicBezTo>
                  <a:pt x="8503103" y="5879622"/>
                  <a:pt x="8502798" y="5879833"/>
                  <a:pt x="8502798" y="5880254"/>
                </a:cubicBezTo>
                <a:cubicBezTo>
                  <a:pt x="8502798" y="5883825"/>
                  <a:pt x="8504826" y="5887265"/>
                  <a:pt x="8508883" y="5890574"/>
                </a:cubicBezTo>
                <a:cubicBezTo>
                  <a:pt x="8512941" y="5893883"/>
                  <a:pt x="8517314" y="5895538"/>
                  <a:pt x="8522004" y="5895538"/>
                </a:cubicBezTo>
                <a:cubicBezTo>
                  <a:pt x="8524854" y="5895538"/>
                  <a:pt x="8528050" y="5894978"/>
                  <a:pt x="8531590" y="5893858"/>
                </a:cubicBezTo>
                <a:cubicBezTo>
                  <a:pt x="8535131" y="5892739"/>
                  <a:pt x="8538034" y="5891378"/>
                  <a:pt x="8540300" y="5889775"/>
                </a:cubicBezTo>
                <a:cubicBezTo>
                  <a:pt x="8542828" y="5887999"/>
                  <a:pt x="8544932" y="5887111"/>
                  <a:pt x="8546615" y="5887111"/>
                </a:cubicBezTo>
                <a:cubicBezTo>
                  <a:pt x="8548946" y="5887111"/>
                  <a:pt x="8551084" y="5888355"/>
                  <a:pt x="8553028" y="5890844"/>
                </a:cubicBezTo>
                <a:cubicBezTo>
                  <a:pt x="8554972" y="5893333"/>
                  <a:pt x="8555944" y="5895868"/>
                  <a:pt x="8555944" y="5898449"/>
                </a:cubicBezTo>
                <a:cubicBezTo>
                  <a:pt x="8555944" y="5903691"/>
                  <a:pt x="8552794" y="5908657"/>
                  <a:pt x="8546493" y="5913347"/>
                </a:cubicBezTo>
                <a:cubicBezTo>
                  <a:pt x="8536015" y="5921188"/>
                  <a:pt x="8523894" y="5925108"/>
                  <a:pt x="8510130" y="5925108"/>
                </a:cubicBezTo>
                <a:cubicBezTo>
                  <a:pt x="8496224" y="5925108"/>
                  <a:pt x="8484561" y="5921062"/>
                  <a:pt x="8475140" y="5912969"/>
                </a:cubicBezTo>
                <a:cubicBezTo>
                  <a:pt x="8470550" y="5908976"/>
                  <a:pt x="8466759" y="5904154"/>
                  <a:pt x="8463766" y="5898503"/>
                </a:cubicBezTo>
                <a:cubicBezTo>
                  <a:pt x="8459858" y="5891015"/>
                  <a:pt x="8457903" y="5883112"/>
                  <a:pt x="8457903" y="5874795"/>
                </a:cubicBezTo>
                <a:cubicBezTo>
                  <a:pt x="8457903" y="5863645"/>
                  <a:pt x="8461291" y="5853619"/>
                  <a:pt x="8468067" y="5844717"/>
                </a:cubicBezTo>
                <a:cubicBezTo>
                  <a:pt x="8473914" y="5837010"/>
                  <a:pt x="8481328" y="5831279"/>
                  <a:pt x="8490311" y="5827524"/>
                </a:cubicBezTo>
                <a:cubicBezTo>
                  <a:pt x="8497112" y="5824667"/>
                  <a:pt x="8504420" y="5823239"/>
                  <a:pt x="8512238" y="5823239"/>
                </a:cubicBezTo>
                <a:close/>
                <a:moveTo>
                  <a:pt x="8321738" y="5823239"/>
                </a:moveTo>
                <a:cubicBezTo>
                  <a:pt x="8334346" y="5823239"/>
                  <a:pt x="8345083" y="5826839"/>
                  <a:pt x="8353950" y="5834039"/>
                </a:cubicBezTo>
                <a:cubicBezTo>
                  <a:pt x="8358440" y="5837656"/>
                  <a:pt x="8362047" y="5841925"/>
                  <a:pt x="8364773" y="5846845"/>
                </a:cubicBezTo>
                <a:cubicBezTo>
                  <a:pt x="8367965" y="5852552"/>
                  <a:pt x="8369562" y="5858102"/>
                  <a:pt x="8369562" y="5863496"/>
                </a:cubicBezTo>
                <a:cubicBezTo>
                  <a:pt x="8369562" y="5867997"/>
                  <a:pt x="8368545" y="5871810"/>
                  <a:pt x="8366512" y="5874935"/>
                </a:cubicBezTo>
                <a:cubicBezTo>
                  <a:pt x="8364480" y="5878060"/>
                  <a:pt x="8361717" y="5879622"/>
                  <a:pt x="8358223" y="5879622"/>
                </a:cubicBezTo>
                <a:lnTo>
                  <a:pt x="8313214" y="5879622"/>
                </a:lnTo>
                <a:cubicBezTo>
                  <a:pt x="8312603" y="5879622"/>
                  <a:pt x="8312297" y="5879833"/>
                  <a:pt x="8312297" y="5880254"/>
                </a:cubicBezTo>
                <a:cubicBezTo>
                  <a:pt x="8312297" y="5883825"/>
                  <a:pt x="8314326" y="5887265"/>
                  <a:pt x="8318383" y="5890574"/>
                </a:cubicBezTo>
                <a:cubicBezTo>
                  <a:pt x="8322441" y="5893883"/>
                  <a:pt x="8326815" y="5895538"/>
                  <a:pt x="8331505" y="5895538"/>
                </a:cubicBezTo>
                <a:cubicBezTo>
                  <a:pt x="8334355" y="5895538"/>
                  <a:pt x="8337551" y="5894978"/>
                  <a:pt x="8341091" y="5893858"/>
                </a:cubicBezTo>
                <a:cubicBezTo>
                  <a:pt x="8344631" y="5892739"/>
                  <a:pt x="8347534" y="5891378"/>
                  <a:pt x="8349801" y="5889775"/>
                </a:cubicBezTo>
                <a:cubicBezTo>
                  <a:pt x="8352328" y="5887999"/>
                  <a:pt x="8354433" y="5887111"/>
                  <a:pt x="8356115" y="5887111"/>
                </a:cubicBezTo>
                <a:cubicBezTo>
                  <a:pt x="8358446" y="5887111"/>
                  <a:pt x="8360584" y="5888355"/>
                  <a:pt x="8362528" y="5890844"/>
                </a:cubicBezTo>
                <a:cubicBezTo>
                  <a:pt x="8364472" y="5893333"/>
                  <a:pt x="8365444" y="5895868"/>
                  <a:pt x="8365444" y="5898449"/>
                </a:cubicBezTo>
                <a:cubicBezTo>
                  <a:pt x="8365444" y="5903691"/>
                  <a:pt x="8362295" y="5908657"/>
                  <a:pt x="8355993" y="5913347"/>
                </a:cubicBezTo>
                <a:cubicBezTo>
                  <a:pt x="8345515" y="5921188"/>
                  <a:pt x="8333395" y="5925108"/>
                  <a:pt x="8319630" y="5925108"/>
                </a:cubicBezTo>
                <a:cubicBezTo>
                  <a:pt x="8305725" y="5925108"/>
                  <a:pt x="8294061" y="5921062"/>
                  <a:pt x="8284641" y="5912969"/>
                </a:cubicBezTo>
                <a:cubicBezTo>
                  <a:pt x="8280050" y="5908976"/>
                  <a:pt x="8276259" y="5904154"/>
                  <a:pt x="8273266" y="5898503"/>
                </a:cubicBezTo>
                <a:cubicBezTo>
                  <a:pt x="8269358" y="5891015"/>
                  <a:pt x="8267403" y="5883112"/>
                  <a:pt x="8267403" y="5874795"/>
                </a:cubicBezTo>
                <a:cubicBezTo>
                  <a:pt x="8267403" y="5863645"/>
                  <a:pt x="8270791" y="5853619"/>
                  <a:pt x="8277567" y="5844717"/>
                </a:cubicBezTo>
                <a:cubicBezTo>
                  <a:pt x="8283414" y="5837010"/>
                  <a:pt x="8290829" y="5831279"/>
                  <a:pt x="8299811" y="5827524"/>
                </a:cubicBezTo>
                <a:cubicBezTo>
                  <a:pt x="8306612" y="5824667"/>
                  <a:pt x="8313921" y="5823239"/>
                  <a:pt x="8321738" y="5823239"/>
                </a:cubicBezTo>
                <a:close/>
                <a:moveTo>
                  <a:pt x="7626413" y="5823239"/>
                </a:moveTo>
                <a:cubicBezTo>
                  <a:pt x="7639021" y="5823239"/>
                  <a:pt x="7649759" y="5826839"/>
                  <a:pt x="7658625" y="5834039"/>
                </a:cubicBezTo>
                <a:cubicBezTo>
                  <a:pt x="7663115" y="5837656"/>
                  <a:pt x="7666722" y="5841925"/>
                  <a:pt x="7669448" y="5846845"/>
                </a:cubicBezTo>
                <a:cubicBezTo>
                  <a:pt x="7672641" y="5852552"/>
                  <a:pt x="7674237" y="5858102"/>
                  <a:pt x="7674237" y="5863496"/>
                </a:cubicBezTo>
                <a:cubicBezTo>
                  <a:pt x="7674237" y="5867997"/>
                  <a:pt x="7673220" y="5871810"/>
                  <a:pt x="7671188" y="5874935"/>
                </a:cubicBezTo>
                <a:cubicBezTo>
                  <a:pt x="7669155" y="5878060"/>
                  <a:pt x="7666392" y="5879622"/>
                  <a:pt x="7662898" y="5879622"/>
                </a:cubicBezTo>
                <a:lnTo>
                  <a:pt x="7617890" y="5879622"/>
                </a:lnTo>
                <a:cubicBezTo>
                  <a:pt x="7617278" y="5879622"/>
                  <a:pt x="7616973" y="5879833"/>
                  <a:pt x="7616973" y="5880254"/>
                </a:cubicBezTo>
                <a:cubicBezTo>
                  <a:pt x="7616973" y="5883825"/>
                  <a:pt x="7619002" y="5887265"/>
                  <a:pt x="7623059" y="5890574"/>
                </a:cubicBezTo>
                <a:cubicBezTo>
                  <a:pt x="7627116" y="5893883"/>
                  <a:pt x="7631489" y="5895538"/>
                  <a:pt x="7636180" y="5895538"/>
                </a:cubicBezTo>
                <a:cubicBezTo>
                  <a:pt x="7639031" y="5895538"/>
                  <a:pt x="7642226" y="5894978"/>
                  <a:pt x="7645766" y="5893858"/>
                </a:cubicBezTo>
                <a:cubicBezTo>
                  <a:pt x="7649305" y="5892739"/>
                  <a:pt x="7652209" y="5891378"/>
                  <a:pt x="7654476" y="5889775"/>
                </a:cubicBezTo>
                <a:cubicBezTo>
                  <a:pt x="7657003" y="5887999"/>
                  <a:pt x="7659108" y="5887111"/>
                  <a:pt x="7660791" y="5887111"/>
                </a:cubicBezTo>
                <a:cubicBezTo>
                  <a:pt x="7663121" y="5887111"/>
                  <a:pt x="7665259" y="5888355"/>
                  <a:pt x="7667203" y="5890844"/>
                </a:cubicBezTo>
                <a:cubicBezTo>
                  <a:pt x="7669147" y="5893333"/>
                  <a:pt x="7670119" y="5895868"/>
                  <a:pt x="7670119" y="5898449"/>
                </a:cubicBezTo>
                <a:cubicBezTo>
                  <a:pt x="7670119" y="5903691"/>
                  <a:pt x="7666969" y="5908657"/>
                  <a:pt x="7660669" y="5913347"/>
                </a:cubicBezTo>
                <a:cubicBezTo>
                  <a:pt x="7650190" y="5921188"/>
                  <a:pt x="7638070" y="5925108"/>
                  <a:pt x="7624305" y="5925108"/>
                </a:cubicBezTo>
                <a:cubicBezTo>
                  <a:pt x="7610400" y="5925108"/>
                  <a:pt x="7598737" y="5921062"/>
                  <a:pt x="7589316" y="5912969"/>
                </a:cubicBezTo>
                <a:cubicBezTo>
                  <a:pt x="7584725" y="5908976"/>
                  <a:pt x="7580933" y="5904154"/>
                  <a:pt x="7577942" y="5898503"/>
                </a:cubicBezTo>
                <a:cubicBezTo>
                  <a:pt x="7574033" y="5891015"/>
                  <a:pt x="7572079" y="5883112"/>
                  <a:pt x="7572079" y="5874795"/>
                </a:cubicBezTo>
                <a:cubicBezTo>
                  <a:pt x="7572079" y="5863645"/>
                  <a:pt x="7575466" y="5853619"/>
                  <a:pt x="7582242" y="5844717"/>
                </a:cubicBezTo>
                <a:cubicBezTo>
                  <a:pt x="7588089" y="5837010"/>
                  <a:pt x="7595504" y="5831279"/>
                  <a:pt x="7604486" y="5827524"/>
                </a:cubicBezTo>
                <a:cubicBezTo>
                  <a:pt x="7611287" y="5824667"/>
                  <a:pt x="7618596" y="5823239"/>
                  <a:pt x="7626413" y="5823239"/>
                </a:cubicBezTo>
                <a:close/>
                <a:moveTo>
                  <a:pt x="6759638" y="5823239"/>
                </a:moveTo>
                <a:cubicBezTo>
                  <a:pt x="6772246" y="5823239"/>
                  <a:pt x="6782983" y="5826839"/>
                  <a:pt x="6791850" y="5834039"/>
                </a:cubicBezTo>
                <a:cubicBezTo>
                  <a:pt x="6796340" y="5837656"/>
                  <a:pt x="6799947" y="5841925"/>
                  <a:pt x="6802673" y="5846845"/>
                </a:cubicBezTo>
                <a:cubicBezTo>
                  <a:pt x="6805866" y="5852552"/>
                  <a:pt x="6807462" y="5858102"/>
                  <a:pt x="6807462" y="5863496"/>
                </a:cubicBezTo>
                <a:cubicBezTo>
                  <a:pt x="6807462" y="5867997"/>
                  <a:pt x="6806445" y="5871810"/>
                  <a:pt x="6804413" y="5874935"/>
                </a:cubicBezTo>
                <a:cubicBezTo>
                  <a:pt x="6802380" y="5878060"/>
                  <a:pt x="6799617" y="5879622"/>
                  <a:pt x="6796123" y="5879622"/>
                </a:cubicBezTo>
                <a:lnTo>
                  <a:pt x="6751114" y="5879622"/>
                </a:lnTo>
                <a:cubicBezTo>
                  <a:pt x="6750503" y="5879622"/>
                  <a:pt x="6750198" y="5879833"/>
                  <a:pt x="6750198" y="5880254"/>
                </a:cubicBezTo>
                <a:cubicBezTo>
                  <a:pt x="6750198" y="5883825"/>
                  <a:pt x="6752227" y="5887265"/>
                  <a:pt x="6756283" y="5890574"/>
                </a:cubicBezTo>
                <a:cubicBezTo>
                  <a:pt x="6760341" y="5893883"/>
                  <a:pt x="6764715" y="5895538"/>
                  <a:pt x="6769405" y="5895538"/>
                </a:cubicBezTo>
                <a:cubicBezTo>
                  <a:pt x="6772256" y="5895538"/>
                  <a:pt x="6775451" y="5894978"/>
                  <a:pt x="6778991" y="5893858"/>
                </a:cubicBezTo>
                <a:cubicBezTo>
                  <a:pt x="6782530" y="5892739"/>
                  <a:pt x="6785434" y="5891378"/>
                  <a:pt x="6787701" y="5889775"/>
                </a:cubicBezTo>
                <a:cubicBezTo>
                  <a:pt x="6790228" y="5887999"/>
                  <a:pt x="6792333" y="5887111"/>
                  <a:pt x="6794015" y="5887111"/>
                </a:cubicBezTo>
                <a:cubicBezTo>
                  <a:pt x="6796346" y="5887111"/>
                  <a:pt x="6798484" y="5888355"/>
                  <a:pt x="6800428" y="5890844"/>
                </a:cubicBezTo>
                <a:cubicBezTo>
                  <a:pt x="6802372" y="5893333"/>
                  <a:pt x="6803344" y="5895868"/>
                  <a:pt x="6803344" y="5898449"/>
                </a:cubicBezTo>
                <a:cubicBezTo>
                  <a:pt x="6803344" y="5903691"/>
                  <a:pt x="6800194" y="5908657"/>
                  <a:pt x="6793893" y="5913347"/>
                </a:cubicBezTo>
                <a:cubicBezTo>
                  <a:pt x="6783415" y="5921188"/>
                  <a:pt x="6771295" y="5925108"/>
                  <a:pt x="6757530" y="5925108"/>
                </a:cubicBezTo>
                <a:cubicBezTo>
                  <a:pt x="6743625" y="5925108"/>
                  <a:pt x="6731961" y="5921062"/>
                  <a:pt x="6722541" y="5912969"/>
                </a:cubicBezTo>
                <a:cubicBezTo>
                  <a:pt x="6717950" y="5908976"/>
                  <a:pt x="6714159" y="5904154"/>
                  <a:pt x="6711167" y="5898503"/>
                </a:cubicBezTo>
                <a:cubicBezTo>
                  <a:pt x="6707258" y="5891015"/>
                  <a:pt x="6705304" y="5883112"/>
                  <a:pt x="6705304" y="5874795"/>
                </a:cubicBezTo>
                <a:cubicBezTo>
                  <a:pt x="6705304" y="5863645"/>
                  <a:pt x="6708691" y="5853619"/>
                  <a:pt x="6715467" y="5844717"/>
                </a:cubicBezTo>
                <a:cubicBezTo>
                  <a:pt x="6721314" y="5837010"/>
                  <a:pt x="6728729" y="5831279"/>
                  <a:pt x="6737711" y="5827524"/>
                </a:cubicBezTo>
                <a:cubicBezTo>
                  <a:pt x="6744512" y="5824667"/>
                  <a:pt x="6751821" y="5823239"/>
                  <a:pt x="6759638" y="5823239"/>
                </a:cubicBezTo>
                <a:close/>
                <a:moveTo>
                  <a:pt x="6073838" y="5823239"/>
                </a:moveTo>
                <a:cubicBezTo>
                  <a:pt x="6086447" y="5823239"/>
                  <a:pt x="6097183" y="5826839"/>
                  <a:pt x="6106050" y="5834039"/>
                </a:cubicBezTo>
                <a:cubicBezTo>
                  <a:pt x="6110540" y="5837656"/>
                  <a:pt x="6114147" y="5841925"/>
                  <a:pt x="6116873" y="5846845"/>
                </a:cubicBezTo>
                <a:cubicBezTo>
                  <a:pt x="6120065" y="5852552"/>
                  <a:pt x="6121662" y="5858102"/>
                  <a:pt x="6121662" y="5863496"/>
                </a:cubicBezTo>
                <a:cubicBezTo>
                  <a:pt x="6121662" y="5867997"/>
                  <a:pt x="6120645" y="5871810"/>
                  <a:pt x="6118613" y="5874935"/>
                </a:cubicBezTo>
                <a:cubicBezTo>
                  <a:pt x="6116580" y="5878060"/>
                  <a:pt x="6113817" y="5879622"/>
                  <a:pt x="6110323" y="5879622"/>
                </a:cubicBezTo>
                <a:lnTo>
                  <a:pt x="6065314" y="5879622"/>
                </a:lnTo>
                <a:cubicBezTo>
                  <a:pt x="6064703" y="5879622"/>
                  <a:pt x="6064398" y="5879833"/>
                  <a:pt x="6064398" y="5880254"/>
                </a:cubicBezTo>
                <a:cubicBezTo>
                  <a:pt x="6064398" y="5883825"/>
                  <a:pt x="6066427" y="5887265"/>
                  <a:pt x="6070483" y="5890574"/>
                </a:cubicBezTo>
                <a:cubicBezTo>
                  <a:pt x="6074541" y="5893883"/>
                  <a:pt x="6078915" y="5895538"/>
                  <a:pt x="6083605" y="5895538"/>
                </a:cubicBezTo>
                <a:cubicBezTo>
                  <a:pt x="6086456" y="5895538"/>
                  <a:pt x="6089651" y="5894978"/>
                  <a:pt x="6093191" y="5893858"/>
                </a:cubicBezTo>
                <a:cubicBezTo>
                  <a:pt x="6096730" y="5892739"/>
                  <a:pt x="6099634" y="5891378"/>
                  <a:pt x="6101901" y="5889775"/>
                </a:cubicBezTo>
                <a:cubicBezTo>
                  <a:pt x="6104428" y="5887999"/>
                  <a:pt x="6106533" y="5887111"/>
                  <a:pt x="6108215" y="5887111"/>
                </a:cubicBezTo>
                <a:cubicBezTo>
                  <a:pt x="6110546" y="5887111"/>
                  <a:pt x="6112684" y="5888355"/>
                  <a:pt x="6114628" y="5890844"/>
                </a:cubicBezTo>
                <a:cubicBezTo>
                  <a:pt x="6116572" y="5893333"/>
                  <a:pt x="6117544" y="5895868"/>
                  <a:pt x="6117544" y="5898449"/>
                </a:cubicBezTo>
                <a:cubicBezTo>
                  <a:pt x="6117544" y="5903691"/>
                  <a:pt x="6114394" y="5908657"/>
                  <a:pt x="6108093" y="5913347"/>
                </a:cubicBezTo>
                <a:cubicBezTo>
                  <a:pt x="6097615" y="5921188"/>
                  <a:pt x="6085495" y="5925108"/>
                  <a:pt x="6071730" y="5925108"/>
                </a:cubicBezTo>
                <a:cubicBezTo>
                  <a:pt x="6057825" y="5925108"/>
                  <a:pt x="6046161" y="5921062"/>
                  <a:pt x="6036741" y="5912969"/>
                </a:cubicBezTo>
                <a:cubicBezTo>
                  <a:pt x="6032150" y="5908976"/>
                  <a:pt x="6028359" y="5904154"/>
                  <a:pt x="6025367" y="5898503"/>
                </a:cubicBezTo>
                <a:cubicBezTo>
                  <a:pt x="6021458" y="5891015"/>
                  <a:pt x="6019504" y="5883112"/>
                  <a:pt x="6019504" y="5874795"/>
                </a:cubicBezTo>
                <a:cubicBezTo>
                  <a:pt x="6019504" y="5863645"/>
                  <a:pt x="6022892" y="5853619"/>
                  <a:pt x="6029667" y="5844717"/>
                </a:cubicBezTo>
                <a:cubicBezTo>
                  <a:pt x="6035514" y="5837010"/>
                  <a:pt x="6042929" y="5831279"/>
                  <a:pt x="6051911" y="5827524"/>
                </a:cubicBezTo>
                <a:cubicBezTo>
                  <a:pt x="6058712" y="5824667"/>
                  <a:pt x="6066022" y="5823239"/>
                  <a:pt x="6073838" y="5823239"/>
                </a:cubicBezTo>
                <a:close/>
                <a:moveTo>
                  <a:pt x="4816539" y="5823239"/>
                </a:moveTo>
                <a:cubicBezTo>
                  <a:pt x="4829147" y="5823239"/>
                  <a:pt x="4839885" y="5826839"/>
                  <a:pt x="4848751" y="5834039"/>
                </a:cubicBezTo>
                <a:cubicBezTo>
                  <a:pt x="4853240" y="5837656"/>
                  <a:pt x="4856848" y="5841925"/>
                  <a:pt x="4859574" y="5846845"/>
                </a:cubicBezTo>
                <a:cubicBezTo>
                  <a:pt x="4862766" y="5852552"/>
                  <a:pt x="4864362" y="5858102"/>
                  <a:pt x="4864362" y="5863496"/>
                </a:cubicBezTo>
                <a:cubicBezTo>
                  <a:pt x="4864362" y="5867997"/>
                  <a:pt x="4863346" y="5871810"/>
                  <a:pt x="4861313" y="5874935"/>
                </a:cubicBezTo>
                <a:cubicBezTo>
                  <a:pt x="4859281" y="5878060"/>
                  <a:pt x="4856517" y="5879622"/>
                  <a:pt x="4853024" y="5879622"/>
                </a:cubicBezTo>
                <a:lnTo>
                  <a:pt x="4808015" y="5879622"/>
                </a:lnTo>
                <a:cubicBezTo>
                  <a:pt x="4807404" y="5879622"/>
                  <a:pt x="4807098" y="5879833"/>
                  <a:pt x="4807098" y="5880254"/>
                </a:cubicBezTo>
                <a:cubicBezTo>
                  <a:pt x="4807098" y="5883825"/>
                  <a:pt x="4809127" y="5887265"/>
                  <a:pt x="4813184" y="5890574"/>
                </a:cubicBezTo>
                <a:cubicBezTo>
                  <a:pt x="4817241" y="5893883"/>
                  <a:pt x="4821615" y="5895538"/>
                  <a:pt x="4826305" y="5895538"/>
                </a:cubicBezTo>
                <a:cubicBezTo>
                  <a:pt x="4829156" y="5895538"/>
                  <a:pt x="4832351" y="5894978"/>
                  <a:pt x="4835891" y="5893858"/>
                </a:cubicBezTo>
                <a:cubicBezTo>
                  <a:pt x="4839431" y="5892739"/>
                  <a:pt x="4842334" y="5891378"/>
                  <a:pt x="4844601" y="5889775"/>
                </a:cubicBezTo>
                <a:cubicBezTo>
                  <a:pt x="4847128" y="5887999"/>
                  <a:pt x="4849234" y="5887111"/>
                  <a:pt x="4850916" y="5887111"/>
                </a:cubicBezTo>
                <a:cubicBezTo>
                  <a:pt x="4853247" y="5887111"/>
                  <a:pt x="4855385" y="5888355"/>
                  <a:pt x="4857329" y="5890844"/>
                </a:cubicBezTo>
                <a:cubicBezTo>
                  <a:pt x="4859273" y="5893333"/>
                  <a:pt x="4860245" y="5895868"/>
                  <a:pt x="4860245" y="5898449"/>
                </a:cubicBezTo>
                <a:cubicBezTo>
                  <a:pt x="4860245" y="5903691"/>
                  <a:pt x="4857094" y="5908657"/>
                  <a:pt x="4850794" y="5913347"/>
                </a:cubicBezTo>
                <a:cubicBezTo>
                  <a:pt x="4840316" y="5921188"/>
                  <a:pt x="4828195" y="5925108"/>
                  <a:pt x="4814431" y="5925108"/>
                </a:cubicBezTo>
                <a:cubicBezTo>
                  <a:pt x="4800525" y="5925108"/>
                  <a:pt x="4788862" y="5921062"/>
                  <a:pt x="4779441" y="5912969"/>
                </a:cubicBezTo>
                <a:cubicBezTo>
                  <a:pt x="4774851" y="5908976"/>
                  <a:pt x="4771060" y="5904154"/>
                  <a:pt x="4768067" y="5898503"/>
                </a:cubicBezTo>
                <a:cubicBezTo>
                  <a:pt x="4764158" y="5891015"/>
                  <a:pt x="4762204" y="5883112"/>
                  <a:pt x="4762204" y="5874795"/>
                </a:cubicBezTo>
                <a:cubicBezTo>
                  <a:pt x="4762204" y="5863645"/>
                  <a:pt x="4765592" y="5853619"/>
                  <a:pt x="4772368" y="5844717"/>
                </a:cubicBezTo>
                <a:cubicBezTo>
                  <a:pt x="4778215" y="5837010"/>
                  <a:pt x="4785629" y="5831279"/>
                  <a:pt x="4794612" y="5827524"/>
                </a:cubicBezTo>
                <a:cubicBezTo>
                  <a:pt x="4801412" y="5824667"/>
                  <a:pt x="4808722" y="5823239"/>
                  <a:pt x="4816539" y="5823239"/>
                </a:cubicBezTo>
                <a:close/>
                <a:moveTo>
                  <a:pt x="2863914" y="5823239"/>
                </a:moveTo>
                <a:cubicBezTo>
                  <a:pt x="2876522" y="5823239"/>
                  <a:pt x="2887260" y="5826839"/>
                  <a:pt x="2896126" y="5834039"/>
                </a:cubicBezTo>
                <a:cubicBezTo>
                  <a:pt x="2900616" y="5837656"/>
                  <a:pt x="2904223" y="5841925"/>
                  <a:pt x="2906949" y="5846845"/>
                </a:cubicBezTo>
                <a:cubicBezTo>
                  <a:pt x="2910142" y="5852552"/>
                  <a:pt x="2911738" y="5858102"/>
                  <a:pt x="2911738" y="5863496"/>
                </a:cubicBezTo>
                <a:cubicBezTo>
                  <a:pt x="2911738" y="5867997"/>
                  <a:pt x="2910721" y="5871810"/>
                  <a:pt x="2908688" y="5874935"/>
                </a:cubicBezTo>
                <a:cubicBezTo>
                  <a:pt x="2906656" y="5878060"/>
                  <a:pt x="2903893" y="5879622"/>
                  <a:pt x="2900399" y="5879622"/>
                </a:cubicBezTo>
                <a:lnTo>
                  <a:pt x="2855391" y="5879622"/>
                </a:lnTo>
                <a:cubicBezTo>
                  <a:pt x="2854779" y="5879622"/>
                  <a:pt x="2854474" y="5879833"/>
                  <a:pt x="2854474" y="5880254"/>
                </a:cubicBezTo>
                <a:cubicBezTo>
                  <a:pt x="2854474" y="5883825"/>
                  <a:pt x="2856502" y="5887265"/>
                  <a:pt x="2860559" y="5890574"/>
                </a:cubicBezTo>
                <a:cubicBezTo>
                  <a:pt x="2864617" y="5893883"/>
                  <a:pt x="2868990" y="5895538"/>
                  <a:pt x="2873681" y="5895538"/>
                </a:cubicBezTo>
                <a:cubicBezTo>
                  <a:pt x="2876531" y="5895538"/>
                  <a:pt x="2879726" y="5894978"/>
                  <a:pt x="2883267" y="5893858"/>
                </a:cubicBezTo>
                <a:cubicBezTo>
                  <a:pt x="2886806" y="5892739"/>
                  <a:pt x="2889710" y="5891378"/>
                  <a:pt x="2891977" y="5889775"/>
                </a:cubicBezTo>
                <a:cubicBezTo>
                  <a:pt x="2894504" y="5887999"/>
                  <a:pt x="2896609" y="5887111"/>
                  <a:pt x="2898291" y="5887111"/>
                </a:cubicBezTo>
                <a:cubicBezTo>
                  <a:pt x="2900622" y="5887111"/>
                  <a:pt x="2902760" y="5888355"/>
                  <a:pt x="2904704" y="5890844"/>
                </a:cubicBezTo>
                <a:cubicBezTo>
                  <a:pt x="2906648" y="5893333"/>
                  <a:pt x="2907620" y="5895868"/>
                  <a:pt x="2907620" y="5898449"/>
                </a:cubicBezTo>
                <a:cubicBezTo>
                  <a:pt x="2907620" y="5903691"/>
                  <a:pt x="2904470" y="5908657"/>
                  <a:pt x="2898169" y="5913347"/>
                </a:cubicBezTo>
                <a:cubicBezTo>
                  <a:pt x="2887691" y="5921188"/>
                  <a:pt x="2875570" y="5925108"/>
                  <a:pt x="2861806" y="5925108"/>
                </a:cubicBezTo>
                <a:cubicBezTo>
                  <a:pt x="2847900" y="5925108"/>
                  <a:pt x="2836237" y="5921062"/>
                  <a:pt x="2826816" y="5912969"/>
                </a:cubicBezTo>
                <a:cubicBezTo>
                  <a:pt x="2822226" y="5908976"/>
                  <a:pt x="2818435" y="5904154"/>
                  <a:pt x="2815443" y="5898503"/>
                </a:cubicBezTo>
                <a:cubicBezTo>
                  <a:pt x="2811534" y="5891015"/>
                  <a:pt x="2809580" y="5883112"/>
                  <a:pt x="2809580" y="5874795"/>
                </a:cubicBezTo>
                <a:cubicBezTo>
                  <a:pt x="2809580" y="5863645"/>
                  <a:pt x="2812967" y="5853619"/>
                  <a:pt x="2819743" y="5844717"/>
                </a:cubicBezTo>
                <a:cubicBezTo>
                  <a:pt x="2825590" y="5837010"/>
                  <a:pt x="2833005" y="5831279"/>
                  <a:pt x="2841987" y="5827524"/>
                </a:cubicBezTo>
                <a:cubicBezTo>
                  <a:pt x="2848788" y="5824667"/>
                  <a:pt x="2856097" y="5823239"/>
                  <a:pt x="2863914" y="5823239"/>
                </a:cubicBezTo>
                <a:close/>
                <a:moveTo>
                  <a:pt x="2311464" y="5823239"/>
                </a:moveTo>
                <a:cubicBezTo>
                  <a:pt x="2324072" y="5823239"/>
                  <a:pt x="2334810" y="5826839"/>
                  <a:pt x="2343676" y="5834039"/>
                </a:cubicBezTo>
                <a:cubicBezTo>
                  <a:pt x="2348165" y="5837656"/>
                  <a:pt x="2351773" y="5841925"/>
                  <a:pt x="2354499" y="5846845"/>
                </a:cubicBezTo>
                <a:cubicBezTo>
                  <a:pt x="2357691" y="5852552"/>
                  <a:pt x="2359288" y="5858102"/>
                  <a:pt x="2359288" y="5863496"/>
                </a:cubicBezTo>
                <a:cubicBezTo>
                  <a:pt x="2359288" y="5867997"/>
                  <a:pt x="2358271" y="5871810"/>
                  <a:pt x="2356239" y="5874935"/>
                </a:cubicBezTo>
                <a:cubicBezTo>
                  <a:pt x="2354206" y="5878060"/>
                  <a:pt x="2351443" y="5879622"/>
                  <a:pt x="2347949" y="5879622"/>
                </a:cubicBezTo>
                <a:lnTo>
                  <a:pt x="2302941" y="5879622"/>
                </a:lnTo>
                <a:cubicBezTo>
                  <a:pt x="2302329" y="5879622"/>
                  <a:pt x="2302023" y="5879833"/>
                  <a:pt x="2302023" y="5880254"/>
                </a:cubicBezTo>
                <a:cubicBezTo>
                  <a:pt x="2302023" y="5883825"/>
                  <a:pt x="2304052" y="5887265"/>
                  <a:pt x="2308110" y="5890574"/>
                </a:cubicBezTo>
                <a:cubicBezTo>
                  <a:pt x="2312167" y="5893883"/>
                  <a:pt x="2316540" y="5895538"/>
                  <a:pt x="2321231" y="5895538"/>
                </a:cubicBezTo>
                <a:cubicBezTo>
                  <a:pt x="2324081" y="5895538"/>
                  <a:pt x="2327276" y="5894978"/>
                  <a:pt x="2330817" y="5893858"/>
                </a:cubicBezTo>
                <a:cubicBezTo>
                  <a:pt x="2334357" y="5892739"/>
                  <a:pt x="2337260" y="5891378"/>
                  <a:pt x="2339526" y="5889775"/>
                </a:cubicBezTo>
                <a:cubicBezTo>
                  <a:pt x="2342054" y="5887999"/>
                  <a:pt x="2344159" y="5887111"/>
                  <a:pt x="2345841" y="5887111"/>
                </a:cubicBezTo>
                <a:cubicBezTo>
                  <a:pt x="2348172" y="5887111"/>
                  <a:pt x="2350310" y="5888355"/>
                  <a:pt x="2352254" y="5890844"/>
                </a:cubicBezTo>
                <a:cubicBezTo>
                  <a:pt x="2354198" y="5893333"/>
                  <a:pt x="2355170" y="5895868"/>
                  <a:pt x="2355170" y="5898449"/>
                </a:cubicBezTo>
                <a:cubicBezTo>
                  <a:pt x="2355170" y="5903691"/>
                  <a:pt x="2352020" y="5908657"/>
                  <a:pt x="2345719" y="5913347"/>
                </a:cubicBezTo>
                <a:cubicBezTo>
                  <a:pt x="2335241" y="5921188"/>
                  <a:pt x="2323120" y="5925108"/>
                  <a:pt x="2309356" y="5925108"/>
                </a:cubicBezTo>
                <a:cubicBezTo>
                  <a:pt x="2295450" y="5925108"/>
                  <a:pt x="2283787" y="5921062"/>
                  <a:pt x="2274367" y="5912969"/>
                </a:cubicBezTo>
                <a:cubicBezTo>
                  <a:pt x="2269776" y="5908976"/>
                  <a:pt x="2265985" y="5904154"/>
                  <a:pt x="2262993" y="5898503"/>
                </a:cubicBezTo>
                <a:cubicBezTo>
                  <a:pt x="2259084" y="5891015"/>
                  <a:pt x="2257130" y="5883112"/>
                  <a:pt x="2257130" y="5874795"/>
                </a:cubicBezTo>
                <a:cubicBezTo>
                  <a:pt x="2257130" y="5863645"/>
                  <a:pt x="2260517" y="5853619"/>
                  <a:pt x="2267293" y="5844717"/>
                </a:cubicBezTo>
                <a:cubicBezTo>
                  <a:pt x="2273140" y="5837010"/>
                  <a:pt x="2280555" y="5831279"/>
                  <a:pt x="2289537" y="5827524"/>
                </a:cubicBezTo>
                <a:cubicBezTo>
                  <a:pt x="2296338" y="5824667"/>
                  <a:pt x="2303647" y="5823239"/>
                  <a:pt x="2311464" y="5823239"/>
                </a:cubicBezTo>
                <a:close/>
                <a:moveTo>
                  <a:pt x="1749488" y="5823239"/>
                </a:moveTo>
                <a:cubicBezTo>
                  <a:pt x="1762097" y="5823239"/>
                  <a:pt x="1772834" y="5826839"/>
                  <a:pt x="1781701" y="5834039"/>
                </a:cubicBezTo>
                <a:cubicBezTo>
                  <a:pt x="1786190" y="5837656"/>
                  <a:pt x="1789798" y="5841925"/>
                  <a:pt x="1792523" y="5846845"/>
                </a:cubicBezTo>
                <a:cubicBezTo>
                  <a:pt x="1795716" y="5852552"/>
                  <a:pt x="1797312" y="5858102"/>
                  <a:pt x="1797312" y="5863496"/>
                </a:cubicBezTo>
                <a:cubicBezTo>
                  <a:pt x="1797312" y="5867997"/>
                  <a:pt x="1796296" y="5871810"/>
                  <a:pt x="1794263" y="5874935"/>
                </a:cubicBezTo>
                <a:cubicBezTo>
                  <a:pt x="1792231" y="5878060"/>
                  <a:pt x="1789468" y="5879622"/>
                  <a:pt x="1785974" y="5879622"/>
                </a:cubicBezTo>
                <a:lnTo>
                  <a:pt x="1740966" y="5879622"/>
                </a:lnTo>
                <a:cubicBezTo>
                  <a:pt x="1740354" y="5879622"/>
                  <a:pt x="1740048" y="5879833"/>
                  <a:pt x="1740048" y="5880254"/>
                </a:cubicBezTo>
                <a:cubicBezTo>
                  <a:pt x="1740048" y="5883825"/>
                  <a:pt x="1742077" y="5887265"/>
                  <a:pt x="1746134" y="5890574"/>
                </a:cubicBezTo>
                <a:cubicBezTo>
                  <a:pt x="1750191" y="5893883"/>
                  <a:pt x="1754565" y="5895538"/>
                  <a:pt x="1759255" y="5895538"/>
                </a:cubicBezTo>
                <a:cubicBezTo>
                  <a:pt x="1762106" y="5895538"/>
                  <a:pt x="1765301" y="5894978"/>
                  <a:pt x="1768841" y="5893858"/>
                </a:cubicBezTo>
                <a:cubicBezTo>
                  <a:pt x="1772381" y="5892739"/>
                  <a:pt x="1775285" y="5891378"/>
                  <a:pt x="1777551" y="5889775"/>
                </a:cubicBezTo>
                <a:cubicBezTo>
                  <a:pt x="1780079" y="5887999"/>
                  <a:pt x="1782183" y="5887111"/>
                  <a:pt x="1783866" y="5887111"/>
                </a:cubicBezTo>
                <a:cubicBezTo>
                  <a:pt x="1786197" y="5887111"/>
                  <a:pt x="1788335" y="5888355"/>
                  <a:pt x="1790279" y="5890844"/>
                </a:cubicBezTo>
                <a:cubicBezTo>
                  <a:pt x="1792223" y="5893333"/>
                  <a:pt x="1793195" y="5895868"/>
                  <a:pt x="1793195" y="5898449"/>
                </a:cubicBezTo>
                <a:cubicBezTo>
                  <a:pt x="1793195" y="5903691"/>
                  <a:pt x="1790045" y="5908657"/>
                  <a:pt x="1783744" y="5913347"/>
                </a:cubicBezTo>
                <a:cubicBezTo>
                  <a:pt x="1773266" y="5921188"/>
                  <a:pt x="1761145" y="5925108"/>
                  <a:pt x="1747381" y="5925108"/>
                </a:cubicBezTo>
                <a:cubicBezTo>
                  <a:pt x="1733475" y="5925108"/>
                  <a:pt x="1721812" y="5921062"/>
                  <a:pt x="1712391" y="5912969"/>
                </a:cubicBezTo>
                <a:cubicBezTo>
                  <a:pt x="1707801" y="5908976"/>
                  <a:pt x="1704009" y="5904154"/>
                  <a:pt x="1701017" y="5898503"/>
                </a:cubicBezTo>
                <a:cubicBezTo>
                  <a:pt x="1697109" y="5891015"/>
                  <a:pt x="1695154" y="5883112"/>
                  <a:pt x="1695154" y="5874795"/>
                </a:cubicBezTo>
                <a:cubicBezTo>
                  <a:pt x="1695154" y="5863645"/>
                  <a:pt x="1698542" y="5853619"/>
                  <a:pt x="1705318" y="5844717"/>
                </a:cubicBezTo>
                <a:cubicBezTo>
                  <a:pt x="1711165" y="5837010"/>
                  <a:pt x="1718580" y="5831279"/>
                  <a:pt x="1727562" y="5827524"/>
                </a:cubicBezTo>
                <a:cubicBezTo>
                  <a:pt x="1734363" y="5824667"/>
                  <a:pt x="1741672" y="5823239"/>
                  <a:pt x="1749488" y="5823239"/>
                </a:cubicBezTo>
                <a:close/>
                <a:moveTo>
                  <a:pt x="1016063" y="5823239"/>
                </a:moveTo>
                <a:cubicBezTo>
                  <a:pt x="1028672" y="5823239"/>
                  <a:pt x="1039409" y="5826839"/>
                  <a:pt x="1048276" y="5834039"/>
                </a:cubicBezTo>
                <a:cubicBezTo>
                  <a:pt x="1052766" y="5837656"/>
                  <a:pt x="1056373" y="5841925"/>
                  <a:pt x="1059099" y="5846845"/>
                </a:cubicBezTo>
                <a:cubicBezTo>
                  <a:pt x="1062291" y="5852552"/>
                  <a:pt x="1063887" y="5858102"/>
                  <a:pt x="1063887" y="5863496"/>
                </a:cubicBezTo>
                <a:cubicBezTo>
                  <a:pt x="1063887" y="5867997"/>
                  <a:pt x="1062871" y="5871810"/>
                  <a:pt x="1060838" y="5874935"/>
                </a:cubicBezTo>
                <a:cubicBezTo>
                  <a:pt x="1058806" y="5878060"/>
                  <a:pt x="1056042" y="5879622"/>
                  <a:pt x="1052549" y="5879622"/>
                </a:cubicBezTo>
                <a:lnTo>
                  <a:pt x="1007540" y="5879622"/>
                </a:lnTo>
                <a:cubicBezTo>
                  <a:pt x="1006929" y="5879622"/>
                  <a:pt x="1006623" y="5879833"/>
                  <a:pt x="1006623" y="5880254"/>
                </a:cubicBezTo>
                <a:cubicBezTo>
                  <a:pt x="1006623" y="5883825"/>
                  <a:pt x="1008652" y="5887265"/>
                  <a:pt x="1012709" y="5890574"/>
                </a:cubicBezTo>
                <a:cubicBezTo>
                  <a:pt x="1016766" y="5893883"/>
                  <a:pt x="1021140" y="5895538"/>
                  <a:pt x="1025830" y="5895538"/>
                </a:cubicBezTo>
                <a:cubicBezTo>
                  <a:pt x="1028681" y="5895538"/>
                  <a:pt x="1031876" y="5894978"/>
                  <a:pt x="1035416" y="5893858"/>
                </a:cubicBezTo>
                <a:cubicBezTo>
                  <a:pt x="1038956" y="5892739"/>
                  <a:pt x="1041859" y="5891378"/>
                  <a:pt x="1044126" y="5889775"/>
                </a:cubicBezTo>
                <a:cubicBezTo>
                  <a:pt x="1046653" y="5887999"/>
                  <a:pt x="1048758" y="5887111"/>
                  <a:pt x="1050441" y="5887111"/>
                </a:cubicBezTo>
                <a:cubicBezTo>
                  <a:pt x="1052772" y="5887111"/>
                  <a:pt x="1054910" y="5888355"/>
                  <a:pt x="1056854" y="5890844"/>
                </a:cubicBezTo>
                <a:cubicBezTo>
                  <a:pt x="1058798" y="5893333"/>
                  <a:pt x="1059770" y="5895868"/>
                  <a:pt x="1059770" y="5898449"/>
                </a:cubicBezTo>
                <a:cubicBezTo>
                  <a:pt x="1059770" y="5903691"/>
                  <a:pt x="1056620" y="5908657"/>
                  <a:pt x="1050319" y="5913347"/>
                </a:cubicBezTo>
                <a:cubicBezTo>
                  <a:pt x="1039841" y="5921188"/>
                  <a:pt x="1027720" y="5925108"/>
                  <a:pt x="1013956" y="5925108"/>
                </a:cubicBezTo>
                <a:cubicBezTo>
                  <a:pt x="1000050" y="5925108"/>
                  <a:pt x="988387" y="5921062"/>
                  <a:pt x="978966" y="5912969"/>
                </a:cubicBezTo>
                <a:cubicBezTo>
                  <a:pt x="974376" y="5908976"/>
                  <a:pt x="970585" y="5904154"/>
                  <a:pt x="967592" y="5898503"/>
                </a:cubicBezTo>
                <a:cubicBezTo>
                  <a:pt x="963684" y="5891015"/>
                  <a:pt x="961729" y="5883112"/>
                  <a:pt x="961729" y="5874795"/>
                </a:cubicBezTo>
                <a:cubicBezTo>
                  <a:pt x="961729" y="5863645"/>
                  <a:pt x="965117" y="5853619"/>
                  <a:pt x="971893" y="5844717"/>
                </a:cubicBezTo>
                <a:cubicBezTo>
                  <a:pt x="977740" y="5837010"/>
                  <a:pt x="985154" y="5831279"/>
                  <a:pt x="994137" y="5827524"/>
                </a:cubicBezTo>
                <a:cubicBezTo>
                  <a:pt x="1000938" y="5824667"/>
                  <a:pt x="1008247" y="5823239"/>
                  <a:pt x="1016063" y="5823239"/>
                </a:cubicBezTo>
                <a:close/>
                <a:moveTo>
                  <a:pt x="11138890" y="5823143"/>
                </a:moveTo>
                <a:cubicBezTo>
                  <a:pt x="11150987" y="5823143"/>
                  <a:pt x="11161618" y="5826297"/>
                  <a:pt x="11170783" y="5832606"/>
                </a:cubicBezTo>
                <a:cubicBezTo>
                  <a:pt x="11177393" y="5837146"/>
                  <a:pt x="11182683" y="5843020"/>
                  <a:pt x="11186650" y="5850227"/>
                </a:cubicBezTo>
                <a:cubicBezTo>
                  <a:pt x="11190779" y="5857820"/>
                  <a:pt x="11192842" y="5865722"/>
                  <a:pt x="11192842" y="5873935"/>
                </a:cubicBezTo>
                <a:cubicBezTo>
                  <a:pt x="11192842" y="5888401"/>
                  <a:pt x="11186214" y="5900698"/>
                  <a:pt x="11172953" y="5910826"/>
                </a:cubicBezTo>
                <a:cubicBezTo>
                  <a:pt x="11160478" y="5920348"/>
                  <a:pt x="11146186" y="5925108"/>
                  <a:pt x="11130080" y="5925108"/>
                </a:cubicBezTo>
                <a:cubicBezTo>
                  <a:pt x="11114281" y="5925108"/>
                  <a:pt x="11101481" y="5920604"/>
                  <a:pt x="11091678" y="5911597"/>
                </a:cubicBezTo>
                <a:cubicBezTo>
                  <a:pt x="11082078" y="5902796"/>
                  <a:pt x="11077279" y="5891327"/>
                  <a:pt x="11077279" y="5877190"/>
                </a:cubicBezTo>
                <a:cubicBezTo>
                  <a:pt x="11077279" y="5861528"/>
                  <a:pt x="11083120" y="5848719"/>
                  <a:pt x="11094803" y="5838762"/>
                </a:cubicBezTo>
                <a:cubicBezTo>
                  <a:pt x="11106929" y="5828349"/>
                  <a:pt x="11121626" y="5823143"/>
                  <a:pt x="11138890" y="5823143"/>
                </a:cubicBezTo>
                <a:close/>
                <a:moveTo>
                  <a:pt x="10729315" y="5823143"/>
                </a:moveTo>
                <a:cubicBezTo>
                  <a:pt x="10741412" y="5823143"/>
                  <a:pt x="10752043" y="5826297"/>
                  <a:pt x="10761208" y="5832606"/>
                </a:cubicBezTo>
                <a:cubicBezTo>
                  <a:pt x="10767818" y="5837146"/>
                  <a:pt x="10773108" y="5843020"/>
                  <a:pt x="10777075" y="5850227"/>
                </a:cubicBezTo>
                <a:cubicBezTo>
                  <a:pt x="10781204" y="5857820"/>
                  <a:pt x="10783267" y="5865722"/>
                  <a:pt x="10783267" y="5873935"/>
                </a:cubicBezTo>
                <a:cubicBezTo>
                  <a:pt x="10783267" y="5888401"/>
                  <a:pt x="10776639" y="5900698"/>
                  <a:pt x="10763378" y="5910826"/>
                </a:cubicBezTo>
                <a:cubicBezTo>
                  <a:pt x="10750903" y="5920348"/>
                  <a:pt x="10736611" y="5925108"/>
                  <a:pt x="10720505" y="5925108"/>
                </a:cubicBezTo>
                <a:cubicBezTo>
                  <a:pt x="10704706" y="5925108"/>
                  <a:pt x="10691906" y="5920604"/>
                  <a:pt x="10682103" y="5911597"/>
                </a:cubicBezTo>
                <a:cubicBezTo>
                  <a:pt x="10672503" y="5902796"/>
                  <a:pt x="10667704" y="5891327"/>
                  <a:pt x="10667704" y="5877190"/>
                </a:cubicBezTo>
                <a:cubicBezTo>
                  <a:pt x="10667704" y="5861528"/>
                  <a:pt x="10673545" y="5848719"/>
                  <a:pt x="10685228" y="5838762"/>
                </a:cubicBezTo>
                <a:cubicBezTo>
                  <a:pt x="10697354" y="5828349"/>
                  <a:pt x="10712051" y="5823143"/>
                  <a:pt x="10729315" y="5823143"/>
                </a:cubicBezTo>
                <a:close/>
                <a:moveTo>
                  <a:pt x="9315019" y="5823143"/>
                </a:moveTo>
                <a:cubicBezTo>
                  <a:pt x="9326553" y="5823143"/>
                  <a:pt x="9336364" y="5826084"/>
                  <a:pt x="9344454" y="5831966"/>
                </a:cubicBezTo>
                <a:cubicBezTo>
                  <a:pt x="9348854" y="5835197"/>
                  <a:pt x="9351933" y="5838900"/>
                  <a:pt x="9353692" y="5843075"/>
                </a:cubicBezTo>
                <a:cubicBezTo>
                  <a:pt x="9355452" y="5847249"/>
                  <a:pt x="9356331" y="5852160"/>
                  <a:pt x="9356331" y="5857809"/>
                </a:cubicBezTo>
                <a:lnTo>
                  <a:pt x="9356140" y="5872076"/>
                </a:lnTo>
                <a:cubicBezTo>
                  <a:pt x="9356140" y="5883037"/>
                  <a:pt x="9356655" y="5889593"/>
                  <a:pt x="9357681" y="5891744"/>
                </a:cubicBezTo>
                <a:cubicBezTo>
                  <a:pt x="9358463" y="5893304"/>
                  <a:pt x="9359017" y="5894181"/>
                  <a:pt x="9359343" y="5894377"/>
                </a:cubicBezTo>
                <a:cubicBezTo>
                  <a:pt x="9359669" y="5894573"/>
                  <a:pt x="9360728" y="5894810"/>
                  <a:pt x="9362518" y="5895089"/>
                </a:cubicBezTo>
                <a:cubicBezTo>
                  <a:pt x="9365736" y="5895593"/>
                  <a:pt x="9367345" y="5897575"/>
                  <a:pt x="9367345" y="5901035"/>
                </a:cubicBezTo>
                <a:cubicBezTo>
                  <a:pt x="9367345" y="5904517"/>
                  <a:pt x="9366014" y="5908056"/>
                  <a:pt x="9363352" y="5911651"/>
                </a:cubicBezTo>
                <a:cubicBezTo>
                  <a:pt x="9360690" y="5915246"/>
                  <a:pt x="9357616" y="5917969"/>
                  <a:pt x="9354128" y="5919822"/>
                </a:cubicBezTo>
                <a:cubicBezTo>
                  <a:pt x="9348380" y="5923346"/>
                  <a:pt x="9342684" y="5925108"/>
                  <a:pt x="9337043" y="5925108"/>
                </a:cubicBezTo>
                <a:cubicBezTo>
                  <a:pt x="9329723" y="5925108"/>
                  <a:pt x="9323884" y="5922537"/>
                  <a:pt x="9319527" y="5917396"/>
                </a:cubicBezTo>
                <a:cubicBezTo>
                  <a:pt x="9318628" y="5916282"/>
                  <a:pt x="9317923" y="5915725"/>
                  <a:pt x="9317413" y="5915725"/>
                </a:cubicBezTo>
                <a:cubicBezTo>
                  <a:pt x="9316626" y="5915725"/>
                  <a:pt x="9315617" y="5916181"/>
                  <a:pt x="9314388" y="5917093"/>
                </a:cubicBezTo>
                <a:cubicBezTo>
                  <a:pt x="9307093" y="5922437"/>
                  <a:pt x="9299163" y="5925108"/>
                  <a:pt x="9290600" y="5925108"/>
                </a:cubicBezTo>
                <a:cubicBezTo>
                  <a:pt x="9281807" y="5925108"/>
                  <a:pt x="9274663" y="5923209"/>
                  <a:pt x="9269169" y="5919410"/>
                </a:cubicBezTo>
                <a:cubicBezTo>
                  <a:pt x="9265530" y="5916869"/>
                  <a:pt x="9262646" y="5913558"/>
                  <a:pt x="9260520" y="5909479"/>
                </a:cubicBezTo>
                <a:cubicBezTo>
                  <a:pt x="9258395" y="5905400"/>
                  <a:pt x="9257331" y="5901117"/>
                  <a:pt x="9257331" y="5896629"/>
                </a:cubicBezTo>
                <a:cubicBezTo>
                  <a:pt x="9257331" y="5889422"/>
                  <a:pt x="9260207" y="5883080"/>
                  <a:pt x="9265955" y="5877605"/>
                </a:cubicBezTo>
                <a:cubicBezTo>
                  <a:pt x="9274699" y="5869197"/>
                  <a:pt x="9287665" y="5864960"/>
                  <a:pt x="9304852" y="5864894"/>
                </a:cubicBezTo>
                <a:cubicBezTo>
                  <a:pt x="9308144" y="5864894"/>
                  <a:pt x="9310047" y="5864696"/>
                  <a:pt x="9310565" y="5864299"/>
                </a:cubicBezTo>
                <a:cubicBezTo>
                  <a:pt x="9311082" y="5863902"/>
                  <a:pt x="9311341" y="5862677"/>
                  <a:pt x="9311341" y="5860623"/>
                </a:cubicBezTo>
                <a:cubicBezTo>
                  <a:pt x="9311341" y="5854186"/>
                  <a:pt x="9310751" y="5849694"/>
                  <a:pt x="9309572" y="5847148"/>
                </a:cubicBezTo>
                <a:cubicBezTo>
                  <a:pt x="9308393" y="5844602"/>
                  <a:pt x="9306634" y="5843329"/>
                  <a:pt x="9304293" y="5843329"/>
                </a:cubicBezTo>
                <a:cubicBezTo>
                  <a:pt x="9302845" y="5843329"/>
                  <a:pt x="9301504" y="5843801"/>
                  <a:pt x="9300273" y="5844744"/>
                </a:cubicBezTo>
                <a:cubicBezTo>
                  <a:pt x="9299041" y="5845687"/>
                  <a:pt x="9297438" y="5847514"/>
                  <a:pt x="9295462" y="5850224"/>
                </a:cubicBezTo>
                <a:cubicBezTo>
                  <a:pt x="9289244" y="5859098"/>
                  <a:pt x="9282675" y="5863535"/>
                  <a:pt x="9275756" y="5863535"/>
                </a:cubicBezTo>
                <a:cubicBezTo>
                  <a:pt x="9272103" y="5863535"/>
                  <a:pt x="9269092" y="5862427"/>
                  <a:pt x="9266725" y="5860212"/>
                </a:cubicBezTo>
                <a:cubicBezTo>
                  <a:pt x="9264358" y="5857997"/>
                  <a:pt x="9263174" y="5855102"/>
                  <a:pt x="9263174" y="5851526"/>
                </a:cubicBezTo>
                <a:cubicBezTo>
                  <a:pt x="9263174" y="5848003"/>
                  <a:pt x="9264515" y="5844569"/>
                  <a:pt x="9267197" y="5841225"/>
                </a:cubicBezTo>
                <a:cubicBezTo>
                  <a:pt x="9269880" y="5837881"/>
                  <a:pt x="9273103" y="5835195"/>
                  <a:pt x="9276867" y="5833167"/>
                </a:cubicBezTo>
                <a:cubicBezTo>
                  <a:pt x="9289422" y="5826484"/>
                  <a:pt x="9302139" y="5823143"/>
                  <a:pt x="9315019" y="5823143"/>
                </a:cubicBezTo>
                <a:close/>
                <a:moveTo>
                  <a:pt x="8743520" y="5823143"/>
                </a:moveTo>
                <a:cubicBezTo>
                  <a:pt x="8755054" y="5823143"/>
                  <a:pt x="8764864" y="5826084"/>
                  <a:pt x="8772954" y="5831966"/>
                </a:cubicBezTo>
                <a:cubicBezTo>
                  <a:pt x="8777354" y="5835197"/>
                  <a:pt x="8780434" y="5838900"/>
                  <a:pt x="8782193" y="5843075"/>
                </a:cubicBezTo>
                <a:cubicBezTo>
                  <a:pt x="8783952" y="5847249"/>
                  <a:pt x="8784832" y="5852160"/>
                  <a:pt x="8784832" y="5857809"/>
                </a:cubicBezTo>
                <a:lnTo>
                  <a:pt x="8784640" y="5872076"/>
                </a:lnTo>
                <a:cubicBezTo>
                  <a:pt x="8784640" y="5883037"/>
                  <a:pt x="8785154" y="5889593"/>
                  <a:pt x="8786182" y="5891744"/>
                </a:cubicBezTo>
                <a:cubicBezTo>
                  <a:pt x="8786964" y="5893304"/>
                  <a:pt x="8787516" y="5894181"/>
                  <a:pt x="8787844" y="5894377"/>
                </a:cubicBezTo>
                <a:cubicBezTo>
                  <a:pt x="8788169" y="5894573"/>
                  <a:pt x="8789228" y="5894810"/>
                  <a:pt x="8791018" y="5895089"/>
                </a:cubicBezTo>
                <a:cubicBezTo>
                  <a:pt x="8794236" y="5895593"/>
                  <a:pt x="8795845" y="5897575"/>
                  <a:pt x="8795845" y="5901035"/>
                </a:cubicBezTo>
                <a:cubicBezTo>
                  <a:pt x="8795845" y="5904517"/>
                  <a:pt x="8794514" y="5908056"/>
                  <a:pt x="8791852" y="5911651"/>
                </a:cubicBezTo>
                <a:cubicBezTo>
                  <a:pt x="8789190" y="5915246"/>
                  <a:pt x="8786116" y="5917969"/>
                  <a:pt x="8782629" y="5919822"/>
                </a:cubicBezTo>
                <a:cubicBezTo>
                  <a:pt x="8776880" y="5923346"/>
                  <a:pt x="8771184" y="5925108"/>
                  <a:pt x="8765544" y="5925108"/>
                </a:cubicBezTo>
                <a:cubicBezTo>
                  <a:pt x="8758223" y="5925108"/>
                  <a:pt x="8752384" y="5922537"/>
                  <a:pt x="8748027" y="5917396"/>
                </a:cubicBezTo>
                <a:cubicBezTo>
                  <a:pt x="8747128" y="5916282"/>
                  <a:pt x="8746423" y="5915725"/>
                  <a:pt x="8745914" y="5915725"/>
                </a:cubicBezTo>
                <a:cubicBezTo>
                  <a:pt x="8745126" y="5915725"/>
                  <a:pt x="8744118" y="5916181"/>
                  <a:pt x="8742889" y="5917093"/>
                </a:cubicBezTo>
                <a:cubicBezTo>
                  <a:pt x="8735593" y="5922437"/>
                  <a:pt x="8727663" y="5925108"/>
                  <a:pt x="8719100" y="5925108"/>
                </a:cubicBezTo>
                <a:cubicBezTo>
                  <a:pt x="8710308" y="5925108"/>
                  <a:pt x="8703164" y="5923209"/>
                  <a:pt x="8697670" y="5919410"/>
                </a:cubicBezTo>
                <a:cubicBezTo>
                  <a:pt x="8694030" y="5916869"/>
                  <a:pt x="8691147" y="5913558"/>
                  <a:pt x="8689021" y="5909479"/>
                </a:cubicBezTo>
                <a:cubicBezTo>
                  <a:pt x="8686896" y="5905400"/>
                  <a:pt x="8685832" y="5901117"/>
                  <a:pt x="8685832" y="5896629"/>
                </a:cubicBezTo>
                <a:cubicBezTo>
                  <a:pt x="8685832" y="5889422"/>
                  <a:pt x="8688707" y="5883080"/>
                  <a:pt x="8694456" y="5877605"/>
                </a:cubicBezTo>
                <a:cubicBezTo>
                  <a:pt x="8703199" y="5869197"/>
                  <a:pt x="8716164" y="5864960"/>
                  <a:pt x="8733352" y="5864894"/>
                </a:cubicBezTo>
                <a:cubicBezTo>
                  <a:pt x="8736644" y="5864894"/>
                  <a:pt x="8738548" y="5864696"/>
                  <a:pt x="8739066" y="5864299"/>
                </a:cubicBezTo>
                <a:cubicBezTo>
                  <a:pt x="8739583" y="5863902"/>
                  <a:pt x="8739842" y="5862677"/>
                  <a:pt x="8739842" y="5860623"/>
                </a:cubicBezTo>
                <a:cubicBezTo>
                  <a:pt x="8739842" y="5854186"/>
                  <a:pt x="8739252" y="5849694"/>
                  <a:pt x="8738072" y="5847148"/>
                </a:cubicBezTo>
                <a:cubicBezTo>
                  <a:pt x="8736893" y="5844602"/>
                  <a:pt x="8735134" y="5843329"/>
                  <a:pt x="8732794" y="5843329"/>
                </a:cubicBezTo>
                <a:cubicBezTo>
                  <a:pt x="8731345" y="5843329"/>
                  <a:pt x="8730005" y="5843801"/>
                  <a:pt x="8728774" y="5844744"/>
                </a:cubicBezTo>
                <a:cubicBezTo>
                  <a:pt x="8727542" y="5845687"/>
                  <a:pt x="8725938" y="5847514"/>
                  <a:pt x="8723963" y="5850224"/>
                </a:cubicBezTo>
                <a:cubicBezTo>
                  <a:pt x="8717744" y="5859098"/>
                  <a:pt x="8711176" y="5863535"/>
                  <a:pt x="8704256" y="5863535"/>
                </a:cubicBezTo>
                <a:cubicBezTo>
                  <a:pt x="8700604" y="5863535"/>
                  <a:pt x="8697592" y="5862427"/>
                  <a:pt x="8695225" y="5860212"/>
                </a:cubicBezTo>
                <a:cubicBezTo>
                  <a:pt x="8692858" y="5857997"/>
                  <a:pt x="8691674" y="5855102"/>
                  <a:pt x="8691674" y="5851526"/>
                </a:cubicBezTo>
                <a:cubicBezTo>
                  <a:pt x="8691674" y="5848003"/>
                  <a:pt x="8693015" y="5844569"/>
                  <a:pt x="8695698" y="5841225"/>
                </a:cubicBezTo>
                <a:cubicBezTo>
                  <a:pt x="8698380" y="5837881"/>
                  <a:pt x="8701602" y="5835195"/>
                  <a:pt x="8705368" y="5833167"/>
                </a:cubicBezTo>
                <a:cubicBezTo>
                  <a:pt x="8717922" y="5826484"/>
                  <a:pt x="8730639" y="5823143"/>
                  <a:pt x="8743520" y="5823143"/>
                </a:cubicBezTo>
                <a:close/>
                <a:moveTo>
                  <a:pt x="8014691" y="5823143"/>
                </a:moveTo>
                <a:cubicBezTo>
                  <a:pt x="8026787" y="5823143"/>
                  <a:pt x="8037418" y="5826297"/>
                  <a:pt x="8046584" y="5832606"/>
                </a:cubicBezTo>
                <a:cubicBezTo>
                  <a:pt x="8053194" y="5837146"/>
                  <a:pt x="8058483" y="5843020"/>
                  <a:pt x="8062451" y="5850227"/>
                </a:cubicBezTo>
                <a:cubicBezTo>
                  <a:pt x="8066579" y="5857820"/>
                  <a:pt x="8068643" y="5865722"/>
                  <a:pt x="8068643" y="5873935"/>
                </a:cubicBezTo>
                <a:cubicBezTo>
                  <a:pt x="8068643" y="5888401"/>
                  <a:pt x="8062013" y="5900698"/>
                  <a:pt x="8048754" y="5910826"/>
                </a:cubicBezTo>
                <a:cubicBezTo>
                  <a:pt x="8036278" y="5920348"/>
                  <a:pt x="8021987" y="5925108"/>
                  <a:pt x="8005881" y="5925108"/>
                </a:cubicBezTo>
                <a:cubicBezTo>
                  <a:pt x="7990082" y="5925108"/>
                  <a:pt x="7977281" y="5920604"/>
                  <a:pt x="7967478" y="5911597"/>
                </a:cubicBezTo>
                <a:cubicBezTo>
                  <a:pt x="7957879" y="5902796"/>
                  <a:pt x="7953079" y="5891327"/>
                  <a:pt x="7953079" y="5877190"/>
                </a:cubicBezTo>
                <a:cubicBezTo>
                  <a:pt x="7953079" y="5861528"/>
                  <a:pt x="7958920" y="5848719"/>
                  <a:pt x="7970604" y="5838762"/>
                </a:cubicBezTo>
                <a:cubicBezTo>
                  <a:pt x="7982730" y="5828349"/>
                  <a:pt x="7997426" y="5823143"/>
                  <a:pt x="8014691" y="5823143"/>
                </a:cubicBezTo>
                <a:close/>
                <a:moveTo>
                  <a:pt x="7451241" y="5823143"/>
                </a:moveTo>
                <a:cubicBezTo>
                  <a:pt x="7459875" y="5823143"/>
                  <a:pt x="7467569" y="5826114"/>
                  <a:pt x="7474324" y="5832058"/>
                </a:cubicBezTo>
                <a:cubicBezTo>
                  <a:pt x="7479430" y="5836560"/>
                  <a:pt x="7483379" y="5842199"/>
                  <a:pt x="7486170" y="5848974"/>
                </a:cubicBezTo>
                <a:cubicBezTo>
                  <a:pt x="7489085" y="5856065"/>
                  <a:pt x="7490543" y="5863492"/>
                  <a:pt x="7490543" y="5871253"/>
                </a:cubicBezTo>
                <a:cubicBezTo>
                  <a:pt x="7490543" y="5887888"/>
                  <a:pt x="7483953" y="5901785"/>
                  <a:pt x="7470771" y="5912947"/>
                </a:cubicBezTo>
                <a:cubicBezTo>
                  <a:pt x="7463931" y="5921055"/>
                  <a:pt x="7454899" y="5925108"/>
                  <a:pt x="7443676" y="5925108"/>
                </a:cubicBezTo>
                <a:cubicBezTo>
                  <a:pt x="7437949" y="5925108"/>
                  <a:pt x="7432098" y="5923781"/>
                  <a:pt x="7426125" y="5921125"/>
                </a:cubicBezTo>
                <a:cubicBezTo>
                  <a:pt x="7425205" y="5920716"/>
                  <a:pt x="7424544" y="5920512"/>
                  <a:pt x="7424141" y="5920512"/>
                </a:cubicBezTo>
                <a:cubicBezTo>
                  <a:pt x="7423592" y="5920512"/>
                  <a:pt x="7423318" y="5921776"/>
                  <a:pt x="7423318" y="5924304"/>
                </a:cubicBezTo>
                <a:cubicBezTo>
                  <a:pt x="7423318" y="5928678"/>
                  <a:pt x="7424700" y="5931778"/>
                  <a:pt x="7427464" y="5933604"/>
                </a:cubicBezTo>
                <a:cubicBezTo>
                  <a:pt x="7430775" y="5935833"/>
                  <a:pt x="7432843" y="5937447"/>
                  <a:pt x="7433668" y="5938447"/>
                </a:cubicBezTo>
                <a:cubicBezTo>
                  <a:pt x="7434493" y="5939447"/>
                  <a:pt x="7434906" y="5941021"/>
                  <a:pt x="7434906" y="5943169"/>
                </a:cubicBezTo>
                <a:cubicBezTo>
                  <a:pt x="7434906" y="5947796"/>
                  <a:pt x="7432507" y="5951274"/>
                  <a:pt x="7427709" y="5953602"/>
                </a:cubicBezTo>
                <a:cubicBezTo>
                  <a:pt x="7422911" y="5955929"/>
                  <a:pt x="7416455" y="5957093"/>
                  <a:pt x="7408340" y="5957093"/>
                </a:cubicBezTo>
                <a:cubicBezTo>
                  <a:pt x="7394122" y="5957093"/>
                  <a:pt x="7381342" y="5953432"/>
                  <a:pt x="7369998" y="5946109"/>
                </a:cubicBezTo>
                <a:cubicBezTo>
                  <a:pt x="7364699" y="5944559"/>
                  <a:pt x="7362050" y="5941313"/>
                  <a:pt x="7362050" y="5936371"/>
                </a:cubicBezTo>
                <a:cubicBezTo>
                  <a:pt x="7362050" y="5933994"/>
                  <a:pt x="7362564" y="5932169"/>
                  <a:pt x="7363592" y="5930894"/>
                </a:cubicBezTo>
                <a:cubicBezTo>
                  <a:pt x="7364619" y="5929620"/>
                  <a:pt x="7366951" y="5928305"/>
                  <a:pt x="7370586" y="5926947"/>
                </a:cubicBezTo>
                <a:cubicBezTo>
                  <a:pt x="7372253" y="5925818"/>
                  <a:pt x="7373418" y="5923436"/>
                  <a:pt x="7374081" y="5919800"/>
                </a:cubicBezTo>
                <a:cubicBezTo>
                  <a:pt x="7374744" y="5916164"/>
                  <a:pt x="7375266" y="5904875"/>
                  <a:pt x="7375647" y="5885933"/>
                </a:cubicBezTo>
                <a:cubicBezTo>
                  <a:pt x="7375208" y="5870533"/>
                  <a:pt x="7374634" y="5861760"/>
                  <a:pt x="7373924" y="5859614"/>
                </a:cubicBezTo>
                <a:cubicBezTo>
                  <a:pt x="7373958" y="5859894"/>
                  <a:pt x="7373885" y="5859997"/>
                  <a:pt x="7373703" y="5859924"/>
                </a:cubicBezTo>
                <a:cubicBezTo>
                  <a:pt x="7373522" y="5859851"/>
                  <a:pt x="7372177" y="5859575"/>
                  <a:pt x="7369669" y="5859098"/>
                </a:cubicBezTo>
                <a:cubicBezTo>
                  <a:pt x="7367163" y="5858628"/>
                  <a:pt x="7365123" y="5857469"/>
                  <a:pt x="7363549" y="5855620"/>
                </a:cubicBezTo>
                <a:cubicBezTo>
                  <a:pt x="7361975" y="5853770"/>
                  <a:pt x="7361187" y="5851544"/>
                  <a:pt x="7361187" y="5848941"/>
                </a:cubicBezTo>
                <a:cubicBezTo>
                  <a:pt x="7361187" y="5845867"/>
                  <a:pt x="7362205" y="5843221"/>
                  <a:pt x="7364241" y="5841003"/>
                </a:cubicBezTo>
                <a:cubicBezTo>
                  <a:pt x="7366279" y="5838784"/>
                  <a:pt x="7369435" y="5836690"/>
                  <a:pt x="7373712" y="5834721"/>
                </a:cubicBezTo>
                <a:cubicBezTo>
                  <a:pt x="7389567" y="5827537"/>
                  <a:pt x="7402942" y="5823869"/>
                  <a:pt x="7413838" y="5823718"/>
                </a:cubicBezTo>
                <a:cubicBezTo>
                  <a:pt x="7416786" y="5823718"/>
                  <a:pt x="7418975" y="5824218"/>
                  <a:pt x="7420405" y="5825220"/>
                </a:cubicBezTo>
                <a:cubicBezTo>
                  <a:pt x="7421836" y="5826221"/>
                  <a:pt x="7422552" y="5828382"/>
                  <a:pt x="7422552" y="5831704"/>
                </a:cubicBezTo>
                <a:cubicBezTo>
                  <a:pt x="7422552" y="5832764"/>
                  <a:pt x="7422634" y="5833294"/>
                  <a:pt x="7422800" y="5833294"/>
                </a:cubicBezTo>
                <a:cubicBezTo>
                  <a:pt x="7423041" y="5833294"/>
                  <a:pt x="7424815" y="5832193"/>
                  <a:pt x="7428118" y="5829990"/>
                </a:cubicBezTo>
                <a:cubicBezTo>
                  <a:pt x="7431024" y="5828030"/>
                  <a:pt x="7434699" y="5826398"/>
                  <a:pt x="7439141" y="5825096"/>
                </a:cubicBezTo>
                <a:cubicBezTo>
                  <a:pt x="7443584" y="5823794"/>
                  <a:pt x="7447617" y="5823143"/>
                  <a:pt x="7451241" y="5823143"/>
                </a:cubicBezTo>
                <a:close/>
                <a:moveTo>
                  <a:pt x="7327696" y="5823143"/>
                </a:moveTo>
                <a:cubicBezTo>
                  <a:pt x="7331297" y="5823143"/>
                  <a:pt x="7334950" y="5825491"/>
                  <a:pt x="7338654" y="5830187"/>
                </a:cubicBezTo>
                <a:cubicBezTo>
                  <a:pt x="7340890" y="5832909"/>
                  <a:pt x="7342821" y="5836169"/>
                  <a:pt x="7344448" y="5839965"/>
                </a:cubicBezTo>
                <a:cubicBezTo>
                  <a:pt x="7346075" y="5843761"/>
                  <a:pt x="7346888" y="5847072"/>
                  <a:pt x="7346888" y="5849898"/>
                </a:cubicBezTo>
                <a:cubicBezTo>
                  <a:pt x="7346888" y="5852983"/>
                  <a:pt x="7345791" y="5855565"/>
                  <a:pt x="7343596" y="5857642"/>
                </a:cubicBezTo>
                <a:cubicBezTo>
                  <a:pt x="7341402" y="5859719"/>
                  <a:pt x="7338688" y="5860757"/>
                  <a:pt x="7335453" y="5860757"/>
                </a:cubicBezTo>
                <a:cubicBezTo>
                  <a:pt x="7332824" y="5860757"/>
                  <a:pt x="7330519" y="5860146"/>
                  <a:pt x="7328540" y="5858923"/>
                </a:cubicBezTo>
                <a:cubicBezTo>
                  <a:pt x="7326560" y="5857700"/>
                  <a:pt x="7324171" y="5855375"/>
                  <a:pt x="7321371" y="5851947"/>
                </a:cubicBezTo>
                <a:cubicBezTo>
                  <a:pt x="7316496" y="5847989"/>
                  <a:pt x="7312986" y="5846011"/>
                  <a:pt x="7310842" y="5846011"/>
                </a:cubicBezTo>
                <a:cubicBezTo>
                  <a:pt x="7309651" y="5846011"/>
                  <a:pt x="7308593" y="5846472"/>
                  <a:pt x="7307669" y="5847394"/>
                </a:cubicBezTo>
                <a:cubicBezTo>
                  <a:pt x="7306747" y="5848316"/>
                  <a:pt x="7306286" y="5849406"/>
                  <a:pt x="7306286" y="5850664"/>
                </a:cubicBezTo>
                <a:cubicBezTo>
                  <a:pt x="7306286" y="5852983"/>
                  <a:pt x="7308880" y="5855330"/>
                  <a:pt x="7314070" y="5857703"/>
                </a:cubicBezTo>
                <a:cubicBezTo>
                  <a:pt x="7325115" y="5862670"/>
                  <a:pt x="7333586" y="5868102"/>
                  <a:pt x="7339480" y="5873997"/>
                </a:cubicBezTo>
                <a:cubicBezTo>
                  <a:pt x="7344739" y="5879255"/>
                  <a:pt x="7347367" y="5885650"/>
                  <a:pt x="7347367" y="5893182"/>
                </a:cubicBezTo>
                <a:cubicBezTo>
                  <a:pt x="7347367" y="5902671"/>
                  <a:pt x="7343474" y="5909917"/>
                  <a:pt x="7335685" y="5914920"/>
                </a:cubicBezTo>
                <a:cubicBezTo>
                  <a:pt x="7328105" y="5921712"/>
                  <a:pt x="7319217" y="5925108"/>
                  <a:pt x="7309023" y="5925108"/>
                </a:cubicBezTo>
                <a:cubicBezTo>
                  <a:pt x="7306351" y="5925108"/>
                  <a:pt x="7301617" y="5924680"/>
                  <a:pt x="7294823" y="5923822"/>
                </a:cubicBezTo>
                <a:cubicBezTo>
                  <a:pt x="7288871" y="5923147"/>
                  <a:pt x="7285592" y="5922810"/>
                  <a:pt x="7284988" y="5922810"/>
                </a:cubicBezTo>
                <a:cubicBezTo>
                  <a:pt x="7284392" y="5922810"/>
                  <a:pt x="7283666" y="5922886"/>
                  <a:pt x="7282807" y="5923038"/>
                </a:cubicBezTo>
                <a:cubicBezTo>
                  <a:pt x="7280663" y="5923333"/>
                  <a:pt x="7279093" y="5923480"/>
                  <a:pt x="7278093" y="5923480"/>
                </a:cubicBezTo>
                <a:cubicBezTo>
                  <a:pt x="7274583" y="5923480"/>
                  <a:pt x="7271783" y="5922551"/>
                  <a:pt x="7269693" y="5920693"/>
                </a:cubicBezTo>
                <a:cubicBezTo>
                  <a:pt x="7266863" y="5918139"/>
                  <a:pt x="7264275" y="5914202"/>
                  <a:pt x="7261935" y="5908884"/>
                </a:cubicBezTo>
                <a:cubicBezTo>
                  <a:pt x="7259594" y="5903566"/>
                  <a:pt x="7258424" y="5898938"/>
                  <a:pt x="7258424" y="5895002"/>
                </a:cubicBezTo>
                <a:cubicBezTo>
                  <a:pt x="7258424" y="5887827"/>
                  <a:pt x="7261373" y="5884239"/>
                  <a:pt x="7267271" y="5884239"/>
                </a:cubicBezTo>
                <a:cubicBezTo>
                  <a:pt x="7269530" y="5884239"/>
                  <a:pt x="7271516" y="5884912"/>
                  <a:pt x="7273228" y="5886260"/>
                </a:cubicBezTo>
                <a:cubicBezTo>
                  <a:pt x="7274940" y="5887608"/>
                  <a:pt x="7278234" y="5890882"/>
                  <a:pt x="7283109" y="5896083"/>
                </a:cubicBezTo>
                <a:cubicBezTo>
                  <a:pt x="7285610" y="5898766"/>
                  <a:pt x="7287598" y="5900560"/>
                  <a:pt x="7289075" y="5901462"/>
                </a:cubicBezTo>
                <a:cubicBezTo>
                  <a:pt x="7290552" y="5902364"/>
                  <a:pt x="7292095" y="5902816"/>
                  <a:pt x="7293702" y="5902816"/>
                </a:cubicBezTo>
                <a:cubicBezTo>
                  <a:pt x="7295306" y="5902816"/>
                  <a:pt x="7296547" y="5902432"/>
                  <a:pt x="7297423" y="5901664"/>
                </a:cubicBezTo>
                <a:cubicBezTo>
                  <a:pt x="7298301" y="5900897"/>
                  <a:pt x="7298739" y="5899889"/>
                  <a:pt x="7298739" y="5898640"/>
                </a:cubicBezTo>
                <a:cubicBezTo>
                  <a:pt x="7298739" y="5896595"/>
                  <a:pt x="7296281" y="5894328"/>
                  <a:pt x="7291365" y="5891839"/>
                </a:cubicBezTo>
                <a:cubicBezTo>
                  <a:pt x="7281576" y="5887166"/>
                  <a:pt x="7274277" y="5882004"/>
                  <a:pt x="7269468" y="5876354"/>
                </a:cubicBezTo>
                <a:cubicBezTo>
                  <a:pt x="7264659" y="5870704"/>
                  <a:pt x="7262254" y="5864120"/>
                  <a:pt x="7262254" y="5856602"/>
                </a:cubicBezTo>
                <a:cubicBezTo>
                  <a:pt x="7262254" y="5848530"/>
                  <a:pt x="7264737" y="5841569"/>
                  <a:pt x="7269702" y="5835719"/>
                </a:cubicBezTo>
                <a:cubicBezTo>
                  <a:pt x="7276738" y="5827399"/>
                  <a:pt x="7286301" y="5823239"/>
                  <a:pt x="7298394" y="5823239"/>
                </a:cubicBezTo>
                <a:cubicBezTo>
                  <a:pt x="7301633" y="5823239"/>
                  <a:pt x="7306648" y="5823941"/>
                  <a:pt x="7313443" y="5825345"/>
                </a:cubicBezTo>
                <a:cubicBezTo>
                  <a:pt x="7315384" y="5825600"/>
                  <a:pt x="7316783" y="5825728"/>
                  <a:pt x="7317641" y="5825728"/>
                </a:cubicBezTo>
                <a:cubicBezTo>
                  <a:pt x="7318480" y="5825728"/>
                  <a:pt x="7320616" y="5825153"/>
                  <a:pt x="7324047" y="5824005"/>
                </a:cubicBezTo>
                <a:cubicBezTo>
                  <a:pt x="7325230" y="5823430"/>
                  <a:pt x="7326446" y="5823143"/>
                  <a:pt x="7327696" y="5823143"/>
                </a:cubicBezTo>
                <a:close/>
                <a:moveTo>
                  <a:pt x="7052666" y="5823143"/>
                </a:moveTo>
                <a:cubicBezTo>
                  <a:pt x="7064762" y="5823143"/>
                  <a:pt x="7075393" y="5826297"/>
                  <a:pt x="7084559" y="5832606"/>
                </a:cubicBezTo>
                <a:cubicBezTo>
                  <a:pt x="7091169" y="5837146"/>
                  <a:pt x="7096458" y="5843020"/>
                  <a:pt x="7100426" y="5850227"/>
                </a:cubicBezTo>
                <a:cubicBezTo>
                  <a:pt x="7104554" y="5857820"/>
                  <a:pt x="7106618" y="5865722"/>
                  <a:pt x="7106618" y="5873935"/>
                </a:cubicBezTo>
                <a:cubicBezTo>
                  <a:pt x="7106618" y="5888401"/>
                  <a:pt x="7099988" y="5900698"/>
                  <a:pt x="7086729" y="5910826"/>
                </a:cubicBezTo>
                <a:cubicBezTo>
                  <a:pt x="7074253" y="5920348"/>
                  <a:pt x="7059962" y="5925108"/>
                  <a:pt x="7043856" y="5925108"/>
                </a:cubicBezTo>
                <a:cubicBezTo>
                  <a:pt x="7028057" y="5925108"/>
                  <a:pt x="7015256" y="5920604"/>
                  <a:pt x="7005453" y="5911597"/>
                </a:cubicBezTo>
                <a:cubicBezTo>
                  <a:pt x="6995854" y="5902796"/>
                  <a:pt x="6991054" y="5891327"/>
                  <a:pt x="6991054" y="5877190"/>
                </a:cubicBezTo>
                <a:cubicBezTo>
                  <a:pt x="6991054" y="5861528"/>
                  <a:pt x="6996895" y="5848719"/>
                  <a:pt x="7008579" y="5838762"/>
                </a:cubicBezTo>
                <a:cubicBezTo>
                  <a:pt x="7020705" y="5828349"/>
                  <a:pt x="7035401" y="5823143"/>
                  <a:pt x="7052666" y="5823143"/>
                </a:cubicBezTo>
                <a:close/>
                <a:moveTo>
                  <a:pt x="6524194" y="5823143"/>
                </a:moveTo>
                <a:cubicBezTo>
                  <a:pt x="6535728" y="5823143"/>
                  <a:pt x="6545540" y="5826084"/>
                  <a:pt x="6553629" y="5831966"/>
                </a:cubicBezTo>
                <a:cubicBezTo>
                  <a:pt x="6558029" y="5835197"/>
                  <a:pt x="6561109" y="5838900"/>
                  <a:pt x="6562868" y="5843075"/>
                </a:cubicBezTo>
                <a:cubicBezTo>
                  <a:pt x="6564627" y="5847249"/>
                  <a:pt x="6565507" y="5852160"/>
                  <a:pt x="6565507" y="5857809"/>
                </a:cubicBezTo>
                <a:lnTo>
                  <a:pt x="6565316" y="5872076"/>
                </a:lnTo>
                <a:cubicBezTo>
                  <a:pt x="6565316" y="5883037"/>
                  <a:pt x="6565830" y="5889593"/>
                  <a:pt x="6566857" y="5891744"/>
                </a:cubicBezTo>
                <a:cubicBezTo>
                  <a:pt x="6567638" y="5893304"/>
                  <a:pt x="6568192" y="5894181"/>
                  <a:pt x="6568518" y="5894377"/>
                </a:cubicBezTo>
                <a:cubicBezTo>
                  <a:pt x="6568844" y="5894573"/>
                  <a:pt x="6569903" y="5894810"/>
                  <a:pt x="6571693" y="5895089"/>
                </a:cubicBezTo>
                <a:cubicBezTo>
                  <a:pt x="6574911" y="5895593"/>
                  <a:pt x="6576520" y="5897575"/>
                  <a:pt x="6576520" y="5901035"/>
                </a:cubicBezTo>
                <a:cubicBezTo>
                  <a:pt x="6576520" y="5904517"/>
                  <a:pt x="6575189" y="5908056"/>
                  <a:pt x="6572527" y="5911651"/>
                </a:cubicBezTo>
                <a:cubicBezTo>
                  <a:pt x="6569866" y="5915246"/>
                  <a:pt x="6566791" y="5917969"/>
                  <a:pt x="6563304" y="5919822"/>
                </a:cubicBezTo>
                <a:cubicBezTo>
                  <a:pt x="6557555" y="5923346"/>
                  <a:pt x="6551860" y="5925108"/>
                  <a:pt x="6546218" y="5925108"/>
                </a:cubicBezTo>
                <a:cubicBezTo>
                  <a:pt x="6538898" y="5925108"/>
                  <a:pt x="6533060" y="5922537"/>
                  <a:pt x="6528702" y="5917396"/>
                </a:cubicBezTo>
                <a:cubicBezTo>
                  <a:pt x="6527803" y="5916282"/>
                  <a:pt x="6527098" y="5915725"/>
                  <a:pt x="6526589" y="5915725"/>
                </a:cubicBezTo>
                <a:cubicBezTo>
                  <a:pt x="6525801" y="5915725"/>
                  <a:pt x="6524793" y="5916181"/>
                  <a:pt x="6523564" y="5917093"/>
                </a:cubicBezTo>
                <a:cubicBezTo>
                  <a:pt x="6516268" y="5922437"/>
                  <a:pt x="6508338" y="5925108"/>
                  <a:pt x="6499776" y="5925108"/>
                </a:cubicBezTo>
                <a:cubicBezTo>
                  <a:pt x="6490983" y="5925108"/>
                  <a:pt x="6483839" y="5923209"/>
                  <a:pt x="6478345" y="5919410"/>
                </a:cubicBezTo>
                <a:cubicBezTo>
                  <a:pt x="6474705" y="5916869"/>
                  <a:pt x="6471822" y="5913558"/>
                  <a:pt x="6469696" y="5909479"/>
                </a:cubicBezTo>
                <a:cubicBezTo>
                  <a:pt x="6467570" y="5905400"/>
                  <a:pt x="6466507" y="5901117"/>
                  <a:pt x="6466507" y="5896629"/>
                </a:cubicBezTo>
                <a:cubicBezTo>
                  <a:pt x="6466507" y="5889422"/>
                  <a:pt x="6469382" y="5883080"/>
                  <a:pt x="6475131" y="5877605"/>
                </a:cubicBezTo>
                <a:cubicBezTo>
                  <a:pt x="6483874" y="5869197"/>
                  <a:pt x="6496840" y="5864960"/>
                  <a:pt x="6514028" y="5864894"/>
                </a:cubicBezTo>
                <a:cubicBezTo>
                  <a:pt x="6517319" y="5864894"/>
                  <a:pt x="6519223" y="5864696"/>
                  <a:pt x="6519740" y="5864299"/>
                </a:cubicBezTo>
                <a:cubicBezTo>
                  <a:pt x="6520258" y="5863902"/>
                  <a:pt x="6520516" y="5862677"/>
                  <a:pt x="6520516" y="5860623"/>
                </a:cubicBezTo>
                <a:cubicBezTo>
                  <a:pt x="6520516" y="5854186"/>
                  <a:pt x="6519927" y="5849694"/>
                  <a:pt x="6518748" y="5847148"/>
                </a:cubicBezTo>
                <a:cubicBezTo>
                  <a:pt x="6517568" y="5844602"/>
                  <a:pt x="6515809" y="5843329"/>
                  <a:pt x="6513469" y="5843329"/>
                </a:cubicBezTo>
                <a:cubicBezTo>
                  <a:pt x="6512020" y="5843329"/>
                  <a:pt x="6510680" y="5843801"/>
                  <a:pt x="6509448" y="5844744"/>
                </a:cubicBezTo>
                <a:cubicBezTo>
                  <a:pt x="6508217" y="5845687"/>
                  <a:pt x="6506614" y="5847514"/>
                  <a:pt x="6504638" y="5850224"/>
                </a:cubicBezTo>
                <a:cubicBezTo>
                  <a:pt x="6498419" y="5859098"/>
                  <a:pt x="6491851" y="5863535"/>
                  <a:pt x="6484931" y="5863535"/>
                </a:cubicBezTo>
                <a:cubicBezTo>
                  <a:pt x="6481278" y="5863535"/>
                  <a:pt x="6478268" y="5862427"/>
                  <a:pt x="6475900" y="5860212"/>
                </a:cubicBezTo>
                <a:cubicBezTo>
                  <a:pt x="6473533" y="5857997"/>
                  <a:pt x="6472349" y="5855102"/>
                  <a:pt x="6472349" y="5851526"/>
                </a:cubicBezTo>
                <a:cubicBezTo>
                  <a:pt x="6472349" y="5848003"/>
                  <a:pt x="6473690" y="5844569"/>
                  <a:pt x="6476372" y="5841225"/>
                </a:cubicBezTo>
                <a:cubicBezTo>
                  <a:pt x="6479055" y="5837881"/>
                  <a:pt x="6482278" y="5835195"/>
                  <a:pt x="6486042" y="5833167"/>
                </a:cubicBezTo>
                <a:cubicBezTo>
                  <a:pt x="6498597" y="5826484"/>
                  <a:pt x="6511314" y="5823143"/>
                  <a:pt x="6524194" y="5823143"/>
                </a:cubicBezTo>
                <a:close/>
                <a:moveTo>
                  <a:pt x="6219394" y="5823143"/>
                </a:moveTo>
                <a:cubicBezTo>
                  <a:pt x="6230928" y="5823143"/>
                  <a:pt x="6240740" y="5826084"/>
                  <a:pt x="6248829" y="5831966"/>
                </a:cubicBezTo>
                <a:cubicBezTo>
                  <a:pt x="6253229" y="5835197"/>
                  <a:pt x="6256309" y="5838900"/>
                  <a:pt x="6258068" y="5843075"/>
                </a:cubicBezTo>
                <a:cubicBezTo>
                  <a:pt x="6259827" y="5847249"/>
                  <a:pt x="6260707" y="5852160"/>
                  <a:pt x="6260707" y="5857809"/>
                </a:cubicBezTo>
                <a:lnTo>
                  <a:pt x="6260516" y="5872076"/>
                </a:lnTo>
                <a:cubicBezTo>
                  <a:pt x="6260516" y="5883037"/>
                  <a:pt x="6261029" y="5889593"/>
                  <a:pt x="6262057" y="5891744"/>
                </a:cubicBezTo>
                <a:cubicBezTo>
                  <a:pt x="6262838" y="5893304"/>
                  <a:pt x="6263392" y="5894181"/>
                  <a:pt x="6263718" y="5894377"/>
                </a:cubicBezTo>
                <a:cubicBezTo>
                  <a:pt x="6264044" y="5894573"/>
                  <a:pt x="6265102" y="5894810"/>
                  <a:pt x="6266893" y="5895089"/>
                </a:cubicBezTo>
                <a:cubicBezTo>
                  <a:pt x="6270111" y="5895593"/>
                  <a:pt x="6271720" y="5897575"/>
                  <a:pt x="6271720" y="5901035"/>
                </a:cubicBezTo>
                <a:cubicBezTo>
                  <a:pt x="6271720" y="5904517"/>
                  <a:pt x="6270389" y="5908056"/>
                  <a:pt x="6267727" y="5911651"/>
                </a:cubicBezTo>
                <a:cubicBezTo>
                  <a:pt x="6265065" y="5915246"/>
                  <a:pt x="6261991" y="5917969"/>
                  <a:pt x="6258504" y="5919822"/>
                </a:cubicBezTo>
                <a:cubicBezTo>
                  <a:pt x="6252755" y="5923346"/>
                  <a:pt x="6247060" y="5925108"/>
                  <a:pt x="6241418" y="5925108"/>
                </a:cubicBezTo>
                <a:cubicBezTo>
                  <a:pt x="6234098" y="5925108"/>
                  <a:pt x="6228260" y="5922537"/>
                  <a:pt x="6223902" y="5917396"/>
                </a:cubicBezTo>
                <a:cubicBezTo>
                  <a:pt x="6223002" y="5916282"/>
                  <a:pt x="6222298" y="5915725"/>
                  <a:pt x="6221789" y="5915725"/>
                </a:cubicBezTo>
                <a:cubicBezTo>
                  <a:pt x="6221001" y="5915725"/>
                  <a:pt x="6219993" y="5916181"/>
                  <a:pt x="6218764" y="5917093"/>
                </a:cubicBezTo>
                <a:cubicBezTo>
                  <a:pt x="6211468" y="5922437"/>
                  <a:pt x="6203538" y="5925108"/>
                  <a:pt x="6194976" y="5925108"/>
                </a:cubicBezTo>
                <a:cubicBezTo>
                  <a:pt x="6186183" y="5925108"/>
                  <a:pt x="6179039" y="5923209"/>
                  <a:pt x="6173545" y="5919410"/>
                </a:cubicBezTo>
                <a:cubicBezTo>
                  <a:pt x="6169904" y="5916869"/>
                  <a:pt x="6167022" y="5913558"/>
                  <a:pt x="6164896" y="5909479"/>
                </a:cubicBezTo>
                <a:cubicBezTo>
                  <a:pt x="6162770" y="5905400"/>
                  <a:pt x="6161707" y="5901117"/>
                  <a:pt x="6161707" y="5896629"/>
                </a:cubicBezTo>
                <a:cubicBezTo>
                  <a:pt x="6161707" y="5889422"/>
                  <a:pt x="6164582" y="5883080"/>
                  <a:pt x="6170331" y="5877605"/>
                </a:cubicBezTo>
                <a:cubicBezTo>
                  <a:pt x="6179074" y="5869197"/>
                  <a:pt x="6192040" y="5864960"/>
                  <a:pt x="6209228" y="5864894"/>
                </a:cubicBezTo>
                <a:cubicBezTo>
                  <a:pt x="6212519" y="5864894"/>
                  <a:pt x="6214423" y="5864696"/>
                  <a:pt x="6214940" y="5864299"/>
                </a:cubicBezTo>
                <a:cubicBezTo>
                  <a:pt x="6215458" y="5863902"/>
                  <a:pt x="6215716" y="5862677"/>
                  <a:pt x="6215716" y="5860623"/>
                </a:cubicBezTo>
                <a:cubicBezTo>
                  <a:pt x="6215716" y="5854186"/>
                  <a:pt x="6215127" y="5849694"/>
                  <a:pt x="6213948" y="5847148"/>
                </a:cubicBezTo>
                <a:cubicBezTo>
                  <a:pt x="6212768" y="5844602"/>
                  <a:pt x="6211009" y="5843329"/>
                  <a:pt x="6208669" y="5843329"/>
                </a:cubicBezTo>
                <a:cubicBezTo>
                  <a:pt x="6207220" y="5843329"/>
                  <a:pt x="6205880" y="5843801"/>
                  <a:pt x="6204648" y="5844744"/>
                </a:cubicBezTo>
                <a:cubicBezTo>
                  <a:pt x="6203417" y="5845687"/>
                  <a:pt x="6201813" y="5847514"/>
                  <a:pt x="6199838" y="5850224"/>
                </a:cubicBezTo>
                <a:cubicBezTo>
                  <a:pt x="6193619" y="5859098"/>
                  <a:pt x="6187051" y="5863535"/>
                  <a:pt x="6180131" y="5863535"/>
                </a:cubicBezTo>
                <a:cubicBezTo>
                  <a:pt x="6176478" y="5863535"/>
                  <a:pt x="6173468" y="5862427"/>
                  <a:pt x="6171100" y="5860212"/>
                </a:cubicBezTo>
                <a:cubicBezTo>
                  <a:pt x="6168732" y="5857997"/>
                  <a:pt x="6167549" y="5855102"/>
                  <a:pt x="6167549" y="5851526"/>
                </a:cubicBezTo>
                <a:cubicBezTo>
                  <a:pt x="6167549" y="5848003"/>
                  <a:pt x="6168890" y="5844569"/>
                  <a:pt x="6171572" y="5841225"/>
                </a:cubicBezTo>
                <a:cubicBezTo>
                  <a:pt x="6174255" y="5837881"/>
                  <a:pt x="6177478" y="5835195"/>
                  <a:pt x="6181243" y="5833167"/>
                </a:cubicBezTo>
                <a:cubicBezTo>
                  <a:pt x="6193797" y="5826484"/>
                  <a:pt x="6206514" y="5823143"/>
                  <a:pt x="6219394" y="5823143"/>
                </a:cubicBezTo>
                <a:close/>
                <a:moveTo>
                  <a:pt x="5747741" y="5823143"/>
                </a:moveTo>
                <a:cubicBezTo>
                  <a:pt x="5759838" y="5823143"/>
                  <a:pt x="5770469" y="5826297"/>
                  <a:pt x="5779634" y="5832606"/>
                </a:cubicBezTo>
                <a:cubicBezTo>
                  <a:pt x="5786244" y="5837146"/>
                  <a:pt x="5791533" y="5843020"/>
                  <a:pt x="5795501" y="5850227"/>
                </a:cubicBezTo>
                <a:cubicBezTo>
                  <a:pt x="5799629" y="5857820"/>
                  <a:pt x="5801693" y="5865722"/>
                  <a:pt x="5801693" y="5873935"/>
                </a:cubicBezTo>
                <a:cubicBezTo>
                  <a:pt x="5801693" y="5888401"/>
                  <a:pt x="5795063" y="5900698"/>
                  <a:pt x="5781804" y="5910826"/>
                </a:cubicBezTo>
                <a:cubicBezTo>
                  <a:pt x="5769328" y="5920348"/>
                  <a:pt x="5755037" y="5925108"/>
                  <a:pt x="5738931" y="5925108"/>
                </a:cubicBezTo>
                <a:cubicBezTo>
                  <a:pt x="5723132" y="5925108"/>
                  <a:pt x="5710331" y="5920604"/>
                  <a:pt x="5700528" y="5911597"/>
                </a:cubicBezTo>
                <a:cubicBezTo>
                  <a:pt x="5690929" y="5902796"/>
                  <a:pt x="5686129" y="5891327"/>
                  <a:pt x="5686129" y="5877190"/>
                </a:cubicBezTo>
                <a:cubicBezTo>
                  <a:pt x="5686129" y="5861528"/>
                  <a:pt x="5691970" y="5848719"/>
                  <a:pt x="5703654" y="5838762"/>
                </a:cubicBezTo>
                <a:cubicBezTo>
                  <a:pt x="5715780" y="5828349"/>
                  <a:pt x="5730476" y="5823143"/>
                  <a:pt x="5747741" y="5823143"/>
                </a:cubicBezTo>
                <a:close/>
                <a:moveTo>
                  <a:pt x="5195291" y="5823143"/>
                </a:moveTo>
                <a:cubicBezTo>
                  <a:pt x="5207388" y="5823143"/>
                  <a:pt x="5218019" y="5826297"/>
                  <a:pt x="5227185" y="5832606"/>
                </a:cubicBezTo>
                <a:cubicBezTo>
                  <a:pt x="5233795" y="5837146"/>
                  <a:pt x="5239083" y="5843020"/>
                  <a:pt x="5243051" y="5850227"/>
                </a:cubicBezTo>
                <a:cubicBezTo>
                  <a:pt x="5247179" y="5857820"/>
                  <a:pt x="5249245" y="5865722"/>
                  <a:pt x="5249245" y="5873935"/>
                </a:cubicBezTo>
                <a:cubicBezTo>
                  <a:pt x="5249245" y="5888401"/>
                  <a:pt x="5242614" y="5900698"/>
                  <a:pt x="5229355" y="5910826"/>
                </a:cubicBezTo>
                <a:cubicBezTo>
                  <a:pt x="5216878" y="5920348"/>
                  <a:pt x="5202587" y="5925108"/>
                  <a:pt x="5186481" y="5925108"/>
                </a:cubicBezTo>
                <a:cubicBezTo>
                  <a:pt x="5170682" y="5925108"/>
                  <a:pt x="5157881" y="5920604"/>
                  <a:pt x="5148079" y="5911597"/>
                </a:cubicBezTo>
                <a:cubicBezTo>
                  <a:pt x="5138479" y="5902796"/>
                  <a:pt x="5133679" y="5891327"/>
                  <a:pt x="5133679" y="5877190"/>
                </a:cubicBezTo>
                <a:cubicBezTo>
                  <a:pt x="5133679" y="5861528"/>
                  <a:pt x="5139521" y="5848719"/>
                  <a:pt x="5151205" y="5838762"/>
                </a:cubicBezTo>
                <a:cubicBezTo>
                  <a:pt x="5163331" y="5828349"/>
                  <a:pt x="5178026" y="5823143"/>
                  <a:pt x="5195291" y="5823143"/>
                </a:cubicBezTo>
                <a:close/>
                <a:moveTo>
                  <a:pt x="4946447" y="5823143"/>
                </a:moveTo>
                <a:cubicBezTo>
                  <a:pt x="4950048" y="5823143"/>
                  <a:pt x="4953700" y="5825491"/>
                  <a:pt x="4957404" y="5830187"/>
                </a:cubicBezTo>
                <a:cubicBezTo>
                  <a:pt x="4959640" y="5832909"/>
                  <a:pt x="4961572" y="5836169"/>
                  <a:pt x="4963199" y="5839965"/>
                </a:cubicBezTo>
                <a:cubicBezTo>
                  <a:pt x="4964825" y="5843761"/>
                  <a:pt x="4965639" y="5847072"/>
                  <a:pt x="4965639" y="5849898"/>
                </a:cubicBezTo>
                <a:cubicBezTo>
                  <a:pt x="4965639" y="5852983"/>
                  <a:pt x="4964542" y="5855565"/>
                  <a:pt x="4962347" y="5857642"/>
                </a:cubicBezTo>
                <a:cubicBezTo>
                  <a:pt x="4960153" y="5859719"/>
                  <a:pt x="4957438" y="5860757"/>
                  <a:pt x="4954204" y="5860757"/>
                </a:cubicBezTo>
                <a:cubicBezTo>
                  <a:pt x="4951574" y="5860757"/>
                  <a:pt x="4949269" y="5860146"/>
                  <a:pt x="4947290" y="5858923"/>
                </a:cubicBezTo>
                <a:cubicBezTo>
                  <a:pt x="4945311" y="5857700"/>
                  <a:pt x="4942922" y="5855375"/>
                  <a:pt x="4940121" y="5851947"/>
                </a:cubicBezTo>
                <a:cubicBezTo>
                  <a:pt x="4935246" y="5847989"/>
                  <a:pt x="4931737" y="5846011"/>
                  <a:pt x="4929593" y="5846011"/>
                </a:cubicBezTo>
                <a:cubicBezTo>
                  <a:pt x="4928401" y="5846011"/>
                  <a:pt x="4927343" y="5846472"/>
                  <a:pt x="4926421" y="5847394"/>
                </a:cubicBezTo>
                <a:cubicBezTo>
                  <a:pt x="4925497" y="5848316"/>
                  <a:pt x="4925036" y="5849406"/>
                  <a:pt x="4925036" y="5850664"/>
                </a:cubicBezTo>
                <a:cubicBezTo>
                  <a:pt x="4925036" y="5852983"/>
                  <a:pt x="4927631" y="5855330"/>
                  <a:pt x="4932821" y="5857703"/>
                </a:cubicBezTo>
                <a:cubicBezTo>
                  <a:pt x="4943866" y="5862670"/>
                  <a:pt x="4952336" y="5868102"/>
                  <a:pt x="4958231" y="5873997"/>
                </a:cubicBezTo>
                <a:cubicBezTo>
                  <a:pt x="4963489" y="5879255"/>
                  <a:pt x="4966118" y="5885650"/>
                  <a:pt x="4966118" y="5893182"/>
                </a:cubicBezTo>
                <a:cubicBezTo>
                  <a:pt x="4966118" y="5902671"/>
                  <a:pt x="4962224" y="5909917"/>
                  <a:pt x="4954436" y="5914920"/>
                </a:cubicBezTo>
                <a:cubicBezTo>
                  <a:pt x="4946855" y="5921712"/>
                  <a:pt x="4937968" y="5925108"/>
                  <a:pt x="4927774" y="5925108"/>
                </a:cubicBezTo>
                <a:cubicBezTo>
                  <a:pt x="4925102" y="5925108"/>
                  <a:pt x="4920368" y="5924680"/>
                  <a:pt x="4913574" y="5923822"/>
                </a:cubicBezTo>
                <a:cubicBezTo>
                  <a:pt x="4907622" y="5923147"/>
                  <a:pt x="4904343" y="5922810"/>
                  <a:pt x="4903738" y="5922810"/>
                </a:cubicBezTo>
                <a:cubicBezTo>
                  <a:pt x="4903143" y="5922810"/>
                  <a:pt x="4902416" y="5922886"/>
                  <a:pt x="4901558" y="5923038"/>
                </a:cubicBezTo>
                <a:cubicBezTo>
                  <a:pt x="4899414" y="5923333"/>
                  <a:pt x="4897843" y="5923480"/>
                  <a:pt x="4896844" y="5923480"/>
                </a:cubicBezTo>
                <a:cubicBezTo>
                  <a:pt x="4893334" y="5923480"/>
                  <a:pt x="4890534" y="5922551"/>
                  <a:pt x="4888444" y="5920693"/>
                </a:cubicBezTo>
                <a:cubicBezTo>
                  <a:pt x="4885613" y="5918139"/>
                  <a:pt x="4883027" y="5914202"/>
                  <a:pt x="4880686" y="5908884"/>
                </a:cubicBezTo>
                <a:cubicBezTo>
                  <a:pt x="4878345" y="5903566"/>
                  <a:pt x="4877174" y="5898938"/>
                  <a:pt x="4877174" y="5895002"/>
                </a:cubicBezTo>
                <a:cubicBezTo>
                  <a:pt x="4877174" y="5887827"/>
                  <a:pt x="4880124" y="5884239"/>
                  <a:pt x="4886023" y="5884239"/>
                </a:cubicBezTo>
                <a:cubicBezTo>
                  <a:pt x="4888281" y="5884239"/>
                  <a:pt x="4890266" y="5884912"/>
                  <a:pt x="4891978" y="5886260"/>
                </a:cubicBezTo>
                <a:cubicBezTo>
                  <a:pt x="4893691" y="5887608"/>
                  <a:pt x="4896985" y="5890882"/>
                  <a:pt x="4901860" y="5896083"/>
                </a:cubicBezTo>
                <a:cubicBezTo>
                  <a:pt x="4904361" y="5898766"/>
                  <a:pt x="4906349" y="5900560"/>
                  <a:pt x="4907826" y="5901462"/>
                </a:cubicBezTo>
                <a:cubicBezTo>
                  <a:pt x="4909303" y="5902364"/>
                  <a:pt x="4910845" y="5902816"/>
                  <a:pt x="4912452" y="5902816"/>
                </a:cubicBezTo>
                <a:cubicBezTo>
                  <a:pt x="4914056" y="5902816"/>
                  <a:pt x="4915297" y="5902432"/>
                  <a:pt x="4916174" y="5901664"/>
                </a:cubicBezTo>
                <a:cubicBezTo>
                  <a:pt x="4917051" y="5900897"/>
                  <a:pt x="4917490" y="5899889"/>
                  <a:pt x="4917490" y="5898640"/>
                </a:cubicBezTo>
                <a:cubicBezTo>
                  <a:pt x="4917490" y="5896595"/>
                  <a:pt x="4915031" y="5894328"/>
                  <a:pt x="4910116" y="5891839"/>
                </a:cubicBezTo>
                <a:cubicBezTo>
                  <a:pt x="4900327" y="5887166"/>
                  <a:pt x="4893027" y="5882004"/>
                  <a:pt x="4888218" y="5876354"/>
                </a:cubicBezTo>
                <a:cubicBezTo>
                  <a:pt x="4883409" y="5870704"/>
                  <a:pt x="4881004" y="5864120"/>
                  <a:pt x="4881004" y="5856602"/>
                </a:cubicBezTo>
                <a:cubicBezTo>
                  <a:pt x="4881004" y="5848530"/>
                  <a:pt x="4883488" y="5841569"/>
                  <a:pt x="4888453" y="5835719"/>
                </a:cubicBezTo>
                <a:cubicBezTo>
                  <a:pt x="4895488" y="5827399"/>
                  <a:pt x="4905052" y="5823239"/>
                  <a:pt x="4917145" y="5823239"/>
                </a:cubicBezTo>
                <a:cubicBezTo>
                  <a:pt x="4920383" y="5823239"/>
                  <a:pt x="4925400" y="5823941"/>
                  <a:pt x="4932193" y="5825345"/>
                </a:cubicBezTo>
                <a:cubicBezTo>
                  <a:pt x="4934135" y="5825600"/>
                  <a:pt x="4935534" y="5825728"/>
                  <a:pt x="4936392" y="5825728"/>
                </a:cubicBezTo>
                <a:cubicBezTo>
                  <a:pt x="4937231" y="5825728"/>
                  <a:pt x="4939366" y="5825153"/>
                  <a:pt x="4942798" y="5824005"/>
                </a:cubicBezTo>
                <a:cubicBezTo>
                  <a:pt x="4943980" y="5823430"/>
                  <a:pt x="4945197" y="5823143"/>
                  <a:pt x="4946447" y="5823143"/>
                </a:cubicBezTo>
                <a:close/>
                <a:moveTo>
                  <a:pt x="4552520" y="5823143"/>
                </a:moveTo>
                <a:cubicBezTo>
                  <a:pt x="4564053" y="5823143"/>
                  <a:pt x="4573866" y="5826084"/>
                  <a:pt x="4581954" y="5831966"/>
                </a:cubicBezTo>
                <a:cubicBezTo>
                  <a:pt x="4586354" y="5835197"/>
                  <a:pt x="4589435" y="5838900"/>
                  <a:pt x="4591193" y="5843075"/>
                </a:cubicBezTo>
                <a:cubicBezTo>
                  <a:pt x="4592952" y="5847249"/>
                  <a:pt x="4593832" y="5852160"/>
                  <a:pt x="4593832" y="5857809"/>
                </a:cubicBezTo>
                <a:lnTo>
                  <a:pt x="4593641" y="5872076"/>
                </a:lnTo>
                <a:cubicBezTo>
                  <a:pt x="4593641" y="5883037"/>
                  <a:pt x="4594156" y="5889593"/>
                  <a:pt x="4595183" y="5891744"/>
                </a:cubicBezTo>
                <a:cubicBezTo>
                  <a:pt x="4595964" y="5893304"/>
                  <a:pt x="4596517" y="5894181"/>
                  <a:pt x="4596843" y="5894377"/>
                </a:cubicBezTo>
                <a:cubicBezTo>
                  <a:pt x="4597170" y="5894573"/>
                  <a:pt x="4598228" y="5894810"/>
                  <a:pt x="4600019" y="5895089"/>
                </a:cubicBezTo>
                <a:cubicBezTo>
                  <a:pt x="4603237" y="5895593"/>
                  <a:pt x="4604846" y="5897575"/>
                  <a:pt x="4604846" y="5901035"/>
                </a:cubicBezTo>
                <a:cubicBezTo>
                  <a:pt x="4604846" y="5904517"/>
                  <a:pt x="4603514" y="5908056"/>
                  <a:pt x="4600852" y="5911651"/>
                </a:cubicBezTo>
                <a:cubicBezTo>
                  <a:pt x="4598191" y="5915246"/>
                  <a:pt x="4595116" y="5917969"/>
                  <a:pt x="4591630" y="5919822"/>
                </a:cubicBezTo>
                <a:cubicBezTo>
                  <a:pt x="4585881" y="5923346"/>
                  <a:pt x="4580185" y="5925108"/>
                  <a:pt x="4574544" y="5925108"/>
                </a:cubicBezTo>
                <a:cubicBezTo>
                  <a:pt x="4567223" y="5925108"/>
                  <a:pt x="4561385" y="5922537"/>
                  <a:pt x="4557028" y="5917396"/>
                </a:cubicBezTo>
                <a:cubicBezTo>
                  <a:pt x="4556128" y="5916282"/>
                  <a:pt x="4555424" y="5915725"/>
                  <a:pt x="4554914" y="5915725"/>
                </a:cubicBezTo>
                <a:cubicBezTo>
                  <a:pt x="4554127" y="5915725"/>
                  <a:pt x="4553118" y="5916181"/>
                  <a:pt x="4551889" y="5917093"/>
                </a:cubicBezTo>
                <a:cubicBezTo>
                  <a:pt x="4544593" y="5922437"/>
                  <a:pt x="4536664" y="5925108"/>
                  <a:pt x="4528101" y="5925108"/>
                </a:cubicBezTo>
                <a:cubicBezTo>
                  <a:pt x="4519307" y="5925108"/>
                  <a:pt x="4512165" y="5923209"/>
                  <a:pt x="4506670" y="5919410"/>
                </a:cubicBezTo>
                <a:cubicBezTo>
                  <a:pt x="4503030" y="5916869"/>
                  <a:pt x="4500147" y="5913558"/>
                  <a:pt x="4498021" y="5909479"/>
                </a:cubicBezTo>
                <a:cubicBezTo>
                  <a:pt x="4495896" y="5905400"/>
                  <a:pt x="4494832" y="5901117"/>
                  <a:pt x="4494832" y="5896629"/>
                </a:cubicBezTo>
                <a:cubicBezTo>
                  <a:pt x="4494832" y="5889422"/>
                  <a:pt x="4497707" y="5883080"/>
                  <a:pt x="4503456" y="5877605"/>
                </a:cubicBezTo>
                <a:cubicBezTo>
                  <a:pt x="4512199" y="5869197"/>
                  <a:pt x="4525165" y="5864960"/>
                  <a:pt x="4542353" y="5864894"/>
                </a:cubicBezTo>
                <a:cubicBezTo>
                  <a:pt x="4545644" y="5864894"/>
                  <a:pt x="4547548" y="5864696"/>
                  <a:pt x="4548066" y="5864299"/>
                </a:cubicBezTo>
                <a:cubicBezTo>
                  <a:pt x="4548583" y="5863902"/>
                  <a:pt x="4548842" y="5862677"/>
                  <a:pt x="4548842" y="5860623"/>
                </a:cubicBezTo>
                <a:cubicBezTo>
                  <a:pt x="4548842" y="5854186"/>
                  <a:pt x="4548252" y="5849694"/>
                  <a:pt x="4547073" y="5847148"/>
                </a:cubicBezTo>
                <a:cubicBezTo>
                  <a:pt x="4545894" y="5844602"/>
                  <a:pt x="4544134" y="5843329"/>
                  <a:pt x="4541794" y="5843329"/>
                </a:cubicBezTo>
                <a:cubicBezTo>
                  <a:pt x="4540345" y="5843329"/>
                  <a:pt x="4539005" y="5843801"/>
                  <a:pt x="4537773" y="5844744"/>
                </a:cubicBezTo>
                <a:cubicBezTo>
                  <a:pt x="4536542" y="5845687"/>
                  <a:pt x="4534939" y="5847514"/>
                  <a:pt x="4532963" y="5850224"/>
                </a:cubicBezTo>
                <a:cubicBezTo>
                  <a:pt x="4526744" y="5859098"/>
                  <a:pt x="4520176" y="5863535"/>
                  <a:pt x="4513257" y="5863535"/>
                </a:cubicBezTo>
                <a:cubicBezTo>
                  <a:pt x="4509603" y="5863535"/>
                  <a:pt x="4506593" y="5862427"/>
                  <a:pt x="4504226" y="5860212"/>
                </a:cubicBezTo>
                <a:cubicBezTo>
                  <a:pt x="4501858" y="5857997"/>
                  <a:pt x="4500674" y="5855102"/>
                  <a:pt x="4500674" y="5851526"/>
                </a:cubicBezTo>
                <a:cubicBezTo>
                  <a:pt x="4500674" y="5848003"/>
                  <a:pt x="4502015" y="5844569"/>
                  <a:pt x="4504698" y="5841225"/>
                </a:cubicBezTo>
                <a:cubicBezTo>
                  <a:pt x="4507380" y="5837881"/>
                  <a:pt x="4510603" y="5835195"/>
                  <a:pt x="4514368" y="5833167"/>
                </a:cubicBezTo>
                <a:cubicBezTo>
                  <a:pt x="4526923" y="5826484"/>
                  <a:pt x="4539639" y="5823143"/>
                  <a:pt x="4552520" y="5823143"/>
                </a:cubicBezTo>
                <a:close/>
                <a:moveTo>
                  <a:pt x="4200094" y="5823143"/>
                </a:moveTo>
                <a:cubicBezTo>
                  <a:pt x="4211629" y="5823143"/>
                  <a:pt x="4221440" y="5826084"/>
                  <a:pt x="4229530" y="5831966"/>
                </a:cubicBezTo>
                <a:cubicBezTo>
                  <a:pt x="4233930" y="5835197"/>
                  <a:pt x="4237009" y="5838900"/>
                  <a:pt x="4238768" y="5843075"/>
                </a:cubicBezTo>
                <a:cubicBezTo>
                  <a:pt x="4240527" y="5847249"/>
                  <a:pt x="4241407" y="5852160"/>
                  <a:pt x="4241407" y="5857809"/>
                </a:cubicBezTo>
                <a:lnTo>
                  <a:pt x="4241216" y="5872076"/>
                </a:lnTo>
                <a:cubicBezTo>
                  <a:pt x="4241216" y="5883037"/>
                  <a:pt x="4241729" y="5889593"/>
                  <a:pt x="4242757" y="5891744"/>
                </a:cubicBezTo>
                <a:cubicBezTo>
                  <a:pt x="4243539" y="5893304"/>
                  <a:pt x="4244092" y="5894181"/>
                  <a:pt x="4244419" y="5894377"/>
                </a:cubicBezTo>
                <a:cubicBezTo>
                  <a:pt x="4244744" y="5894573"/>
                  <a:pt x="4245803" y="5894810"/>
                  <a:pt x="4247594" y="5895089"/>
                </a:cubicBezTo>
                <a:cubicBezTo>
                  <a:pt x="4250811" y="5895593"/>
                  <a:pt x="4252421" y="5897575"/>
                  <a:pt x="4252421" y="5901035"/>
                </a:cubicBezTo>
                <a:cubicBezTo>
                  <a:pt x="4252421" y="5904517"/>
                  <a:pt x="4251090" y="5908056"/>
                  <a:pt x="4248428" y="5911651"/>
                </a:cubicBezTo>
                <a:cubicBezTo>
                  <a:pt x="4245765" y="5915246"/>
                  <a:pt x="4242691" y="5917969"/>
                  <a:pt x="4239206" y="5919822"/>
                </a:cubicBezTo>
                <a:cubicBezTo>
                  <a:pt x="4233456" y="5923346"/>
                  <a:pt x="4227760" y="5925108"/>
                  <a:pt x="4222119" y="5925108"/>
                </a:cubicBezTo>
                <a:cubicBezTo>
                  <a:pt x="4214799" y="5925108"/>
                  <a:pt x="4208960" y="5922537"/>
                  <a:pt x="4204603" y="5917396"/>
                </a:cubicBezTo>
                <a:cubicBezTo>
                  <a:pt x="4203704" y="5916282"/>
                  <a:pt x="4203000" y="5915725"/>
                  <a:pt x="4202489" y="5915725"/>
                </a:cubicBezTo>
                <a:cubicBezTo>
                  <a:pt x="4201702" y="5915725"/>
                  <a:pt x="4200694" y="5916181"/>
                  <a:pt x="4199464" y="5917093"/>
                </a:cubicBezTo>
                <a:cubicBezTo>
                  <a:pt x="4192169" y="5922437"/>
                  <a:pt x="4184240" y="5925108"/>
                  <a:pt x="4175677" y="5925108"/>
                </a:cubicBezTo>
                <a:cubicBezTo>
                  <a:pt x="4166883" y="5925108"/>
                  <a:pt x="4159740" y="5923209"/>
                  <a:pt x="4154246" y="5919410"/>
                </a:cubicBezTo>
                <a:cubicBezTo>
                  <a:pt x="4150605" y="5916869"/>
                  <a:pt x="4147723" y="5913558"/>
                  <a:pt x="4145597" y="5909479"/>
                </a:cubicBezTo>
                <a:cubicBezTo>
                  <a:pt x="4143471" y="5905400"/>
                  <a:pt x="4142408" y="5901117"/>
                  <a:pt x="4142408" y="5896629"/>
                </a:cubicBezTo>
                <a:cubicBezTo>
                  <a:pt x="4142408" y="5889422"/>
                  <a:pt x="4145283" y="5883080"/>
                  <a:pt x="4151032" y="5877605"/>
                </a:cubicBezTo>
                <a:cubicBezTo>
                  <a:pt x="4159775" y="5869197"/>
                  <a:pt x="4172741" y="5864960"/>
                  <a:pt x="4189928" y="5864894"/>
                </a:cubicBezTo>
                <a:cubicBezTo>
                  <a:pt x="4193219" y="5864894"/>
                  <a:pt x="4195123" y="5864696"/>
                  <a:pt x="4195642" y="5864299"/>
                </a:cubicBezTo>
                <a:cubicBezTo>
                  <a:pt x="4196158" y="5863902"/>
                  <a:pt x="4196417" y="5862677"/>
                  <a:pt x="4196417" y="5860623"/>
                </a:cubicBezTo>
                <a:cubicBezTo>
                  <a:pt x="4196417" y="5854186"/>
                  <a:pt x="4195827" y="5849694"/>
                  <a:pt x="4194648" y="5847148"/>
                </a:cubicBezTo>
                <a:cubicBezTo>
                  <a:pt x="4193469" y="5844602"/>
                  <a:pt x="4191709" y="5843329"/>
                  <a:pt x="4189370" y="5843329"/>
                </a:cubicBezTo>
                <a:cubicBezTo>
                  <a:pt x="4187921" y="5843329"/>
                  <a:pt x="4186581" y="5843801"/>
                  <a:pt x="4185349" y="5844744"/>
                </a:cubicBezTo>
                <a:cubicBezTo>
                  <a:pt x="4184118" y="5845687"/>
                  <a:pt x="4182514" y="5847514"/>
                  <a:pt x="4180539" y="5850224"/>
                </a:cubicBezTo>
                <a:cubicBezTo>
                  <a:pt x="4174320" y="5859098"/>
                  <a:pt x="4167752" y="5863535"/>
                  <a:pt x="4160832" y="5863535"/>
                </a:cubicBezTo>
                <a:cubicBezTo>
                  <a:pt x="4157179" y="5863535"/>
                  <a:pt x="4154169" y="5862427"/>
                  <a:pt x="4151801" y="5860212"/>
                </a:cubicBezTo>
                <a:cubicBezTo>
                  <a:pt x="4149433" y="5857997"/>
                  <a:pt x="4148250" y="5855102"/>
                  <a:pt x="4148250" y="5851526"/>
                </a:cubicBezTo>
                <a:cubicBezTo>
                  <a:pt x="4148250" y="5848003"/>
                  <a:pt x="4149591" y="5844569"/>
                  <a:pt x="4152273" y="5841225"/>
                </a:cubicBezTo>
                <a:cubicBezTo>
                  <a:pt x="4154955" y="5837881"/>
                  <a:pt x="4158179" y="5835195"/>
                  <a:pt x="4161943" y="5833167"/>
                </a:cubicBezTo>
                <a:cubicBezTo>
                  <a:pt x="4174497" y="5826484"/>
                  <a:pt x="4187215" y="5823143"/>
                  <a:pt x="4200094" y="5823143"/>
                </a:cubicBezTo>
                <a:close/>
                <a:moveTo>
                  <a:pt x="3995141" y="5823143"/>
                </a:moveTo>
                <a:cubicBezTo>
                  <a:pt x="4007238" y="5823143"/>
                  <a:pt x="4017870" y="5826297"/>
                  <a:pt x="4027035" y="5832606"/>
                </a:cubicBezTo>
                <a:cubicBezTo>
                  <a:pt x="4033645" y="5837146"/>
                  <a:pt x="4038934" y="5843020"/>
                  <a:pt x="4042901" y="5850227"/>
                </a:cubicBezTo>
                <a:cubicBezTo>
                  <a:pt x="4047030" y="5857820"/>
                  <a:pt x="4049095" y="5865722"/>
                  <a:pt x="4049095" y="5873935"/>
                </a:cubicBezTo>
                <a:cubicBezTo>
                  <a:pt x="4049095" y="5888401"/>
                  <a:pt x="4042464" y="5900698"/>
                  <a:pt x="4029205" y="5910826"/>
                </a:cubicBezTo>
                <a:cubicBezTo>
                  <a:pt x="4016728" y="5920348"/>
                  <a:pt x="4002438" y="5925108"/>
                  <a:pt x="3986332" y="5925108"/>
                </a:cubicBezTo>
                <a:cubicBezTo>
                  <a:pt x="3970532" y="5925108"/>
                  <a:pt x="3957732" y="5920604"/>
                  <a:pt x="3947929" y="5911597"/>
                </a:cubicBezTo>
                <a:cubicBezTo>
                  <a:pt x="3938330" y="5902796"/>
                  <a:pt x="3933530" y="5891327"/>
                  <a:pt x="3933530" y="5877190"/>
                </a:cubicBezTo>
                <a:cubicBezTo>
                  <a:pt x="3933530" y="5861528"/>
                  <a:pt x="3939372" y="5848719"/>
                  <a:pt x="3951055" y="5838762"/>
                </a:cubicBezTo>
                <a:cubicBezTo>
                  <a:pt x="3963181" y="5828349"/>
                  <a:pt x="3977876" y="5823143"/>
                  <a:pt x="3995141" y="5823143"/>
                </a:cubicBezTo>
                <a:close/>
                <a:moveTo>
                  <a:pt x="3452217" y="5823143"/>
                </a:moveTo>
                <a:cubicBezTo>
                  <a:pt x="3464313" y="5823143"/>
                  <a:pt x="3474944" y="5826297"/>
                  <a:pt x="3484110" y="5832606"/>
                </a:cubicBezTo>
                <a:cubicBezTo>
                  <a:pt x="3490720" y="5837146"/>
                  <a:pt x="3496009" y="5843020"/>
                  <a:pt x="3499976" y="5850227"/>
                </a:cubicBezTo>
                <a:cubicBezTo>
                  <a:pt x="3504105" y="5857820"/>
                  <a:pt x="3506169" y="5865722"/>
                  <a:pt x="3506169" y="5873935"/>
                </a:cubicBezTo>
                <a:cubicBezTo>
                  <a:pt x="3506169" y="5888401"/>
                  <a:pt x="3499540" y="5900698"/>
                  <a:pt x="3486279" y="5910826"/>
                </a:cubicBezTo>
                <a:cubicBezTo>
                  <a:pt x="3473804" y="5920348"/>
                  <a:pt x="3459513" y="5925108"/>
                  <a:pt x="3443406" y="5925108"/>
                </a:cubicBezTo>
                <a:cubicBezTo>
                  <a:pt x="3427607" y="5925108"/>
                  <a:pt x="3414807" y="5920604"/>
                  <a:pt x="3405004" y="5911597"/>
                </a:cubicBezTo>
                <a:cubicBezTo>
                  <a:pt x="3395405" y="5902796"/>
                  <a:pt x="3390604" y="5891327"/>
                  <a:pt x="3390604" y="5877190"/>
                </a:cubicBezTo>
                <a:cubicBezTo>
                  <a:pt x="3390604" y="5861528"/>
                  <a:pt x="3396446" y="5848719"/>
                  <a:pt x="3408129" y="5838762"/>
                </a:cubicBezTo>
                <a:cubicBezTo>
                  <a:pt x="3420256" y="5828349"/>
                  <a:pt x="3434952" y="5823143"/>
                  <a:pt x="3452217" y="5823143"/>
                </a:cubicBezTo>
                <a:close/>
                <a:moveTo>
                  <a:pt x="2594967" y="5823143"/>
                </a:moveTo>
                <a:cubicBezTo>
                  <a:pt x="2607063" y="5823143"/>
                  <a:pt x="2617694" y="5826297"/>
                  <a:pt x="2626860" y="5832606"/>
                </a:cubicBezTo>
                <a:cubicBezTo>
                  <a:pt x="2633469" y="5837146"/>
                  <a:pt x="2638758" y="5843020"/>
                  <a:pt x="2642726" y="5850227"/>
                </a:cubicBezTo>
                <a:cubicBezTo>
                  <a:pt x="2646855" y="5857820"/>
                  <a:pt x="2648919" y="5865722"/>
                  <a:pt x="2648919" y="5873935"/>
                </a:cubicBezTo>
                <a:cubicBezTo>
                  <a:pt x="2648919" y="5888401"/>
                  <a:pt x="2642289" y="5900698"/>
                  <a:pt x="2629030" y="5910826"/>
                </a:cubicBezTo>
                <a:cubicBezTo>
                  <a:pt x="2616553" y="5920348"/>
                  <a:pt x="2602263" y="5925108"/>
                  <a:pt x="2586156" y="5925108"/>
                </a:cubicBezTo>
                <a:cubicBezTo>
                  <a:pt x="2570358" y="5925108"/>
                  <a:pt x="2557557" y="5920604"/>
                  <a:pt x="2547754" y="5911597"/>
                </a:cubicBezTo>
                <a:cubicBezTo>
                  <a:pt x="2538155" y="5902796"/>
                  <a:pt x="2533355" y="5891327"/>
                  <a:pt x="2533355" y="5877190"/>
                </a:cubicBezTo>
                <a:cubicBezTo>
                  <a:pt x="2533355" y="5861528"/>
                  <a:pt x="2539196" y="5848719"/>
                  <a:pt x="2550880" y="5838762"/>
                </a:cubicBezTo>
                <a:cubicBezTo>
                  <a:pt x="2563006" y="5828349"/>
                  <a:pt x="2577702" y="5823143"/>
                  <a:pt x="2594967" y="5823143"/>
                </a:cubicBezTo>
                <a:close/>
                <a:moveTo>
                  <a:pt x="1984172" y="5823143"/>
                </a:moveTo>
                <a:cubicBezTo>
                  <a:pt x="1987772" y="5823143"/>
                  <a:pt x="1991425" y="5825491"/>
                  <a:pt x="1995129" y="5830187"/>
                </a:cubicBezTo>
                <a:cubicBezTo>
                  <a:pt x="1997365" y="5832909"/>
                  <a:pt x="1999297" y="5836169"/>
                  <a:pt x="2000924" y="5839965"/>
                </a:cubicBezTo>
                <a:cubicBezTo>
                  <a:pt x="2002550" y="5843761"/>
                  <a:pt x="2003364" y="5847072"/>
                  <a:pt x="2003364" y="5849898"/>
                </a:cubicBezTo>
                <a:cubicBezTo>
                  <a:pt x="2003364" y="5852983"/>
                  <a:pt x="2002267" y="5855565"/>
                  <a:pt x="2000072" y="5857642"/>
                </a:cubicBezTo>
                <a:cubicBezTo>
                  <a:pt x="1997878" y="5859719"/>
                  <a:pt x="1995164" y="5860757"/>
                  <a:pt x="1991929" y="5860757"/>
                </a:cubicBezTo>
                <a:cubicBezTo>
                  <a:pt x="1989299" y="5860757"/>
                  <a:pt x="1986995" y="5860146"/>
                  <a:pt x="1985015" y="5858923"/>
                </a:cubicBezTo>
                <a:cubicBezTo>
                  <a:pt x="1983036" y="5857700"/>
                  <a:pt x="1980646" y="5855375"/>
                  <a:pt x="1977846" y="5851947"/>
                </a:cubicBezTo>
                <a:cubicBezTo>
                  <a:pt x="1972971" y="5847989"/>
                  <a:pt x="1969462" y="5846011"/>
                  <a:pt x="1967318" y="5846011"/>
                </a:cubicBezTo>
                <a:cubicBezTo>
                  <a:pt x="1966126" y="5846011"/>
                  <a:pt x="1965068" y="5846472"/>
                  <a:pt x="1964145" y="5847394"/>
                </a:cubicBezTo>
                <a:cubicBezTo>
                  <a:pt x="1963223" y="5848316"/>
                  <a:pt x="1962761" y="5849406"/>
                  <a:pt x="1962761" y="5850664"/>
                </a:cubicBezTo>
                <a:cubicBezTo>
                  <a:pt x="1962761" y="5852983"/>
                  <a:pt x="1965356" y="5855330"/>
                  <a:pt x="1970546" y="5857703"/>
                </a:cubicBezTo>
                <a:cubicBezTo>
                  <a:pt x="1981591" y="5862670"/>
                  <a:pt x="1990062" y="5868102"/>
                  <a:pt x="1995956" y="5873997"/>
                </a:cubicBezTo>
                <a:cubicBezTo>
                  <a:pt x="2001214" y="5879255"/>
                  <a:pt x="2003843" y="5885650"/>
                  <a:pt x="2003843" y="5893182"/>
                </a:cubicBezTo>
                <a:cubicBezTo>
                  <a:pt x="2003843" y="5902671"/>
                  <a:pt x="1999949" y="5909917"/>
                  <a:pt x="1992161" y="5914920"/>
                </a:cubicBezTo>
                <a:cubicBezTo>
                  <a:pt x="1984581" y="5921712"/>
                  <a:pt x="1975693" y="5925108"/>
                  <a:pt x="1965499" y="5925108"/>
                </a:cubicBezTo>
                <a:cubicBezTo>
                  <a:pt x="1962826" y="5925108"/>
                  <a:pt x="1958093" y="5924680"/>
                  <a:pt x="1951299" y="5923822"/>
                </a:cubicBezTo>
                <a:cubicBezTo>
                  <a:pt x="1945346" y="5923147"/>
                  <a:pt x="1942068" y="5922810"/>
                  <a:pt x="1941464" y="5922810"/>
                </a:cubicBezTo>
                <a:cubicBezTo>
                  <a:pt x="1940868" y="5922810"/>
                  <a:pt x="1940142" y="5922886"/>
                  <a:pt x="1939283" y="5923038"/>
                </a:cubicBezTo>
                <a:cubicBezTo>
                  <a:pt x="1937139" y="5923333"/>
                  <a:pt x="1935568" y="5923480"/>
                  <a:pt x="1934569" y="5923480"/>
                </a:cubicBezTo>
                <a:cubicBezTo>
                  <a:pt x="1931059" y="5923480"/>
                  <a:pt x="1928259" y="5922551"/>
                  <a:pt x="1926169" y="5920693"/>
                </a:cubicBezTo>
                <a:cubicBezTo>
                  <a:pt x="1923338" y="5918139"/>
                  <a:pt x="1920752" y="5914202"/>
                  <a:pt x="1918411" y="5908884"/>
                </a:cubicBezTo>
                <a:cubicBezTo>
                  <a:pt x="1916070" y="5903566"/>
                  <a:pt x="1914899" y="5898938"/>
                  <a:pt x="1914899" y="5895002"/>
                </a:cubicBezTo>
                <a:cubicBezTo>
                  <a:pt x="1914899" y="5887827"/>
                  <a:pt x="1917849" y="5884239"/>
                  <a:pt x="1923747" y="5884239"/>
                </a:cubicBezTo>
                <a:cubicBezTo>
                  <a:pt x="1926006" y="5884239"/>
                  <a:pt x="1927991" y="5884912"/>
                  <a:pt x="1929704" y="5886260"/>
                </a:cubicBezTo>
                <a:cubicBezTo>
                  <a:pt x="1931416" y="5887608"/>
                  <a:pt x="1934710" y="5890882"/>
                  <a:pt x="1939585" y="5896083"/>
                </a:cubicBezTo>
                <a:cubicBezTo>
                  <a:pt x="1942086" y="5898766"/>
                  <a:pt x="1944074" y="5900560"/>
                  <a:pt x="1945551" y="5901462"/>
                </a:cubicBezTo>
                <a:cubicBezTo>
                  <a:pt x="1947028" y="5902364"/>
                  <a:pt x="1948570" y="5902816"/>
                  <a:pt x="1950177" y="5902816"/>
                </a:cubicBezTo>
                <a:cubicBezTo>
                  <a:pt x="1951782" y="5902816"/>
                  <a:pt x="1953023" y="5902432"/>
                  <a:pt x="1953900" y="5901664"/>
                </a:cubicBezTo>
                <a:cubicBezTo>
                  <a:pt x="1954776" y="5900897"/>
                  <a:pt x="1955215" y="5899889"/>
                  <a:pt x="1955215" y="5898640"/>
                </a:cubicBezTo>
                <a:cubicBezTo>
                  <a:pt x="1955215" y="5896595"/>
                  <a:pt x="1952757" y="5894328"/>
                  <a:pt x="1947841" y="5891839"/>
                </a:cubicBezTo>
                <a:cubicBezTo>
                  <a:pt x="1938052" y="5887166"/>
                  <a:pt x="1930752" y="5882004"/>
                  <a:pt x="1925943" y="5876354"/>
                </a:cubicBezTo>
                <a:cubicBezTo>
                  <a:pt x="1921134" y="5870704"/>
                  <a:pt x="1918730" y="5864120"/>
                  <a:pt x="1918730" y="5856602"/>
                </a:cubicBezTo>
                <a:cubicBezTo>
                  <a:pt x="1918730" y="5848530"/>
                  <a:pt x="1921213" y="5841569"/>
                  <a:pt x="1926178" y="5835719"/>
                </a:cubicBezTo>
                <a:cubicBezTo>
                  <a:pt x="1933213" y="5827399"/>
                  <a:pt x="1942777" y="5823239"/>
                  <a:pt x="1954870" y="5823239"/>
                </a:cubicBezTo>
                <a:cubicBezTo>
                  <a:pt x="1958108" y="5823239"/>
                  <a:pt x="1963125" y="5823941"/>
                  <a:pt x="1969919" y="5825345"/>
                </a:cubicBezTo>
                <a:cubicBezTo>
                  <a:pt x="1971860" y="5825600"/>
                  <a:pt x="1973259" y="5825728"/>
                  <a:pt x="1974117" y="5825728"/>
                </a:cubicBezTo>
                <a:cubicBezTo>
                  <a:pt x="1974956" y="5825728"/>
                  <a:pt x="1977092" y="5825153"/>
                  <a:pt x="1980523" y="5824005"/>
                </a:cubicBezTo>
                <a:cubicBezTo>
                  <a:pt x="1981705" y="5823430"/>
                  <a:pt x="1982922" y="5823143"/>
                  <a:pt x="1984172" y="5823143"/>
                </a:cubicBezTo>
                <a:close/>
                <a:moveTo>
                  <a:pt x="1856945" y="5823143"/>
                </a:moveTo>
                <a:cubicBezTo>
                  <a:pt x="1868479" y="5823143"/>
                  <a:pt x="1878290" y="5826084"/>
                  <a:pt x="1886380" y="5831966"/>
                </a:cubicBezTo>
                <a:cubicBezTo>
                  <a:pt x="1890780" y="5835197"/>
                  <a:pt x="1893859" y="5838900"/>
                  <a:pt x="1895619" y="5843075"/>
                </a:cubicBezTo>
                <a:cubicBezTo>
                  <a:pt x="1897378" y="5847249"/>
                  <a:pt x="1898257" y="5852160"/>
                  <a:pt x="1898257" y="5857809"/>
                </a:cubicBezTo>
                <a:lnTo>
                  <a:pt x="1898066" y="5872076"/>
                </a:lnTo>
                <a:cubicBezTo>
                  <a:pt x="1898066" y="5883037"/>
                  <a:pt x="1898580" y="5889593"/>
                  <a:pt x="1899608" y="5891744"/>
                </a:cubicBezTo>
                <a:cubicBezTo>
                  <a:pt x="1900389" y="5893304"/>
                  <a:pt x="1900943" y="5894181"/>
                  <a:pt x="1901269" y="5894377"/>
                </a:cubicBezTo>
                <a:cubicBezTo>
                  <a:pt x="1901595" y="5894573"/>
                  <a:pt x="1902653" y="5894810"/>
                  <a:pt x="1904444" y="5895089"/>
                </a:cubicBezTo>
                <a:cubicBezTo>
                  <a:pt x="1907662" y="5895593"/>
                  <a:pt x="1909271" y="5897575"/>
                  <a:pt x="1909271" y="5901035"/>
                </a:cubicBezTo>
                <a:cubicBezTo>
                  <a:pt x="1909271" y="5904517"/>
                  <a:pt x="1907940" y="5908056"/>
                  <a:pt x="1905278" y="5911651"/>
                </a:cubicBezTo>
                <a:cubicBezTo>
                  <a:pt x="1902616" y="5915246"/>
                  <a:pt x="1899541" y="5917969"/>
                  <a:pt x="1896055" y="5919822"/>
                </a:cubicBezTo>
                <a:cubicBezTo>
                  <a:pt x="1890305" y="5923346"/>
                  <a:pt x="1884610" y="5925108"/>
                  <a:pt x="1878969" y="5925108"/>
                </a:cubicBezTo>
                <a:cubicBezTo>
                  <a:pt x="1871649" y="5925108"/>
                  <a:pt x="1865810" y="5922537"/>
                  <a:pt x="1861453" y="5917396"/>
                </a:cubicBezTo>
                <a:cubicBezTo>
                  <a:pt x="1860553" y="5916282"/>
                  <a:pt x="1859849" y="5915725"/>
                  <a:pt x="1859339" y="5915725"/>
                </a:cubicBezTo>
                <a:cubicBezTo>
                  <a:pt x="1858552" y="5915725"/>
                  <a:pt x="1857543" y="5916181"/>
                  <a:pt x="1856314" y="5917093"/>
                </a:cubicBezTo>
                <a:cubicBezTo>
                  <a:pt x="1849019" y="5922437"/>
                  <a:pt x="1841090" y="5925108"/>
                  <a:pt x="1832526" y="5925108"/>
                </a:cubicBezTo>
                <a:cubicBezTo>
                  <a:pt x="1823733" y="5925108"/>
                  <a:pt x="1816590" y="5923209"/>
                  <a:pt x="1811096" y="5919410"/>
                </a:cubicBezTo>
                <a:cubicBezTo>
                  <a:pt x="1807456" y="5916869"/>
                  <a:pt x="1804572" y="5913558"/>
                  <a:pt x="1802447" y="5909479"/>
                </a:cubicBezTo>
                <a:cubicBezTo>
                  <a:pt x="1800321" y="5905400"/>
                  <a:pt x="1799258" y="5901117"/>
                  <a:pt x="1799258" y="5896629"/>
                </a:cubicBezTo>
                <a:cubicBezTo>
                  <a:pt x="1799258" y="5889422"/>
                  <a:pt x="1802132" y="5883080"/>
                  <a:pt x="1807882" y="5877605"/>
                </a:cubicBezTo>
                <a:cubicBezTo>
                  <a:pt x="1816625" y="5869197"/>
                  <a:pt x="1829590" y="5864960"/>
                  <a:pt x="1846778" y="5864894"/>
                </a:cubicBezTo>
                <a:cubicBezTo>
                  <a:pt x="1850069" y="5864894"/>
                  <a:pt x="1851974" y="5864696"/>
                  <a:pt x="1852491" y="5864299"/>
                </a:cubicBezTo>
                <a:cubicBezTo>
                  <a:pt x="1853009" y="5863902"/>
                  <a:pt x="1853267" y="5862677"/>
                  <a:pt x="1853267" y="5860623"/>
                </a:cubicBezTo>
                <a:cubicBezTo>
                  <a:pt x="1853267" y="5854186"/>
                  <a:pt x="1852677" y="5849694"/>
                  <a:pt x="1851498" y="5847148"/>
                </a:cubicBezTo>
                <a:cubicBezTo>
                  <a:pt x="1850319" y="5844602"/>
                  <a:pt x="1848560" y="5843329"/>
                  <a:pt x="1846219" y="5843329"/>
                </a:cubicBezTo>
                <a:cubicBezTo>
                  <a:pt x="1844771" y="5843329"/>
                  <a:pt x="1843431" y="5843801"/>
                  <a:pt x="1842199" y="5844744"/>
                </a:cubicBezTo>
                <a:cubicBezTo>
                  <a:pt x="1840968" y="5845687"/>
                  <a:pt x="1839364" y="5847514"/>
                  <a:pt x="1837388" y="5850224"/>
                </a:cubicBezTo>
                <a:cubicBezTo>
                  <a:pt x="1831170" y="5859098"/>
                  <a:pt x="1824601" y="5863535"/>
                  <a:pt x="1817682" y="5863535"/>
                </a:cubicBezTo>
                <a:cubicBezTo>
                  <a:pt x="1814029" y="5863535"/>
                  <a:pt x="1811018" y="5862427"/>
                  <a:pt x="1808651" y="5860212"/>
                </a:cubicBezTo>
                <a:cubicBezTo>
                  <a:pt x="1806283" y="5857997"/>
                  <a:pt x="1805100" y="5855102"/>
                  <a:pt x="1805100" y="5851526"/>
                </a:cubicBezTo>
                <a:cubicBezTo>
                  <a:pt x="1805100" y="5848003"/>
                  <a:pt x="1806441" y="5844569"/>
                  <a:pt x="1809123" y="5841225"/>
                </a:cubicBezTo>
                <a:cubicBezTo>
                  <a:pt x="1811805" y="5837881"/>
                  <a:pt x="1815029" y="5835195"/>
                  <a:pt x="1818793" y="5833167"/>
                </a:cubicBezTo>
                <a:cubicBezTo>
                  <a:pt x="1831347" y="5826484"/>
                  <a:pt x="1844065" y="5823143"/>
                  <a:pt x="1856945" y="5823143"/>
                </a:cubicBezTo>
                <a:close/>
                <a:moveTo>
                  <a:pt x="1371170" y="5823143"/>
                </a:moveTo>
                <a:cubicBezTo>
                  <a:pt x="1382704" y="5823143"/>
                  <a:pt x="1392515" y="5826084"/>
                  <a:pt x="1400604" y="5831966"/>
                </a:cubicBezTo>
                <a:cubicBezTo>
                  <a:pt x="1405005" y="5835197"/>
                  <a:pt x="1408084" y="5838900"/>
                  <a:pt x="1409843" y="5843075"/>
                </a:cubicBezTo>
                <a:cubicBezTo>
                  <a:pt x="1411602" y="5847249"/>
                  <a:pt x="1412482" y="5852160"/>
                  <a:pt x="1412482" y="5857809"/>
                </a:cubicBezTo>
                <a:lnTo>
                  <a:pt x="1412291" y="5872076"/>
                </a:lnTo>
                <a:cubicBezTo>
                  <a:pt x="1412291" y="5883037"/>
                  <a:pt x="1412805" y="5889593"/>
                  <a:pt x="1413832" y="5891744"/>
                </a:cubicBezTo>
                <a:cubicBezTo>
                  <a:pt x="1414614" y="5893304"/>
                  <a:pt x="1415168" y="5894181"/>
                  <a:pt x="1415494" y="5894377"/>
                </a:cubicBezTo>
                <a:cubicBezTo>
                  <a:pt x="1415820" y="5894573"/>
                  <a:pt x="1416878" y="5894810"/>
                  <a:pt x="1418669" y="5895089"/>
                </a:cubicBezTo>
                <a:cubicBezTo>
                  <a:pt x="1421887" y="5895593"/>
                  <a:pt x="1423496" y="5897575"/>
                  <a:pt x="1423496" y="5901035"/>
                </a:cubicBezTo>
                <a:cubicBezTo>
                  <a:pt x="1423496" y="5904517"/>
                  <a:pt x="1422165" y="5908056"/>
                  <a:pt x="1419503" y="5911651"/>
                </a:cubicBezTo>
                <a:cubicBezTo>
                  <a:pt x="1416841" y="5915246"/>
                  <a:pt x="1413766" y="5917969"/>
                  <a:pt x="1410280" y="5919822"/>
                </a:cubicBezTo>
                <a:cubicBezTo>
                  <a:pt x="1404531" y="5923346"/>
                  <a:pt x="1398835" y="5925108"/>
                  <a:pt x="1393194" y="5925108"/>
                </a:cubicBezTo>
                <a:cubicBezTo>
                  <a:pt x="1385874" y="5925108"/>
                  <a:pt x="1380035" y="5922537"/>
                  <a:pt x="1375678" y="5917396"/>
                </a:cubicBezTo>
                <a:cubicBezTo>
                  <a:pt x="1374778" y="5916282"/>
                  <a:pt x="1374074" y="5915725"/>
                  <a:pt x="1373564" y="5915725"/>
                </a:cubicBezTo>
                <a:cubicBezTo>
                  <a:pt x="1372777" y="5915725"/>
                  <a:pt x="1371768" y="5916181"/>
                  <a:pt x="1370539" y="5917093"/>
                </a:cubicBezTo>
                <a:cubicBezTo>
                  <a:pt x="1363244" y="5922437"/>
                  <a:pt x="1355315" y="5925108"/>
                  <a:pt x="1346751" y="5925108"/>
                </a:cubicBezTo>
                <a:cubicBezTo>
                  <a:pt x="1337958" y="5925108"/>
                  <a:pt x="1330814" y="5923209"/>
                  <a:pt x="1325321" y="5919410"/>
                </a:cubicBezTo>
                <a:cubicBezTo>
                  <a:pt x="1321680" y="5916869"/>
                  <a:pt x="1318797" y="5913558"/>
                  <a:pt x="1316672" y="5909479"/>
                </a:cubicBezTo>
                <a:cubicBezTo>
                  <a:pt x="1314546" y="5905400"/>
                  <a:pt x="1313483" y="5901117"/>
                  <a:pt x="1313483" y="5896629"/>
                </a:cubicBezTo>
                <a:cubicBezTo>
                  <a:pt x="1313483" y="5889422"/>
                  <a:pt x="1316357" y="5883080"/>
                  <a:pt x="1322107" y="5877605"/>
                </a:cubicBezTo>
                <a:cubicBezTo>
                  <a:pt x="1330850" y="5869197"/>
                  <a:pt x="1343815" y="5864960"/>
                  <a:pt x="1361003" y="5864894"/>
                </a:cubicBezTo>
                <a:cubicBezTo>
                  <a:pt x="1364294" y="5864894"/>
                  <a:pt x="1366198" y="5864696"/>
                  <a:pt x="1366716" y="5864299"/>
                </a:cubicBezTo>
                <a:cubicBezTo>
                  <a:pt x="1367233" y="5863902"/>
                  <a:pt x="1367492" y="5862677"/>
                  <a:pt x="1367492" y="5860623"/>
                </a:cubicBezTo>
                <a:cubicBezTo>
                  <a:pt x="1367492" y="5854186"/>
                  <a:pt x="1366902" y="5849694"/>
                  <a:pt x="1365723" y="5847148"/>
                </a:cubicBezTo>
                <a:cubicBezTo>
                  <a:pt x="1364544" y="5844602"/>
                  <a:pt x="1362784" y="5843329"/>
                  <a:pt x="1360444" y="5843329"/>
                </a:cubicBezTo>
                <a:cubicBezTo>
                  <a:pt x="1358996" y="5843329"/>
                  <a:pt x="1357656" y="5843801"/>
                  <a:pt x="1356424" y="5844744"/>
                </a:cubicBezTo>
                <a:cubicBezTo>
                  <a:pt x="1355193" y="5845687"/>
                  <a:pt x="1353589" y="5847514"/>
                  <a:pt x="1351613" y="5850224"/>
                </a:cubicBezTo>
                <a:cubicBezTo>
                  <a:pt x="1345395" y="5859098"/>
                  <a:pt x="1338826" y="5863535"/>
                  <a:pt x="1331907" y="5863535"/>
                </a:cubicBezTo>
                <a:cubicBezTo>
                  <a:pt x="1328253" y="5863535"/>
                  <a:pt x="1325243" y="5862427"/>
                  <a:pt x="1322876" y="5860212"/>
                </a:cubicBezTo>
                <a:cubicBezTo>
                  <a:pt x="1320508" y="5857997"/>
                  <a:pt x="1319325" y="5855102"/>
                  <a:pt x="1319325" y="5851526"/>
                </a:cubicBezTo>
                <a:cubicBezTo>
                  <a:pt x="1319325" y="5848003"/>
                  <a:pt x="1320666" y="5844569"/>
                  <a:pt x="1323348" y="5841225"/>
                </a:cubicBezTo>
                <a:cubicBezTo>
                  <a:pt x="1326030" y="5837881"/>
                  <a:pt x="1329254" y="5835195"/>
                  <a:pt x="1333018" y="5833167"/>
                </a:cubicBezTo>
                <a:cubicBezTo>
                  <a:pt x="1345573" y="5826484"/>
                  <a:pt x="1358290" y="5823143"/>
                  <a:pt x="1371170" y="5823143"/>
                </a:cubicBezTo>
                <a:close/>
                <a:moveTo>
                  <a:pt x="1145972" y="5823143"/>
                </a:moveTo>
                <a:cubicBezTo>
                  <a:pt x="1149573" y="5823143"/>
                  <a:pt x="1153225" y="5825491"/>
                  <a:pt x="1156929" y="5830187"/>
                </a:cubicBezTo>
                <a:cubicBezTo>
                  <a:pt x="1159165" y="5832909"/>
                  <a:pt x="1161097" y="5836169"/>
                  <a:pt x="1162724" y="5839965"/>
                </a:cubicBezTo>
                <a:cubicBezTo>
                  <a:pt x="1164351" y="5843761"/>
                  <a:pt x="1165164" y="5847072"/>
                  <a:pt x="1165164" y="5849898"/>
                </a:cubicBezTo>
                <a:cubicBezTo>
                  <a:pt x="1165164" y="5852983"/>
                  <a:pt x="1164067" y="5855565"/>
                  <a:pt x="1161872" y="5857642"/>
                </a:cubicBezTo>
                <a:cubicBezTo>
                  <a:pt x="1159678" y="5859719"/>
                  <a:pt x="1156963" y="5860757"/>
                  <a:pt x="1153729" y="5860757"/>
                </a:cubicBezTo>
                <a:cubicBezTo>
                  <a:pt x="1151099" y="5860757"/>
                  <a:pt x="1148794" y="5860146"/>
                  <a:pt x="1146815" y="5858923"/>
                </a:cubicBezTo>
                <a:cubicBezTo>
                  <a:pt x="1144836" y="5857700"/>
                  <a:pt x="1142446" y="5855375"/>
                  <a:pt x="1139647" y="5851947"/>
                </a:cubicBezTo>
                <a:cubicBezTo>
                  <a:pt x="1134771" y="5847989"/>
                  <a:pt x="1131262" y="5846011"/>
                  <a:pt x="1129118" y="5846011"/>
                </a:cubicBezTo>
                <a:cubicBezTo>
                  <a:pt x="1127926" y="5846011"/>
                  <a:pt x="1126868" y="5846472"/>
                  <a:pt x="1125945" y="5847394"/>
                </a:cubicBezTo>
                <a:cubicBezTo>
                  <a:pt x="1125023" y="5848316"/>
                  <a:pt x="1124561" y="5849406"/>
                  <a:pt x="1124561" y="5850664"/>
                </a:cubicBezTo>
                <a:cubicBezTo>
                  <a:pt x="1124561" y="5852983"/>
                  <a:pt x="1127156" y="5855330"/>
                  <a:pt x="1132346" y="5857703"/>
                </a:cubicBezTo>
                <a:cubicBezTo>
                  <a:pt x="1143392" y="5862670"/>
                  <a:pt x="1151862" y="5868102"/>
                  <a:pt x="1157756" y="5873997"/>
                </a:cubicBezTo>
                <a:cubicBezTo>
                  <a:pt x="1163014" y="5879255"/>
                  <a:pt x="1165643" y="5885650"/>
                  <a:pt x="1165643" y="5893182"/>
                </a:cubicBezTo>
                <a:cubicBezTo>
                  <a:pt x="1165643" y="5902671"/>
                  <a:pt x="1161749" y="5909917"/>
                  <a:pt x="1153961" y="5914920"/>
                </a:cubicBezTo>
                <a:cubicBezTo>
                  <a:pt x="1146380" y="5921712"/>
                  <a:pt x="1137493" y="5925108"/>
                  <a:pt x="1127299" y="5925108"/>
                </a:cubicBezTo>
                <a:cubicBezTo>
                  <a:pt x="1124626" y="5925108"/>
                  <a:pt x="1119893" y="5924680"/>
                  <a:pt x="1113099" y="5923822"/>
                </a:cubicBezTo>
                <a:cubicBezTo>
                  <a:pt x="1107146" y="5923147"/>
                  <a:pt x="1103868" y="5922810"/>
                  <a:pt x="1103264" y="5922810"/>
                </a:cubicBezTo>
                <a:cubicBezTo>
                  <a:pt x="1102668" y="5922810"/>
                  <a:pt x="1101941" y="5922886"/>
                  <a:pt x="1101083" y="5923038"/>
                </a:cubicBezTo>
                <a:cubicBezTo>
                  <a:pt x="1098939" y="5923333"/>
                  <a:pt x="1097368" y="5923480"/>
                  <a:pt x="1096369" y="5923480"/>
                </a:cubicBezTo>
                <a:cubicBezTo>
                  <a:pt x="1092859" y="5923480"/>
                  <a:pt x="1090059" y="5922551"/>
                  <a:pt x="1087969" y="5920693"/>
                </a:cubicBezTo>
                <a:cubicBezTo>
                  <a:pt x="1085138" y="5918139"/>
                  <a:pt x="1082552" y="5914202"/>
                  <a:pt x="1080211" y="5908884"/>
                </a:cubicBezTo>
                <a:cubicBezTo>
                  <a:pt x="1077870" y="5903566"/>
                  <a:pt x="1076699" y="5898938"/>
                  <a:pt x="1076699" y="5895002"/>
                </a:cubicBezTo>
                <a:cubicBezTo>
                  <a:pt x="1076699" y="5887827"/>
                  <a:pt x="1079649" y="5884239"/>
                  <a:pt x="1085547" y="5884239"/>
                </a:cubicBezTo>
                <a:cubicBezTo>
                  <a:pt x="1087806" y="5884239"/>
                  <a:pt x="1089791" y="5884912"/>
                  <a:pt x="1091503" y="5886260"/>
                </a:cubicBezTo>
                <a:cubicBezTo>
                  <a:pt x="1093216" y="5887608"/>
                  <a:pt x="1096509" y="5890882"/>
                  <a:pt x="1101385" y="5896083"/>
                </a:cubicBezTo>
                <a:cubicBezTo>
                  <a:pt x="1103885" y="5898766"/>
                  <a:pt x="1105874" y="5900560"/>
                  <a:pt x="1107351" y="5901462"/>
                </a:cubicBezTo>
                <a:cubicBezTo>
                  <a:pt x="1108828" y="5902364"/>
                  <a:pt x="1110370" y="5902816"/>
                  <a:pt x="1111977" y="5902816"/>
                </a:cubicBezTo>
                <a:cubicBezTo>
                  <a:pt x="1113582" y="5902816"/>
                  <a:pt x="1114822" y="5902432"/>
                  <a:pt x="1115699" y="5901664"/>
                </a:cubicBezTo>
                <a:cubicBezTo>
                  <a:pt x="1116576" y="5900897"/>
                  <a:pt x="1117015" y="5899889"/>
                  <a:pt x="1117015" y="5898640"/>
                </a:cubicBezTo>
                <a:cubicBezTo>
                  <a:pt x="1117015" y="5896595"/>
                  <a:pt x="1114557" y="5894328"/>
                  <a:pt x="1109641" y="5891839"/>
                </a:cubicBezTo>
                <a:cubicBezTo>
                  <a:pt x="1099852" y="5887166"/>
                  <a:pt x="1092552" y="5882004"/>
                  <a:pt x="1087743" y="5876354"/>
                </a:cubicBezTo>
                <a:cubicBezTo>
                  <a:pt x="1082934" y="5870704"/>
                  <a:pt x="1080530" y="5864120"/>
                  <a:pt x="1080530" y="5856602"/>
                </a:cubicBezTo>
                <a:cubicBezTo>
                  <a:pt x="1080530" y="5848530"/>
                  <a:pt x="1083012" y="5841569"/>
                  <a:pt x="1087979" y="5835719"/>
                </a:cubicBezTo>
                <a:cubicBezTo>
                  <a:pt x="1095014" y="5827399"/>
                  <a:pt x="1104577" y="5823239"/>
                  <a:pt x="1116670" y="5823239"/>
                </a:cubicBezTo>
                <a:cubicBezTo>
                  <a:pt x="1119908" y="5823239"/>
                  <a:pt x="1124924" y="5823941"/>
                  <a:pt x="1131718" y="5825345"/>
                </a:cubicBezTo>
                <a:cubicBezTo>
                  <a:pt x="1133660" y="5825600"/>
                  <a:pt x="1135059" y="5825728"/>
                  <a:pt x="1135917" y="5825728"/>
                </a:cubicBezTo>
                <a:cubicBezTo>
                  <a:pt x="1136756" y="5825728"/>
                  <a:pt x="1138892" y="5825153"/>
                  <a:pt x="1142323" y="5824005"/>
                </a:cubicBezTo>
                <a:cubicBezTo>
                  <a:pt x="1143505" y="5823430"/>
                  <a:pt x="1144722" y="5823143"/>
                  <a:pt x="1145972" y="5823143"/>
                </a:cubicBezTo>
                <a:close/>
                <a:moveTo>
                  <a:pt x="642341" y="5823143"/>
                </a:moveTo>
                <a:cubicBezTo>
                  <a:pt x="654438" y="5823143"/>
                  <a:pt x="665069" y="5826297"/>
                  <a:pt x="674235" y="5832606"/>
                </a:cubicBezTo>
                <a:cubicBezTo>
                  <a:pt x="680844" y="5837146"/>
                  <a:pt x="686133" y="5843020"/>
                  <a:pt x="690101" y="5850227"/>
                </a:cubicBezTo>
                <a:cubicBezTo>
                  <a:pt x="694230" y="5857820"/>
                  <a:pt x="696294" y="5865722"/>
                  <a:pt x="696294" y="5873935"/>
                </a:cubicBezTo>
                <a:cubicBezTo>
                  <a:pt x="696294" y="5888401"/>
                  <a:pt x="689664" y="5900698"/>
                  <a:pt x="676405" y="5910826"/>
                </a:cubicBezTo>
                <a:cubicBezTo>
                  <a:pt x="663928" y="5920348"/>
                  <a:pt x="649637" y="5925108"/>
                  <a:pt x="633531" y="5925108"/>
                </a:cubicBezTo>
                <a:cubicBezTo>
                  <a:pt x="617732" y="5925108"/>
                  <a:pt x="604931" y="5920604"/>
                  <a:pt x="595129" y="5911597"/>
                </a:cubicBezTo>
                <a:cubicBezTo>
                  <a:pt x="585529" y="5902796"/>
                  <a:pt x="580729" y="5891327"/>
                  <a:pt x="580729" y="5877190"/>
                </a:cubicBezTo>
                <a:cubicBezTo>
                  <a:pt x="580729" y="5861528"/>
                  <a:pt x="586571" y="5848719"/>
                  <a:pt x="598255" y="5838762"/>
                </a:cubicBezTo>
                <a:cubicBezTo>
                  <a:pt x="610381" y="5828349"/>
                  <a:pt x="625076" y="5823143"/>
                  <a:pt x="642341" y="5823143"/>
                </a:cubicBezTo>
                <a:close/>
                <a:moveTo>
                  <a:pt x="9790759" y="5818067"/>
                </a:moveTo>
                <a:cubicBezTo>
                  <a:pt x="9793094" y="5818067"/>
                  <a:pt x="9795024" y="5819212"/>
                  <a:pt x="9796551" y="5821503"/>
                </a:cubicBezTo>
                <a:cubicBezTo>
                  <a:pt x="9798078" y="5823793"/>
                  <a:pt x="9798842" y="5826332"/>
                  <a:pt x="9798842" y="5829119"/>
                </a:cubicBezTo>
                <a:cubicBezTo>
                  <a:pt x="9798842" y="5832020"/>
                  <a:pt x="9797967" y="5835256"/>
                  <a:pt x="9796217" y="5838825"/>
                </a:cubicBezTo>
                <a:cubicBezTo>
                  <a:pt x="9794466" y="5842395"/>
                  <a:pt x="9792324" y="5845276"/>
                  <a:pt x="9789790" y="5847468"/>
                </a:cubicBezTo>
                <a:cubicBezTo>
                  <a:pt x="9788802" y="5848336"/>
                  <a:pt x="9788310" y="5848859"/>
                  <a:pt x="9788310" y="5849037"/>
                </a:cubicBezTo>
                <a:cubicBezTo>
                  <a:pt x="9788310" y="5849331"/>
                  <a:pt x="9788353" y="5849942"/>
                  <a:pt x="9788440" y="5850870"/>
                </a:cubicBezTo>
                <a:cubicBezTo>
                  <a:pt x="9788671" y="5852484"/>
                  <a:pt x="9788787" y="5853852"/>
                  <a:pt x="9788787" y="5854973"/>
                </a:cubicBezTo>
                <a:cubicBezTo>
                  <a:pt x="9788787" y="5863075"/>
                  <a:pt x="9785209" y="5870110"/>
                  <a:pt x="9778054" y="5876079"/>
                </a:cubicBezTo>
                <a:cubicBezTo>
                  <a:pt x="9774907" y="5880501"/>
                  <a:pt x="9769587" y="5884033"/>
                  <a:pt x="9762094" y="5886674"/>
                </a:cubicBezTo>
                <a:cubicBezTo>
                  <a:pt x="9754601" y="5889314"/>
                  <a:pt x="9746376" y="5890634"/>
                  <a:pt x="9737420" y="5890634"/>
                </a:cubicBezTo>
                <a:cubicBezTo>
                  <a:pt x="9735149" y="5890634"/>
                  <a:pt x="9732993" y="5890507"/>
                  <a:pt x="9730950" y="5890251"/>
                </a:cubicBezTo>
                <a:cubicBezTo>
                  <a:pt x="9729294" y="5890060"/>
                  <a:pt x="9728098" y="5889965"/>
                  <a:pt x="9727364" y="5889965"/>
                </a:cubicBezTo>
                <a:cubicBezTo>
                  <a:pt x="9725348" y="5889965"/>
                  <a:pt x="9724341" y="5891005"/>
                  <a:pt x="9724341" y="5893087"/>
                </a:cubicBezTo>
                <a:cubicBezTo>
                  <a:pt x="9724341" y="5894537"/>
                  <a:pt x="9725185" y="5895738"/>
                  <a:pt x="9726873" y="5896692"/>
                </a:cubicBezTo>
                <a:cubicBezTo>
                  <a:pt x="9728561" y="5897646"/>
                  <a:pt x="9731118" y="5898123"/>
                  <a:pt x="9734547" y="5898123"/>
                </a:cubicBezTo>
                <a:cubicBezTo>
                  <a:pt x="9737062" y="5898123"/>
                  <a:pt x="9740737" y="5897782"/>
                  <a:pt x="9745571" y="5897100"/>
                </a:cubicBezTo>
                <a:cubicBezTo>
                  <a:pt x="9756188" y="5895612"/>
                  <a:pt x="9764004" y="5894868"/>
                  <a:pt x="9769021" y="5894868"/>
                </a:cubicBezTo>
                <a:cubicBezTo>
                  <a:pt x="9776899" y="5894868"/>
                  <a:pt x="9782914" y="5896114"/>
                  <a:pt x="9787067" y="5898605"/>
                </a:cubicBezTo>
                <a:cubicBezTo>
                  <a:pt x="9791053" y="5900905"/>
                  <a:pt x="9794107" y="5903936"/>
                  <a:pt x="9796232" y="5907696"/>
                </a:cubicBezTo>
                <a:cubicBezTo>
                  <a:pt x="9798355" y="5911456"/>
                  <a:pt x="9799418" y="5915460"/>
                  <a:pt x="9799418" y="5919708"/>
                </a:cubicBezTo>
                <a:cubicBezTo>
                  <a:pt x="9799418" y="5926586"/>
                  <a:pt x="9796906" y="5933249"/>
                  <a:pt x="9791882" y="5939698"/>
                </a:cubicBezTo>
                <a:cubicBezTo>
                  <a:pt x="9786014" y="5947165"/>
                  <a:pt x="9777416" y="5952688"/>
                  <a:pt x="9766086" y="5956266"/>
                </a:cubicBezTo>
                <a:cubicBezTo>
                  <a:pt x="9757401" y="5958988"/>
                  <a:pt x="9747302" y="5960348"/>
                  <a:pt x="9735791" y="5960348"/>
                </a:cubicBezTo>
                <a:cubicBezTo>
                  <a:pt x="9721276" y="5960348"/>
                  <a:pt x="9709491" y="5958117"/>
                  <a:pt x="9700432" y="5953654"/>
                </a:cubicBezTo>
                <a:cubicBezTo>
                  <a:pt x="9696077" y="5951476"/>
                  <a:pt x="9692576" y="5948576"/>
                  <a:pt x="9689929" y="5944953"/>
                </a:cubicBezTo>
                <a:cubicBezTo>
                  <a:pt x="9687281" y="5941329"/>
                  <a:pt x="9685957" y="5937511"/>
                  <a:pt x="9685957" y="5933497"/>
                </a:cubicBezTo>
                <a:cubicBezTo>
                  <a:pt x="9685957" y="5930628"/>
                  <a:pt x="9686748" y="5927980"/>
                  <a:pt x="9688330" y="5925552"/>
                </a:cubicBezTo>
                <a:cubicBezTo>
                  <a:pt x="9689912" y="5923124"/>
                  <a:pt x="9692204" y="5921323"/>
                  <a:pt x="9695205" y="5920149"/>
                </a:cubicBezTo>
                <a:cubicBezTo>
                  <a:pt x="9695807" y="5919810"/>
                  <a:pt x="9696109" y="5919631"/>
                  <a:pt x="9696109" y="5919612"/>
                </a:cubicBezTo>
                <a:cubicBezTo>
                  <a:pt x="9696109" y="5919550"/>
                  <a:pt x="9695534" y="5919038"/>
                  <a:pt x="9694386" y="5918073"/>
                </a:cubicBezTo>
                <a:cubicBezTo>
                  <a:pt x="9688831" y="5913422"/>
                  <a:pt x="9686054" y="5908476"/>
                  <a:pt x="9686054" y="5903237"/>
                </a:cubicBezTo>
                <a:cubicBezTo>
                  <a:pt x="9686054" y="5899723"/>
                  <a:pt x="9687390" y="5896195"/>
                  <a:pt x="9690065" y="5892653"/>
                </a:cubicBezTo>
                <a:cubicBezTo>
                  <a:pt x="9692739" y="5889111"/>
                  <a:pt x="9696036" y="5886377"/>
                  <a:pt x="9699954" y="5884452"/>
                </a:cubicBezTo>
                <a:cubicBezTo>
                  <a:pt x="9700774" y="5884042"/>
                  <a:pt x="9701185" y="5883856"/>
                  <a:pt x="9701185" y="5883894"/>
                </a:cubicBezTo>
                <a:cubicBezTo>
                  <a:pt x="9701185" y="5883576"/>
                  <a:pt x="9701369" y="5882887"/>
                  <a:pt x="9701740" y="5881824"/>
                </a:cubicBezTo>
                <a:cubicBezTo>
                  <a:pt x="9692878" y="5875059"/>
                  <a:pt x="9688448" y="5867322"/>
                  <a:pt x="9688448" y="5858613"/>
                </a:cubicBezTo>
                <a:cubicBezTo>
                  <a:pt x="9688448" y="5853990"/>
                  <a:pt x="9689700" y="5849584"/>
                  <a:pt x="9692207" y="5845395"/>
                </a:cubicBezTo>
                <a:cubicBezTo>
                  <a:pt x="9694713" y="5841206"/>
                  <a:pt x="9697865" y="5838126"/>
                  <a:pt x="9701662" y="5836155"/>
                </a:cubicBezTo>
                <a:cubicBezTo>
                  <a:pt x="9712873" y="5828310"/>
                  <a:pt x="9724920" y="5824388"/>
                  <a:pt x="9737802" y="5824388"/>
                </a:cubicBezTo>
                <a:cubicBezTo>
                  <a:pt x="9742865" y="5824388"/>
                  <a:pt x="9748738" y="5825084"/>
                  <a:pt x="9755421" y="5826477"/>
                </a:cubicBezTo>
                <a:cubicBezTo>
                  <a:pt x="9760645" y="5827510"/>
                  <a:pt x="9764316" y="5828026"/>
                  <a:pt x="9766435" y="5828026"/>
                </a:cubicBezTo>
                <a:cubicBezTo>
                  <a:pt x="9772937" y="5828026"/>
                  <a:pt x="9779511" y="5825380"/>
                  <a:pt x="9786157" y="5820087"/>
                </a:cubicBezTo>
                <a:cubicBezTo>
                  <a:pt x="9787954" y="5818740"/>
                  <a:pt x="9789487" y="5818067"/>
                  <a:pt x="9790759" y="5818067"/>
                </a:cubicBezTo>
                <a:close/>
                <a:moveTo>
                  <a:pt x="8676333" y="5818067"/>
                </a:moveTo>
                <a:cubicBezTo>
                  <a:pt x="8678668" y="5818067"/>
                  <a:pt x="8680600" y="5819212"/>
                  <a:pt x="8682126" y="5821503"/>
                </a:cubicBezTo>
                <a:cubicBezTo>
                  <a:pt x="8683653" y="5823793"/>
                  <a:pt x="8684417" y="5826332"/>
                  <a:pt x="8684417" y="5829119"/>
                </a:cubicBezTo>
                <a:cubicBezTo>
                  <a:pt x="8684417" y="5832020"/>
                  <a:pt x="8683542" y="5835256"/>
                  <a:pt x="8681791" y="5838825"/>
                </a:cubicBezTo>
                <a:cubicBezTo>
                  <a:pt x="8680041" y="5842395"/>
                  <a:pt x="8677898" y="5845276"/>
                  <a:pt x="8675364" y="5847468"/>
                </a:cubicBezTo>
                <a:cubicBezTo>
                  <a:pt x="8674378" y="5848336"/>
                  <a:pt x="8673884" y="5848859"/>
                  <a:pt x="8673884" y="5849037"/>
                </a:cubicBezTo>
                <a:cubicBezTo>
                  <a:pt x="8673884" y="5849331"/>
                  <a:pt x="8673928" y="5849942"/>
                  <a:pt x="8674016" y="5850870"/>
                </a:cubicBezTo>
                <a:cubicBezTo>
                  <a:pt x="8674246" y="5852484"/>
                  <a:pt x="8674362" y="5853852"/>
                  <a:pt x="8674362" y="5854973"/>
                </a:cubicBezTo>
                <a:cubicBezTo>
                  <a:pt x="8674362" y="5863075"/>
                  <a:pt x="8670784" y="5870110"/>
                  <a:pt x="8663629" y="5876079"/>
                </a:cubicBezTo>
                <a:cubicBezTo>
                  <a:pt x="8660482" y="5880501"/>
                  <a:pt x="8655162" y="5884033"/>
                  <a:pt x="8647670" y="5886674"/>
                </a:cubicBezTo>
                <a:cubicBezTo>
                  <a:pt x="8640176" y="5889314"/>
                  <a:pt x="8631951" y="5890634"/>
                  <a:pt x="8622994" y="5890634"/>
                </a:cubicBezTo>
                <a:cubicBezTo>
                  <a:pt x="8620724" y="5890634"/>
                  <a:pt x="8618568" y="5890507"/>
                  <a:pt x="8616526" y="5890251"/>
                </a:cubicBezTo>
                <a:cubicBezTo>
                  <a:pt x="8614868" y="5890060"/>
                  <a:pt x="8613674" y="5889965"/>
                  <a:pt x="8612939" y="5889965"/>
                </a:cubicBezTo>
                <a:cubicBezTo>
                  <a:pt x="8610924" y="5889965"/>
                  <a:pt x="8609916" y="5891005"/>
                  <a:pt x="8609916" y="5893087"/>
                </a:cubicBezTo>
                <a:cubicBezTo>
                  <a:pt x="8609916" y="5894537"/>
                  <a:pt x="8610760" y="5895738"/>
                  <a:pt x="8612448" y="5896692"/>
                </a:cubicBezTo>
                <a:cubicBezTo>
                  <a:pt x="8614136" y="5897646"/>
                  <a:pt x="8616694" y="5898123"/>
                  <a:pt x="8620122" y="5898123"/>
                </a:cubicBezTo>
                <a:cubicBezTo>
                  <a:pt x="8622637" y="5898123"/>
                  <a:pt x="8626312" y="5897782"/>
                  <a:pt x="8631146" y="5897100"/>
                </a:cubicBezTo>
                <a:cubicBezTo>
                  <a:pt x="8641762" y="5895612"/>
                  <a:pt x="8649579" y="5894868"/>
                  <a:pt x="8654596" y="5894868"/>
                </a:cubicBezTo>
                <a:cubicBezTo>
                  <a:pt x="8662474" y="5894868"/>
                  <a:pt x="8668488" y="5896114"/>
                  <a:pt x="8672642" y="5898605"/>
                </a:cubicBezTo>
                <a:cubicBezTo>
                  <a:pt x="8676628" y="5900905"/>
                  <a:pt x="8679683" y="5903936"/>
                  <a:pt x="8681806" y="5907696"/>
                </a:cubicBezTo>
                <a:cubicBezTo>
                  <a:pt x="8683930" y="5911456"/>
                  <a:pt x="8684992" y="5915460"/>
                  <a:pt x="8684992" y="5919708"/>
                </a:cubicBezTo>
                <a:cubicBezTo>
                  <a:pt x="8684992" y="5926586"/>
                  <a:pt x="8682480" y="5933249"/>
                  <a:pt x="8677456" y="5939698"/>
                </a:cubicBezTo>
                <a:cubicBezTo>
                  <a:pt x="8671590" y="5947165"/>
                  <a:pt x="8662991" y="5952688"/>
                  <a:pt x="8651662" y="5956266"/>
                </a:cubicBezTo>
                <a:cubicBezTo>
                  <a:pt x="8642976" y="5958988"/>
                  <a:pt x="8632878" y="5960348"/>
                  <a:pt x="8621366" y="5960348"/>
                </a:cubicBezTo>
                <a:cubicBezTo>
                  <a:pt x="8606852" y="5960348"/>
                  <a:pt x="8595066" y="5958117"/>
                  <a:pt x="8586007" y="5953654"/>
                </a:cubicBezTo>
                <a:cubicBezTo>
                  <a:pt x="8581652" y="5951476"/>
                  <a:pt x="8578152" y="5948576"/>
                  <a:pt x="8575504" y="5944953"/>
                </a:cubicBezTo>
                <a:cubicBezTo>
                  <a:pt x="8572856" y="5941329"/>
                  <a:pt x="8571532" y="5937511"/>
                  <a:pt x="8571532" y="5933497"/>
                </a:cubicBezTo>
                <a:cubicBezTo>
                  <a:pt x="8571532" y="5930628"/>
                  <a:pt x="8572324" y="5927980"/>
                  <a:pt x="8573905" y="5925552"/>
                </a:cubicBezTo>
                <a:cubicBezTo>
                  <a:pt x="8575487" y="5923124"/>
                  <a:pt x="8577779" y="5921323"/>
                  <a:pt x="8580780" y="5920149"/>
                </a:cubicBezTo>
                <a:cubicBezTo>
                  <a:pt x="8581382" y="5919810"/>
                  <a:pt x="8581683" y="5919631"/>
                  <a:pt x="8581683" y="5919612"/>
                </a:cubicBezTo>
                <a:cubicBezTo>
                  <a:pt x="8581683" y="5919550"/>
                  <a:pt x="8581109" y="5919038"/>
                  <a:pt x="8579960" y="5918073"/>
                </a:cubicBezTo>
                <a:cubicBezTo>
                  <a:pt x="8574406" y="5913422"/>
                  <a:pt x="8571628" y="5908476"/>
                  <a:pt x="8571628" y="5903237"/>
                </a:cubicBezTo>
                <a:cubicBezTo>
                  <a:pt x="8571628" y="5899723"/>
                  <a:pt x="8572965" y="5896195"/>
                  <a:pt x="8575640" y="5892653"/>
                </a:cubicBezTo>
                <a:cubicBezTo>
                  <a:pt x="8578314" y="5889111"/>
                  <a:pt x="8581610" y="5886377"/>
                  <a:pt x="8585529" y="5884452"/>
                </a:cubicBezTo>
                <a:cubicBezTo>
                  <a:pt x="8586349" y="5884042"/>
                  <a:pt x="8586759" y="5883856"/>
                  <a:pt x="8586759" y="5883894"/>
                </a:cubicBezTo>
                <a:cubicBezTo>
                  <a:pt x="8586759" y="5883576"/>
                  <a:pt x="8586944" y="5882887"/>
                  <a:pt x="8587315" y="5881824"/>
                </a:cubicBezTo>
                <a:cubicBezTo>
                  <a:pt x="8578453" y="5875059"/>
                  <a:pt x="8574022" y="5867322"/>
                  <a:pt x="8574022" y="5858613"/>
                </a:cubicBezTo>
                <a:cubicBezTo>
                  <a:pt x="8574022" y="5853990"/>
                  <a:pt x="8575276" y="5849584"/>
                  <a:pt x="8577782" y="5845395"/>
                </a:cubicBezTo>
                <a:cubicBezTo>
                  <a:pt x="8580288" y="5841206"/>
                  <a:pt x="8583440" y="5838126"/>
                  <a:pt x="8587237" y="5836155"/>
                </a:cubicBezTo>
                <a:cubicBezTo>
                  <a:pt x="8598448" y="5828310"/>
                  <a:pt x="8610495" y="5824388"/>
                  <a:pt x="8623377" y="5824388"/>
                </a:cubicBezTo>
                <a:cubicBezTo>
                  <a:pt x="8628440" y="5824388"/>
                  <a:pt x="8634312" y="5825084"/>
                  <a:pt x="8640996" y="5826477"/>
                </a:cubicBezTo>
                <a:cubicBezTo>
                  <a:pt x="8646220" y="5827510"/>
                  <a:pt x="8649891" y="5828026"/>
                  <a:pt x="8652009" y="5828026"/>
                </a:cubicBezTo>
                <a:cubicBezTo>
                  <a:pt x="8658513" y="5828026"/>
                  <a:pt x="8665087" y="5825380"/>
                  <a:pt x="8671732" y="5820087"/>
                </a:cubicBezTo>
                <a:cubicBezTo>
                  <a:pt x="8673530" y="5818740"/>
                  <a:pt x="8675063" y="5818067"/>
                  <a:pt x="8676333" y="5818067"/>
                </a:cubicBezTo>
                <a:close/>
                <a:moveTo>
                  <a:pt x="3086027" y="5816611"/>
                </a:moveTo>
                <a:cubicBezTo>
                  <a:pt x="3081476" y="5816611"/>
                  <a:pt x="3077940" y="5818294"/>
                  <a:pt x="3075418" y="5821659"/>
                </a:cubicBezTo>
                <a:cubicBezTo>
                  <a:pt x="3072993" y="5825709"/>
                  <a:pt x="3071780" y="5830015"/>
                  <a:pt x="3071780" y="5834576"/>
                </a:cubicBezTo>
                <a:cubicBezTo>
                  <a:pt x="3071780" y="5841630"/>
                  <a:pt x="3073223" y="5849816"/>
                  <a:pt x="3076109" y="5859133"/>
                </a:cubicBezTo>
                <a:cubicBezTo>
                  <a:pt x="3078995" y="5868449"/>
                  <a:pt x="3082453" y="5876419"/>
                  <a:pt x="3086484" y="5883042"/>
                </a:cubicBezTo>
                <a:cubicBezTo>
                  <a:pt x="3088669" y="5886493"/>
                  <a:pt x="3091049" y="5889039"/>
                  <a:pt x="3093624" y="5890681"/>
                </a:cubicBezTo>
                <a:cubicBezTo>
                  <a:pt x="3096200" y="5892323"/>
                  <a:pt x="3098801" y="5893143"/>
                  <a:pt x="3101426" y="5893143"/>
                </a:cubicBezTo>
                <a:cubicBezTo>
                  <a:pt x="3105659" y="5893143"/>
                  <a:pt x="3109089" y="5891533"/>
                  <a:pt x="3111716" y="5888313"/>
                </a:cubicBezTo>
                <a:cubicBezTo>
                  <a:pt x="3114343" y="5885093"/>
                  <a:pt x="3115657" y="5880747"/>
                  <a:pt x="3115657" y="5875275"/>
                </a:cubicBezTo>
                <a:cubicBezTo>
                  <a:pt x="3115657" y="5867769"/>
                  <a:pt x="3114433" y="5859629"/>
                  <a:pt x="3111989" y="5850852"/>
                </a:cubicBezTo>
                <a:cubicBezTo>
                  <a:pt x="3109543" y="5842076"/>
                  <a:pt x="3106388" y="5834602"/>
                  <a:pt x="3102525" y="5828432"/>
                </a:cubicBezTo>
                <a:cubicBezTo>
                  <a:pt x="3100243" y="5824768"/>
                  <a:pt x="3097635" y="5821910"/>
                  <a:pt x="3094703" y="5819858"/>
                </a:cubicBezTo>
                <a:cubicBezTo>
                  <a:pt x="3091770" y="5817806"/>
                  <a:pt x="3088878" y="5816724"/>
                  <a:pt x="3086027" y="5816611"/>
                </a:cubicBezTo>
                <a:close/>
                <a:moveTo>
                  <a:pt x="11353319" y="5800160"/>
                </a:moveTo>
                <a:lnTo>
                  <a:pt x="11361075" y="5800160"/>
                </a:lnTo>
                <a:cubicBezTo>
                  <a:pt x="11363368" y="5800160"/>
                  <a:pt x="11364954" y="5800753"/>
                  <a:pt x="11365831" y="5801939"/>
                </a:cubicBezTo>
                <a:cubicBezTo>
                  <a:pt x="11366709" y="5803126"/>
                  <a:pt x="11367147" y="5805003"/>
                  <a:pt x="11367147" y="5807572"/>
                </a:cubicBezTo>
                <a:lnTo>
                  <a:pt x="11367147" y="5820499"/>
                </a:lnTo>
                <a:cubicBezTo>
                  <a:pt x="11367147" y="5821884"/>
                  <a:pt x="11367247" y="5822671"/>
                  <a:pt x="11367447" y="5822859"/>
                </a:cubicBezTo>
                <a:cubicBezTo>
                  <a:pt x="11367646" y="5823048"/>
                  <a:pt x="11368458" y="5823143"/>
                  <a:pt x="11369885" y="5823143"/>
                </a:cubicBezTo>
                <a:lnTo>
                  <a:pt x="11387600" y="5823143"/>
                </a:lnTo>
                <a:cubicBezTo>
                  <a:pt x="11390611" y="5823143"/>
                  <a:pt x="11392648" y="5823794"/>
                  <a:pt x="11393709" y="5825097"/>
                </a:cubicBezTo>
                <a:cubicBezTo>
                  <a:pt x="11394771" y="5826399"/>
                  <a:pt x="11395302" y="5828665"/>
                  <a:pt x="11395302" y="5831895"/>
                </a:cubicBezTo>
                <a:lnTo>
                  <a:pt x="11395302" y="5837546"/>
                </a:lnTo>
                <a:cubicBezTo>
                  <a:pt x="11395302" y="5841036"/>
                  <a:pt x="11394689" y="5843591"/>
                  <a:pt x="11393464" y="5845210"/>
                </a:cubicBezTo>
                <a:cubicBezTo>
                  <a:pt x="11392238" y="5846828"/>
                  <a:pt x="11390092" y="5847637"/>
                  <a:pt x="11387026" y="5847637"/>
                </a:cubicBezTo>
                <a:lnTo>
                  <a:pt x="11369693" y="5847637"/>
                </a:lnTo>
                <a:cubicBezTo>
                  <a:pt x="11368500" y="5847637"/>
                  <a:pt x="11367777" y="5847764"/>
                  <a:pt x="11367526" y="5848016"/>
                </a:cubicBezTo>
                <a:cubicBezTo>
                  <a:pt x="11367274" y="5848268"/>
                  <a:pt x="11367147" y="5849023"/>
                  <a:pt x="11367147" y="5850281"/>
                </a:cubicBezTo>
                <a:lnTo>
                  <a:pt x="11367147" y="5882649"/>
                </a:lnTo>
                <a:cubicBezTo>
                  <a:pt x="11367147" y="5886071"/>
                  <a:pt x="11367915" y="5888772"/>
                  <a:pt x="11369451" y="5890750"/>
                </a:cubicBezTo>
                <a:cubicBezTo>
                  <a:pt x="11370987" y="5892729"/>
                  <a:pt x="11372887" y="5893719"/>
                  <a:pt x="11375151" y="5893719"/>
                </a:cubicBezTo>
                <a:cubicBezTo>
                  <a:pt x="11377316" y="5893719"/>
                  <a:pt x="11380387" y="5892600"/>
                  <a:pt x="11384366" y="5890361"/>
                </a:cubicBezTo>
                <a:cubicBezTo>
                  <a:pt x="11385424" y="5889726"/>
                  <a:pt x="11386598" y="5889409"/>
                  <a:pt x="11387889" y="5889409"/>
                </a:cubicBezTo>
                <a:cubicBezTo>
                  <a:pt x="11390139" y="5889409"/>
                  <a:pt x="11392064" y="5890570"/>
                  <a:pt x="11393666" y="5892893"/>
                </a:cubicBezTo>
                <a:cubicBezTo>
                  <a:pt x="11395267" y="5895216"/>
                  <a:pt x="11396068" y="5897642"/>
                  <a:pt x="11396068" y="5900172"/>
                </a:cubicBezTo>
                <a:cubicBezTo>
                  <a:pt x="11396068" y="5904736"/>
                  <a:pt x="11392926" y="5909186"/>
                  <a:pt x="11386643" y="5913521"/>
                </a:cubicBezTo>
                <a:cubicBezTo>
                  <a:pt x="11378669" y="5921246"/>
                  <a:pt x="11367976" y="5925108"/>
                  <a:pt x="11354563" y="5925108"/>
                </a:cubicBezTo>
                <a:cubicBezTo>
                  <a:pt x="11343824" y="5925108"/>
                  <a:pt x="11335163" y="5922038"/>
                  <a:pt x="11328582" y="5915898"/>
                </a:cubicBezTo>
                <a:cubicBezTo>
                  <a:pt x="11322000" y="5909757"/>
                  <a:pt x="11318710" y="5901675"/>
                  <a:pt x="11318710" y="5891649"/>
                </a:cubicBezTo>
                <a:lnTo>
                  <a:pt x="11318710" y="5847409"/>
                </a:lnTo>
                <a:cubicBezTo>
                  <a:pt x="11318710" y="5846509"/>
                  <a:pt x="11318717" y="5846067"/>
                  <a:pt x="11318732" y="5846082"/>
                </a:cubicBezTo>
                <a:cubicBezTo>
                  <a:pt x="11318746" y="5846098"/>
                  <a:pt x="11318306" y="5846105"/>
                  <a:pt x="11317408" y="5846105"/>
                </a:cubicBezTo>
                <a:lnTo>
                  <a:pt x="11307544" y="5846105"/>
                </a:lnTo>
                <a:lnTo>
                  <a:pt x="11305020" y="5845337"/>
                </a:lnTo>
                <a:lnTo>
                  <a:pt x="11305369" y="5847026"/>
                </a:lnTo>
                <a:cubicBezTo>
                  <a:pt x="11305369" y="5850267"/>
                  <a:pt x="11304605" y="5853605"/>
                  <a:pt x="11303079" y="5857040"/>
                </a:cubicBezTo>
                <a:cubicBezTo>
                  <a:pt x="11301552" y="5860474"/>
                  <a:pt x="11299566" y="5863309"/>
                  <a:pt x="11297123" y="5865543"/>
                </a:cubicBezTo>
                <a:cubicBezTo>
                  <a:pt x="11292701" y="5869758"/>
                  <a:pt x="11287234" y="5871865"/>
                  <a:pt x="11280718" y="5871865"/>
                </a:cubicBezTo>
                <a:cubicBezTo>
                  <a:pt x="11277126" y="5871865"/>
                  <a:pt x="11274118" y="5871233"/>
                  <a:pt x="11271696" y="5869969"/>
                </a:cubicBezTo>
                <a:cubicBezTo>
                  <a:pt x="11269274" y="5868705"/>
                  <a:pt x="11266012" y="5865691"/>
                  <a:pt x="11261911" y="5860926"/>
                </a:cubicBezTo>
                <a:cubicBezTo>
                  <a:pt x="11261303" y="5861069"/>
                  <a:pt x="11260709" y="5861140"/>
                  <a:pt x="11260130" y="5861140"/>
                </a:cubicBezTo>
                <a:cubicBezTo>
                  <a:pt x="11259387" y="5861140"/>
                  <a:pt x="11258826" y="5861847"/>
                  <a:pt x="11258444" y="5863261"/>
                </a:cubicBezTo>
                <a:cubicBezTo>
                  <a:pt x="11258063" y="5864676"/>
                  <a:pt x="11257871" y="5868552"/>
                  <a:pt x="11257871" y="5874892"/>
                </a:cubicBezTo>
                <a:cubicBezTo>
                  <a:pt x="11257871" y="5884501"/>
                  <a:pt x="11258173" y="5890813"/>
                  <a:pt x="11258776" y="5893827"/>
                </a:cubicBezTo>
                <a:cubicBezTo>
                  <a:pt x="11259190" y="5895605"/>
                  <a:pt x="11259669" y="5896744"/>
                  <a:pt x="11260210" y="5897242"/>
                </a:cubicBezTo>
                <a:cubicBezTo>
                  <a:pt x="11260752" y="5897741"/>
                  <a:pt x="11262573" y="5898443"/>
                  <a:pt x="11265673" y="5899350"/>
                </a:cubicBezTo>
                <a:cubicBezTo>
                  <a:pt x="11271579" y="5901123"/>
                  <a:pt x="11274533" y="5904621"/>
                  <a:pt x="11274533" y="5909845"/>
                </a:cubicBezTo>
                <a:cubicBezTo>
                  <a:pt x="11274533" y="5912973"/>
                  <a:pt x="11273447" y="5915680"/>
                  <a:pt x="11271274" y="5917966"/>
                </a:cubicBezTo>
                <a:cubicBezTo>
                  <a:pt x="11269101" y="5920252"/>
                  <a:pt x="11266259" y="5921761"/>
                  <a:pt x="11262749" y="5922493"/>
                </a:cubicBezTo>
                <a:cubicBezTo>
                  <a:pt x="11256523" y="5923790"/>
                  <a:pt x="11247383" y="5924438"/>
                  <a:pt x="11235327" y="5924438"/>
                </a:cubicBezTo>
                <a:cubicBezTo>
                  <a:pt x="11223781" y="5924438"/>
                  <a:pt x="11214982" y="5923419"/>
                  <a:pt x="11208927" y="5921379"/>
                </a:cubicBezTo>
                <a:cubicBezTo>
                  <a:pt x="11202817" y="5919292"/>
                  <a:pt x="11199762" y="5915575"/>
                  <a:pt x="11199762" y="5910228"/>
                </a:cubicBezTo>
                <a:cubicBezTo>
                  <a:pt x="11199762" y="5906225"/>
                  <a:pt x="11202069" y="5902647"/>
                  <a:pt x="11206682" y="5899493"/>
                </a:cubicBezTo>
                <a:cubicBezTo>
                  <a:pt x="11208105" y="5898562"/>
                  <a:pt x="11209091" y="5897711"/>
                  <a:pt x="11209640" y="5896938"/>
                </a:cubicBezTo>
                <a:cubicBezTo>
                  <a:pt x="11210189" y="5896165"/>
                  <a:pt x="11210586" y="5894946"/>
                  <a:pt x="11210832" y="5893281"/>
                </a:cubicBezTo>
                <a:cubicBezTo>
                  <a:pt x="11211815" y="5887690"/>
                  <a:pt x="11212306" y="5877156"/>
                  <a:pt x="11212306" y="5861677"/>
                </a:cubicBezTo>
                <a:cubicBezTo>
                  <a:pt x="11212306" y="5859137"/>
                  <a:pt x="11212078" y="5857421"/>
                  <a:pt x="11211622" y="5856531"/>
                </a:cubicBezTo>
                <a:cubicBezTo>
                  <a:pt x="11211163" y="5855640"/>
                  <a:pt x="11210204" y="5854902"/>
                  <a:pt x="11208740" y="5854316"/>
                </a:cubicBezTo>
                <a:cubicBezTo>
                  <a:pt x="11203393" y="5852207"/>
                  <a:pt x="11200720" y="5849010"/>
                  <a:pt x="11200720" y="5844727"/>
                </a:cubicBezTo>
                <a:cubicBezTo>
                  <a:pt x="11200720" y="5840991"/>
                  <a:pt x="11202467" y="5837894"/>
                  <a:pt x="11205960" y="5835434"/>
                </a:cubicBezTo>
                <a:cubicBezTo>
                  <a:pt x="11209454" y="5832973"/>
                  <a:pt x="11214964" y="5830631"/>
                  <a:pt x="11222489" y="5828406"/>
                </a:cubicBezTo>
                <a:cubicBezTo>
                  <a:pt x="11232449" y="5825430"/>
                  <a:pt x="11241689" y="5823899"/>
                  <a:pt x="11250211" y="5823812"/>
                </a:cubicBezTo>
                <a:cubicBezTo>
                  <a:pt x="11252890" y="5823812"/>
                  <a:pt x="11254760" y="5824503"/>
                  <a:pt x="11255818" y="5825884"/>
                </a:cubicBezTo>
                <a:cubicBezTo>
                  <a:pt x="11256876" y="5827265"/>
                  <a:pt x="11257709" y="5830698"/>
                  <a:pt x="11258319" y="5836183"/>
                </a:cubicBezTo>
                <a:cubicBezTo>
                  <a:pt x="11258506" y="5837832"/>
                  <a:pt x="11258822" y="5838657"/>
                  <a:pt x="11259267" y="5838657"/>
                </a:cubicBezTo>
                <a:cubicBezTo>
                  <a:pt x="11259817" y="5838657"/>
                  <a:pt x="11260379" y="5838243"/>
                  <a:pt x="11260952" y="5837416"/>
                </a:cubicBezTo>
                <a:cubicBezTo>
                  <a:pt x="11266654" y="5828411"/>
                  <a:pt x="11273977" y="5823909"/>
                  <a:pt x="11282921" y="5823909"/>
                </a:cubicBezTo>
                <a:cubicBezTo>
                  <a:pt x="11289291" y="5823909"/>
                  <a:pt x="11294732" y="5826584"/>
                  <a:pt x="11299241" y="5831936"/>
                </a:cubicBezTo>
                <a:lnTo>
                  <a:pt x="11301282" y="5834831"/>
                </a:lnTo>
                <a:lnTo>
                  <a:pt x="11301282" y="5834707"/>
                </a:lnTo>
                <a:cubicBezTo>
                  <a:pt x="11301367" y="5832094"/>
                  <a:pt x="11302396" y="5830161"/>
                  <a:pt x="11304369" y="5828907"/>
                </a:cubicBezTo>
                <a:lnTo>
                  <a:pt x="11348026" y="5801454"/>
                </a:lnTo>
                <a:cubicBezTo>
                  <a:pt x="11349654" y="5800591"/>
                  <a:pt x="11351418" y="5800160"/>
                  <a:pt x="11353319" y="5800160"/>
                </a:cubicBezTo>
                <a:close/>
                <a:moveTo>
                  <a:pt x="1523519" y="5800160"/>
                </a:moveTo>
                <a:lnTo>
                  <a:pt x="1531276" y="5800160"/>
                </a:lnTo>
                <a:cubicBezTo>
                  <a:pt x="1533569" y="5800160"/>
                  <a:pt x="1535154" y="5800753"/>
                  <a:pt x="1536032" y="5801939"/>
                </a:cubicBezTo>
                <a:cubicBezTo>
                  <a:pt x="1536909" y="5803126"/>
                  <a:pt x="1537348" y="5805003"/>
                  <a:pt x="1537348" y="5807572"/>
                </a:cubicBezTo>
                <a:lnTo>
                  <a:pt x="1537348" y="5820499"/>
                </a:lnTo>
                <a:cubicBezTo>
                  <a:pt x="1537348" y="5821884"/>
                  <a:pt x="1537448" y="5822671"/>
                  <a:pt x="1537647" y="5822859"/>
                </a:cubicBezTo>
                <a:cubicBezTo>
                  <a:pt x="1537846" y="5823048"/>
                  <a:pt x="1538659" y="5823143"/>
                  <a:pt x="1540086" y="5823143"/>
                </a:cubicBezTo>
                <a:lnTo>
                  <a:pt x="1557800" y="5823143"/>
                </a:lnTo>
                <a:cubicBezTo>
                  <a:pt x="1560812" y="5823143"/>
                  <a:pt x="1562848" y="5823794"/>
                  <a:pt x="1563910" y="5825097"/>
                </a:cubicBezTo>
                <a:cubicBezTo>
                  <a:pt x="1564972" y="5826399"/>
                  <a:pt x="1565502" y="5828665"/>
                  <a:pt x="1565502" y="5831895"/>
                </a:cubicBezTo>
                <a:lnTo>
                  <a:pt x="1565502" y="5837546"/>
                </a:lnTo>
                <a:cubicBezTo>
                  <a:pt x="1565502" y="5841036"/>
                  <a:pt x="1564890" y="5843591"/>
                  <a:pt x="1563664" y="5845210"/>
                </a:cubicBezTo>
                <a:cubicBezTo>
                  <a:pt x="1562439" y="5846828"/>
                  <a:pt x="1560293" y="5847637"/>
                  <a:pt x="1557227" y="5847637"/>
                </a:cubicBezTo>
                <a:lnTo>
                  <a:pt x="1539893" y="5847637"/>
                </a:lnTo>
                <a:cubicBezTo>
                  <a:pt x="1538701" y="5847637"/>
                  <a:pt x="1537978" y="5847764"/>
                  <a:pt x="1537726" y="5848016"/>
                </a:cubicBezTo>
                <a:cubicBezTo>
                  <a:pt x="1537474" y="5848268"/>
                  <a:pt x="1537348" y="5849023"/>
                  <a:pt x="1537348" y="5850281"/>
                </a:cubicBezTo>
                <a:lnTo>
                  <a:pt x="1537348" y="5882649"/>
                </a:lnTo>
                <a:cubicBezTo>
                  <a:pt x="1537348" y="5886071"/>
                  <a:pt x="1538116" y="5888772"/>
                  <a:pt x="1539652" y="5890750"/>
                </a:cubicBezTo>
                <a:cubicBezTo>
                  <a:pt x="1541188" y="5892729"/>
                  <a:pt x="1543088" y="5893719"/>
                  <a:pt x="1545352" y="5893719"/>
                </a:cubicBezTo>
                <a:cubicBezTo>
                  <a:pt x="1547516" y="5893719"/>
                  <a:pt x="1550587" y="5892600"/>
                  <a:pt x="1554567" y="5890361"/>
                </a:cubicBezTo>
                <a:cubicBezTo>
                  <a:pt x="1555624" y="5889726"/>
                  <a:pt x="1556799" y="5889409"/>
                  <a:pt x="1558089" y="5889409"/>
                </a:cubicBezTo>
                <a:cubicBezTo>
                  <a:pt x="1560339" y="5889409"/>
                  <a:pt x="1562265" y="5890570"/>
                  <a:pt x="1563866" y="5892893"/>
                </a:cubicBezTo>
                <a:cubicBezTo>
                  <a:pt x="1565468" y="5895216"/>
                  <a:pt x="1566269" y="5897642"/>
                  <a:pt x="1566269" y="5900172"/>
                </a:cubicBezTo>
                <a:cubicBezTo>
                  <a:pt x="1566269" y="5904736"/>
                  <a:pt x="1563127" y="5909186"/>
                  <a:pt x="1556843" y="5913521"/>
                </a:cubicBezTo>
                <a:cubicBezTo>
                  <a:pt x="1548870" y="5921246"/>
                  <a:pt x="1538177" y="5925108"/>
                  <a:pt x="1524764" y="5925108"/>
                </a:cubicBezTo>
                <a:cubicBezTo>
                  <a:pt x="1514024" y="5925108"/>
                  <a:pt x="1505364" y="5922038"/>
                  <a:pt x="1498783" y="5915898"/>
                </a:cubicBezTo>
                <a:cubicBezTo>
                  <a:pt x="1492201" y="5909757"/>
                  <a:pt x="1488910" y="5901675"/>
                  <a:pt x="1488910" y="5891649"/>
                </a:cubicBezTo>
                <a:lnTo>
                  <a:pt x="1488910" y="5847409"/>
                </a:lnTo>
                <a:cubicBezTo>
                  <a:pt x="1488910" y="5846509"/>
                  <a:pt x="1488918" y="5846067"/>
                  <a:pt x="1488933" y="5846082"/>
                </a:cubicBezTo>
                <a:cubicBezTo>
                  <a:pt x="1488947" y="5846098"/>
                  <a:pt x="1488506" y="5846105"/>
                  <a:pt x="1487609" y="5846105"/>
                </a:cubicBezTo>
                <a:lnTo>
                  <a:pt x="1477744" y="5846105"/>
                </a:lnTo>
                <a:cubicBezTo>
                  <a:pt x="1475274" y="5846105"/>
                  <a:pt x="1473613" y="5845600"/>
                  <a:pt x="1472761" y="5844588"/>
                </a:cubicBezTo>
                <a:cubicBezTo>
                  <a:pt x="1471909" y="5843577"/>
                  <a:pt x="1471483" y="5841708"/>
                  <a:pt x="1471483" y="5838982"/>
                </a:cubicBezTo>
                <a:lnTo>
                  <a:pt x="1471483" y="5834707"/>
                </a:lnTo>
                <a:cubicBezTo>
                  <a:pt x="1471568" y="5832094"/>
                  <a:pt x="1472597" y="5830161"/>
                  <a:pt x="1474570" y="5828907"/>
                </a:cubicBezTo>
                <a:lnTo>
                  <a:pt x="1518226" y="5801454"/>
                </a:lnTo>
                <a:cubicBezTo>
                  <a:pt x="1519855" y="5800591"/>
                  <a:pt x="1521619" y="5800160"/>
                  <a:pt x="1523519" y="5800160"/>
                </a:cubicBezTo>
                <a:close/>
                <a:moveTo>
                  <a:pt x="1228244" y="5800160"/>
                </a:moveTo>
                <a:lnTo>
                  <a:pt x="1236001" y="5800160"/>
                </a:lnTo>
                <a:cubicBezTo>
                  <a:pt x="1238294" y="5800160"/>
                  <a:pt x="1239879" y="5800753"/>
                  <a:pt x="1240757" y="5801939"/>
                </a:cubicBezTo>
                <a:cubicBezTo>
                  <a:pt x="1241634" y="5803126"/>
                  <a:pt x="1242073" y="5805003"/>
                  <a:pt x="1242073" y="5807572"/>
                </a:cubicBezTo>
                <a:lnTo>
                  <a:pt x="1242073" y="5820499"/>
                </a:lnTo>
                <a:cubicBezTo>
                  <a:pt x="1242073" y="5821884"/>
                  <a:pt x="1242173" y="5822671"/>
                  <a:pt x="1242372" y="5822859"/>
                </a:cubicBezTo>
                <a:cubicBezTo>
                  <a:pt x="1242572" y="5823048"/>
                  <a:pt x="1243384" y="5823143"/>
                  <a:pt x="1244811" y="5823143"/>
                </a:cubicBezTo>
                <a:lnTo>
                  <a:pt x="1262525" y="5823143"/>
                </a:lnTo>
                <a:cubicBezTo>
                  <a:pt x="1265537" y="5823143"/>
                  <a:pt x="1267573" y="5823794"/>
                  <a:pt x="1268635" y="5825097"/>
                </a:cubicBezTo>
                <a:cubicBezTo>
                  <a:pt x="1269696" y="5826399"/>
                  <a:pt x="1270228" y="5828665"/>
                  <a:pt x="1270228" y="5831895"/>
                </a:cubicBezTo>
                <a:lnTo>
                  <a:pt x="1270228" y="5837546"/>
                </a:lnTo>
                <a:cubicBezTo>
                  <a:pt x="1270228" y="5841036"/>
                  <a:pt x="1269615" y="5843591"/>
                  <a:pt x="1268389" y="5845210"/>
                </a:cubicBezTo>
                <a:cubicBezTo>
                  <a:pt x="1267164" y="5846828"/>
                  <a:pt x="1265018" y="5847637"/>
                  <a:pt x="1261951" y="5847637"/>
                </a:cubicBezTo>
                <a:lnTo>
                  <a:pt x="1244618" y="5847637"/>
                </a:lnTo>
                <a:cubicBezTo>
                  <a:pt x="1243426" y="5847637"/>
                  <a:pt x="1242704" y="5847764"/>
                  <a:pt x="1242451" y="5848016"/>
                </a:cubicBezTo>
                <a:cubicBezTo>
                  <a:pt x="1242199" y="5848268"/>
                  <a:pt x="1242073" y="5849023"/>
                  <a:pt x="1242073" y="5850281"/>
                </a:cubicBezTo>
                <a:lnTo>
                  <a:pt x="1242073" y="5882649"/>
                </a:lnTo>
                <a:cubicBezTo>
                  <a:pt x="1242073" y="5886071"/>
                  <a:pt x="1242841" y="5888772"/>
                  <a:pt x="1244377" y="5890750"/>
                </a:cubicBezTo>
                <a:cubicBezTo>
                  <a:pt x="1245913" y="5892729"/>
                  <a:pt x="1247813" y="5893719"/>
                  <a:pt x="1250077" y="5893719"/>
                </a:cubicBezTo>
                <a:cubicBezTo>
                  <a:pt x="1252241" y="5893719"/>
                  <a:pt x="1255313" y="5892600"/>
                  <a:pt x="1259291" y="5890361"/>
                </a:cubicBezTo>
                <a:cubicBezTo>
                  <a:pt x="1260350" y="5889726"/>
                  <a:pt x="1261524" y="5889409"/>
                  <a:pt x="1262814" y="5889409"/>
                </a:cubicBezTo>
                <a:cubicBezTo>
                  <a:pt x="1265064" y="5889409"/>
                  <a:pt x="1266990" y="5890570"/>
                  <a:pt x="1268591" y="5892893"/>
                </a:cubicBezTo>
                <a:cubicBezTo>
                  <a:pt x="1270193" y="5895216"/>
                  <a:pt x="1270993" y="5897642"/>
                  <a:pt x="1270993" y="5900172"/>
                </a:cubicBezTo>
                <a:cubicBezTo>
                  <a:pt x="1270993" y="5904736"/>
                  <a:pt x="1267852" y="5909186"/>
                  <a:pt x="1261568" y="5913521"/>
                </a:cubicBezTo>
                <a:cubicBezTo>
                  <a:pt x="1253595" y="5921246"/>
                  <a:pt x="1242902" y="5925108"/>
                  <a:pt x="1229489" y="5925108"/>
                </a:cubicBezTo>
                <a:cubicBezTo>
                  <a:pt x="1218749" y="5925108"/>
                  <a:pt x="1210089" y="5922038"/>
                  <a:pt x="1203507" y="5915898"/>
                </a:cubicBezTo>
                <a:cubicBezTo>
                  <a:pt x="1196926" y="5909757"/>
                  <a:pt x="1193635" y="5901675"/>
                  <a:pt x="1193635" y="5891649"/>
                </a:cubicBezTo>
                <a:lnTo>
                  <a:pt x="1193635" y="5847409"/>
                </a:lnTo>
                <a:cubicBezTo>
                  <a:pt x="1193635" y="5846509"/>
                  <a:pt x="1193643" y="5846067"/>
                  <a:pt x="1193657" y="5846082"/>
                </a:cubicBezTo>
                <a:cubicBezTo>
                  <a:pt x="1193672" y="5846098"/>
                  <a:pt x="1193231" y="5846105"/>
                  <a:pt x="1192334" y="5846105"/>
                </a:cubicBezTo>
                <a:lnTo>
                  <a:pt x="1182469" y="5846105"/>
                </a:lnTo>
                <a:cubicBezTo>
                  <a:pt x="1179999" y="5846105"/>
                  <a:pt x="1178338" y="5845600"/>
                  <a:pt x="1177486" y="5844588"/>
                </a:cubicBezTo>
                <a:cubicBezTo>
                  <a:pt x="1176634" y="5843577"/>
                  <a:pt x="1176208" y="5841708"/>
                  <a:pt x="1176208" y="5838982"/>
                </a:cubicBezTo>
                <a:lnTo>
                  <a:pt x="1176208" y="5834707"/>
                </a:lnTo>
                <a:cubicBezTo>
                  <a:pt x="1176293" y="5832094"/>
                  <a:pt x="1177322" y="5830161"/>
                  <a:pt x="1179295" y="5828907"/>
                </a:cubicBezTo>
                <a:lnTo>
                  <a:pt x="1222951" y="5801454"/>
                </a:lnTo>
                <a:cubicBezTo>
                  <a:pt x="1224580" y="5800591"/>
                  <a:pt x="1226344" y="5800160"/>
                  <a:pt x="1228244" y="5800160"/>
                </a:cubicBezTo>
                <a:close/>
                <a:moveTo>
                  <a:pt x="10237596" y="5787903"/>
                </a:moveTo>
                <a:cubicBezTo>
                  <a:pt x="10243526" y="5787903"/>
                  <a:pt x="10248366" y="5789098"/>
                  <a:pt x="10252118" y="5791489"/>
                </a:cubicBezTo>
                <a:cubicBezTo>
                  <a:pt x="10255871" y="5793880"/>
                  <a:pt x="10257747" y="5797166"/>
                  <a:pt x="10257747" y="5801347"/>
                </a:cubicBezTo>
                <a:cubicBezTo>
                  <a:pt x="10257747" y="5807003"/>
                  <a:pt x="10254947" y="5811467"/>
                  <a:pt x="10249348" y="5814740"/>
                </a:cubicBezTo>
                <a:cubicBezTo>
                  <a:pt x="10241280" y="5819435"/>
                  <a:pt x="10231521" y="5821783"/>
                  <a:pt x="10220073" y="5821783"/>
                </a:cubicBezTo>
                <a:cubicBezTo>
                  <a:pt x="10215012" y="5821783"/>
                  <a:pt x="10211080" y="5820870"/>
                  <a:pt x="10208278" y="5819044"/>
                </a:cubicBezTo>
                <a:cubicBezTo>
                  <a:pt x="10203730" y="5816222"/>
                  <a:pt x="10201456" y="5812399"/>
                  <a:pt x="10201456" y="5807572"/>
                </a:cubicBezTo>
                <a:cubicBezTo>
                  <a:pt x="10201456" y="5801205"/>
                  <a:pt x="10205789" y="5796296"/>
                  <a:pt x="10214457" y="5792844"/>
                </a:cubicBezTo>
                <a:cubicBezTo>
                  <a:pt x="10222691" y="5789550"/>
                  <a:pt x="10230403" y="5787903"/>
                  <a:pt x="10237596" y="5787903"/>
                </a:cubicBezTo>
                <a:close/>
                <a:moveTo>
                  <a:pt x="4671844" y="5787903"/>
                </a:moveTo>
                <a:cubicBezTo>
                  <a:pt x="4676849" y="5787903"/>
                  <a:pt x="4679277" y="5790181"/>
                  <a:pt x="4679126" y="5794738"/>
                </a:cubicBezTo>
                <a:lnTo>
                  <a:pt x="4678267" y="5824583"/>
                </a:lnTo>
                <a:cubicBezTo>
                  <a:pt x="4678225" y="5826590"/>
                  <a:pt x="4678203" y="5830975"/>
                  <a:pt x="4678203" y="5837736"/>
                </a:cubicBezTo>
                <a:cubicBezTo>
                  <a:pt x="4678203" y="5844108"/>
                  <a:pt x="4678289" y="5847805"/>
                  <a:pt x="4678460" y="5848826"/>
                </a:cubicBezTo>
                <a:cubicBezTo>
                  <a:pt x="4678719" y="5850345"/>
                  <a:pt x="4679387" y="5851105"/>
                  <a:pt x="4680462" y="5851105"/>
                </a:cubicBezTo>
                <a:cubicBezTo>
                  <a:pt x="4682014" y="5851105"/>
                  <a:pt x="4684534" y="5850021"/>
                  <a:pt x="4688023" y="5847855"/>
                </a:cubicBezTo>
                <a:cubicBezTo>
                  <a:pt x="4691512" y="5845688"/>
                  <a:pt x="4693256" y="5844358"/>
                  <a:pt x="4693256" y="5843865"/>
                </a:cubicBezTo>
                <a:cubicBezTo>
                  <a:pt x="4693256" y="5843608"/>
                  <a:pt x="4692686" y="5842728"/>
                  <a:pt x="4691546" y="5841225"/>
                </a:cubicBezTo>
                <a:cubicBezTo>
                  <a:pt x="4690260" y="5839536"/>
                  <a:pt x="4689617" y="5837862"/>
                  <a:pt x="4689617" y="5836204"/>
                </a:cubicBezTo>
                <a:cubicBezTo>
                  <a:pt x="4689617" y="5828007"/>
                  <a:pt x="4698759" y="5823909"/>
                  <a:pt x="4717043" y="5823909"/>
                </a:cubicBezTo>
                <a:cubicBezTo>
                  <a:pt x="4726068" y="5823909"/>
                  <a:pt x="4733245" y="5824843"/>
                  <a:pt x="4738575" y="5826712"/>
                </a:cubicBezTo>
                <a:cubicBezTo>
                  <a:pt x="4741028" y="5827558"/>
                  <a:pt x="4743054" y="5829010"/>
                  <a:pt x="4744655" y="5831068"/>
                </a:cubicBezTo>
                <a:cubicBezTo>
                  <a:pt x="4746256" y="5833126"/>
                  <a:pt x="4747056" y="5835349"/>
                  <a:pt x="4747056" y="5837736"/>
                </a:cubicBezTo>
                <a:cubicBezTo>
                  <a:pt x="4747056" y="5841473"/>
                  <a:pt x="4745267" y="5844089"/>
                  <a:pt x="4741688" y="5845585"/>
                </a:cubicBezTo>
                <a:cubicBezTo>
                  <a:pt x="4741049" y="5845869"/>
                  <a:pt x="4739049" y="5846319"/>
                  <a:pt x="4735686" y="5846937"/>
                </a:cubicBezTo>
                <a:cubicBezTo>
                  <a:pt x="4733205" y="5847388"/>
                  <a:pt x="4729930" y="5848964"/>
                  <a:pt x="4725864" y="5851665"/>
                </a:cubicBezTo>
                <a:cubicBezTo>
                  <a:pt x="4721798" y="5854366"/>
                  <a:pt x="4719764" y="5856044"/>
                  <a:pt x="4719764" y="5856698"/>
                </a:cubicBezTo>
                <a:cubicBezTo>
                  <a:pt x="4719764" y="5857225"/>
                  <a:pt x="4722353" y="5861088"/>
                  <a:pt x="4727530" y="5868287"/>
                </a:cubicBezTo>
                <a:cubicBezTo>
                  <a:pt x="4732708" y="5875486"/>
                  <a:pt x="4737173" y="5881697"/>
                  <a:pt x="4740926" y="5886920"/>
                </a:cubicBezTo>
                <a:cubicBezTo>
                  <a:pt x="4744906" y="5890996"/>
                  <a:pt x="4747684" y="5893717"/>
                  <a:pt x="4749260" y="5895085"/>
                </a:cubicBezTo>
                <a:cubicBezTo>
                  <a:pt x="4750835" y="5896453"/>
                  <a:pt x="4753057" y="5897930"/>
                  <a:pt x="4755926" y="5899516"/>
                </a:cubicBezTo>
                <a:cubicBezTo>
                  <a:pt x="4761249" y="5902400"/>
                  <a:pt x="4763911" y="5905811"/>
                  <a:pt x="4763911" y="5909749"/>
                </a:cubicBezTo>
                <a:cubicBezTo>
                  <a:pt x="4763911" y="5913823"/>
                  <a:pt x="4762226" y="5916971"/>
                  <a:pt x="4758857" y="5919192"/>
                </a:cubicBezTo>
                <a:cubicBezTo>
                  <a:pt x="4755488" y="5921413"/>
                  <a:pt x="4751062" y="5922523"/>
                  <a:pt x="4745579" y="5922523"/>
                </a:cubicBezTo>
                <a:lnTo>
                  <a:pt x="4714491" y="5922523"/>
                </a:lnTo>
                <a:cubicBezTo>
                  <a:pt x="4709969" y="5922449"/>
                  <a:pt x="4706439" y="5920768"/>
                  <a:pt x="4703899" y="5917481"/>
                </a:cubicBezTo>
                <a:lnTo>
                  <a:pt x="4688002" y="5897084"/>
                </a:lnTo>
                <a:cubicBezTo>
                  <a:pt x="4683751" y="5891672"/>
                  <a:pt x="4681284" y="5888590"/>
                  <a:pt x="4680601" y="5887837"/>
                </a:cubicBezTo>
                <a:cubicBezTo>
                  <a:pt x="4679919" y="5887084"/>
                  <a:pt x="4679553" y="5886708"/>
                  <a:pt x="4679505" y="5886708"/>
                </a:cubicBezTo>
                <a:cubicBezTo>
                  <a:pt x="4679837" y="5886708"/>
                  <a:pt x="4679944" y="5886980"/>
                  <a:pt x="4679823" y="5887524"/>
                </a:cubicBezTo>
                <a:cubicBezTo>
                  <a:pt x="4679701" y="5888067"/>
                  <a:pt x="4679641" y="5889890"/>
                  <a:pt x="4679641" y="5892991"/>
                </a:cubicBezTo>
                <a:cubicBezTo>
                  <a:pt x="4679641" y="5895600"/>
                  <a:pt x="4679895" y="5897427"/>
                  <a:pt x="4680405" y="5898472"/>
                </a:cubicBezTo>
                <a:cubicBezTo>
                  <a:pt x="4680914" y="5899516"/>
                  <a:pt x="4682190" y="5900861"/>
                  <a:pt x="4684234" y="5902507"/>
                </a:cubicBezTo>
                <a:cubicBezTo>
                  <a:pt x="4686406" y="5904262"/>
                  <a:pt x="4687493" y="5906740"/>
                  <a:pt x="4687493" y="5909941"/>
                </a:cubicBezTo>
                <a:cubicBezTo>
                  <a:pt x="4687493" y="5915272"/>
                  <a:pt x="4684868" y="5919037"/>
                  <a:pt x="4679619" y="5921236"/>
                </a:cubicBezTo>
                <a:cubicBezTo>
                  <a:pt x="4674371" y="5923435"/>
                  <a:pt x="4666161" y="5924535"/>
                  <a:pt x="4654990" y="5924535"/>
                </a:cubicBezTo>
                <a:cubicBezTo>
                  <a:pt x="4641999" y="5924535"/>
                  <a:pt x="4633223" y="5923888"/>
                  <a:pt x="4628662" y="5922595"/>
                </a:cubicBezTo>
                <a:cubicBezTo>
                  <a:pt x="4626670" y="5922009"/>
                  <a:pt x="4624775" y="5920575"/>
                  <a:pt x="4622980" y="5918294"/>
                </a:cubicBezTo>
                <a:cubicBezTo>
                  <a:pt x="4621183" y="5916012"/>
                  <a:pt x="4620286" y="5913547"/>
                  <a:pt x="4620286" y="5910898"/>
                </a:cubicBezTo>
                <a:cubicBezTo>
                  <a:pt x="4620286" y="5907773"/>
                  <a:pt x="4621680" y="5905282"/>
                  <a:pt x="4624471" y="5903423"/>
                </a:cubicBezTo>
                <a:cubicBezTo>
                  <a:pt x="4627069" y="5901763"/>
                  <a:pt x="4628607" y="5900646"/>
                  <a:pt x="4629085" y="5900072"/>
                </a:cubicBezTo>
                <a:cubicBezTo>
                  <a:pt x="4629563" y="5899498"/>
                  <a:pt x="4629950" y="5898583"/>
                  <a:pt x="4630245" y="5897328"/>
                </a:cubicBezTo>
                <a:cubicBezTo>
                  <a:pt x="4631713" y="5888365"/>
                  <a:pt x="4632415" y="5874662"/>
                  <a:pt x="4632352" y="5856219"/>
                </a:cubicBezTo>
                <a:lnTo>
                  <a:pt x="4632352" y="5835247"/>
                </a:lnTo>
                <a:cubicBezTo>
                  <a:pt x="4632352" y="5828345"/>
                  <a:pt x="4632074" y="5824143"/>
                  <a:pt x="4631516" y="5822640"/>
                </a:cubicBezTo>
                <a:cubicBezTo>
                  <a:pt x="4630957" y="5821136"/>
                  <a:pt x="4629625" y="5820245"/>
                  <a:pt x="4627519" y="5819964"/>
                </a:cubicBezTo>
                <a:cubicBezTo>
                  <a:pt x="4621165" y="5819110"/>
                  <a:pt x="4617987" y="5816288"/>
                  <a:pt x="4617987" y="5811499"/>
                </a:cubicBezTo>
                <a:cubicBezTo>
                  <a:pt x="4617987" y="5808475"/>
                  <a:pt x="4619298" y="5805853"/>
                  <a:pt x="4621918" y="5803632"/>
                </a:cubicBezTo>
                <a:cubicBezTo>
                  <a:pt x="4624539" y="5801411"/>
                  <a:pt x="4628145" y="5799594"/>
                  <a:pt x="4632735" y="5798181"/>
                </a:cubicBezTo>
                <a:cubicBezTo>
                  <a:pt x="4650517" y="5791329"/>
                  <a:pt x="4663552" y="5787903"/>
                  <a:pt x="4671844" y="5787903"/>
                </a:cubicBezTo>
                <a:close/>
                <a:moveTo>
                  <a:pt x="8433547" y="5787806"/>
                </a:moveTo>
                <a:cubicBezTo>
                  <a:pt x="8439958" y="5787806"/>
                  <a:pt x="8443164" y="5791586"/>
                  <a:pt x="8443164" y="5799145"/>
                </a:cubicBezTo>
                <a:cubicBezTo>
                  <a:pt x="8443164" y="5801065"/>
                  <a:pt x="8442830" y="5805879"/>
                  <a:pt x="8442158" y="5813586"/>
                </a:cubicBezTo>
                <a:cubicBezTo>
                  <a:pt x="8441338" y="5824893"/>
                  <a:pt x="8440874" y="5834591"/>
                  <a:pt x="8440770" y="5842678"/>
                </a:cubicBezTo>
                <a:lnTo>
                  <a:pt x="8440770" y="5875371"/>
                </a:lnTo>
                <a:cubicBezTo>
                  <a:pt x="8440770" y="5888975"/>
                  <a:pt x="8440936" y="5896672"/>
                  <a:pt x="8441268" y="5898460"/>
                </a:cubicBezTo>
                <a:cubicBezTo>
                  <a:pt x="8441600" y="5900249"/>
                  <a:pt x="8442805" y="5901602"/>
                  <a:pt x="8444883" y="5902520"/>
                </a:cubicBezTo>
                <a:cubicBezTo>
                  <a:pt x="8447538" y="5903668"/>
                  <a:pt x="8449400" y="5904840"/>
                  <a:pt x="8450468" y="5906036"/>
                </a:cubicBezTo>
                <a:cubicBezTo>
                  <a:pt x="8451534" y="5907232"/>
                  <a:pt x="8452069" y="5908885"/>
                  <a:pt x="8452069" y="5910994"/>
                </a:cubicBezTo>
                <a:cubicBezTo>
                  <a:pt x="8452069" y="5913583"/>
                  <a:pt x="8451176" y="5915904"/>
                  <a:pt x="8449389" y="5917956"/>
                </a:cubicBezTo>
                <a:cubicBezTo>
                  <a:pt x="8447603" y="5920008"/>
                  <a:pt x="8445388" y="5921407"/>
                  <a:pt x="8442746" y="5922152"/>
                </a:cubicBezTo>
                <a:cubicBezTo>
                  <a:pt x="8437761" y="5923676"/>
                  <a:pt x="8429684" y="5924438"/>
                  <a:pt x="8418514" y="5924438"/>
                </a:cubicBezTo>
                <a:cubicBezTo>
                  <a:pt x="8405943" y="5924438"/>
                  <a:pt x="8397692" y="5923513"/>
                  <a:pt x="8393758" y="5921661"/>
                </a:cubicBezTo>
                <a:cubicBezTo>
                  <a:pt x="8389861" y="5920643"/>
                  <a:pt x="8387054" y="5919106"/>
                  <a:pt x="8385335" y="5917050"/>
                </a:cubicBezTo>
                <a:cubicBezTo>
                  <a:pt x="8383616" y="5914994"/>
                  <a:pt x="8382757" y="5912752"/>
                  <a:pt x="8382757" y="5910324"/>
                </a:cubicBezTo>
                <a:cubicBezTo>
                  <a:pt x="8382757" y="5908257"/>
                  <a:pt x="8383284" y="5906675"/>
                  <a:pt x="8384337" y="5905578"/>
                </a:cubicBezTo>
                <a:cubicBezTo>
                  <a:pt x="8385391" y="5904481"/>
                  <a:pt x="8387389" y="5903302"/>
                  <a:pt x="8390332" y="5902042"/>
                </a:cubicBezTo>
                <a:cubicBezTo>
                  <a:pt x="8392136" y="5901255"/>
                  <a:pt x="8393280" y="5898806"/>
                  <a:pt x="8393768" y="5894692"/>
                </a:cubicBezTo>
                <a:cubicBezTo>
                  <a:pt x="8394790" y="5886395"/>
                  <a:pt x="8395300" y="5874655"/>
                  <a:pt x="8395300" y="5859474"/>
                </a:cubicBezTo>
                <a:cubicBezTo>
                  <a:pt x="8395300" y="5844059"/>
                  <a:pt x="8394887" y="5834284"/>
                  <a:pt x="8394060" y="5830149"/>
                </a:cubicBezTo>
                <a:cubicBezTo>
                  <a:pt x="8393233" y="5826013"/>
                  <a:pt x="8391233" y="5822982"/>
                  <a:pt x="8388062" y="5821056"/>
                </a:cubicBezTo>
                <a:cubicBezTo>
                  <a:pt x="8385252" y="5819451"/>
                  <a:pt x="8383251" y="5817821"/>
                  <a:pt x="8382057" y="5816165"/>
                </a:cubicBezTo>
                <a:cubicBezTo>
                  <a:pt x="8380863" y="5814510"/>
                  <a:pt x="8380266" y="5812475"/>
                  <a:pt x="8380266" y="5810061"/>
                </a:cubicBezTo>
                <a:cubicBezTo>
                  <a:pt x="8380266" y="5806296"/>
                  <a:pt x="8381939" y="5803114"/>
                  <a:pt x="8385284" y="5800516"/>
                </a:cubicBezTo>
                <a:cubicBezTo>
                  <a:pt x="8388628" y="5797918"/>
                  <a:pt x="8393702" y="5795596"/>
                  <a:pt x="8400504" y="5793549"/>
                </a:cubicBezTo>
                <a:cubicBezTo>
                  <a:pt x="8405004" y="5792180"/>
                  <a:pt x="8410811" y="5790880"/>
                  <a:pt x="8417927" y="5789651"/>
                </a:cubicBezTo>
                <a:cubicBezTo>
                  <a:pt x="8425043" y="5788421"/>
                  <a:pt x="8430250" y="5787806"/>
                  <a:pt x="8433547" y="5787806"/>
                </a:cubicBezTo>
                <a:close/>
                <a:moveTo>
                  <a:pt x="7547723" y="5787806"/>
                </a:moveTo>
                <a:cubicBezTo>
                  <a:pt x="7554133" y="5787806"/>
                  <a:pt x="7557340" y="5791586"/>
                  <a:pt x="7557340" y="5799145"/>
                </a:cubicBezTo>
                <a:cubicBezTo>
                  <a:pt x="7557340" y="5801065"/>
                  <a:pt x="7557004" y="5805879"/>
                  <a:pt x="7556334" y="5813586"/>
                </a:cubicBezTo>
                <a:cubicBezTo>
                  <a:pt x="7555513" y="5824893"/>
                  <a:pt x="7555050" y="5834591"/>
                  <a:pt x="7554946" y="5842678"/>
                </a:cubicBezTo>
                <a:lnTo>
                  <a:pt x="7554946" y="5875371"/>
                </a:lnTo>
                <a:cubicBezTo>
                  <a:pt x="7554946" y="5888975"/>
                  <a:pt x="7555111" y="5896672"/>
                  <a:pt x="7555444" y="5898460"/>
                </a:cubicBezTo>
                <a:cubicBezTo>
                  <a:pt x="7555776" y="5900249"/>
                  <a:pt x="7556980" y="5901602"/>
                  <a:pt x="7559058" y="5902520"/>
                </a:cubicBezTo>
                <a:cubicBezTo>
                  <a:pt x="7561714" y="5903668"/>
                  <a:pt x="7563575" y="5904840"/>
                  <a:pt x="7564643" y="5906036"/>
                </a:cubicBezTo>
                <a:cubicBezTo>
                  <a:pt x="7565711" y="5907232"/>
                  <a:pt x="7566244" y="5908885"/>
                  <a:pt x="7566244" y="5910994"/>
                </a:cubicBezTo>
                <a:cubicBezTo>
                  <a:pt x="7566244" y="5913583"/>
                  <a:pt x="7565351" y="5915904"/>
                  <a:pt x="7563565" y="5917956"/>
                </a:cubicBezTo>
                <a:cubicBezTo>
                  <a:pt x="7561778" y="5920008"/>
                  <a:pt x="7559563" y="5921407"/>
                  <a:pt x="7556922" y="5922152"/>
                </a:cubicBezTo>
                <a:cubicBezTo>
                  <a:pt x="7551936" y="5923676"/>
                  <a:pt x="7543858" y="5924438"/>
                  <a:pt x="7532689" y="5924438"/>
                </a:cubicBezTo>
                <a:cubicBezTo>
                  <a:pt x="7520118" y="5924438"/>
                  <a:pt x="7511866" y="5923513"/>
                  <a:pt x="7507933" y="5921661"/>
                </a:cubicBezTo>
                <a:cubicBezTo>
                  <a:pt x="7504036" y="5920643"/>
                  <a:pt x="7501228" y="5919106"/>
                  <a:pt x="7499510" y="5917050"/>
                </a:cubicBezTo>
                <a:cubicBezTo>
                  <a:pt x="7497791" y="5914994"/>
                  <a:pt x="7496932" y="5912752"/>
                  <a:pt x="7496932" y="5910324"/>
                </a:cubicBezTo>
                <a:cubicBezTo>
                  <a:pt x="7496932" y="5908257"/>
                  <a:pt x="7497458" y="5906675"/>
                  <a:pt x="7498513" y="5905578"/>
                </a:cubicBezTo>
                <a:cubicBezTo>
                  <a:pt x="7499567" y="5904481"/>
                  <a:pt x="7501565" y="5903302"/>
                  <a:pt x="7504507" y="5902042"/>
                </a:cubicBezTo>
                <a:cubicBezTo>
                  <a:pt x="7506311" y="5901255"/>
                  <a:pt x="7507457" y="5898806"/>
                  <a:pt x="7507944" y="5894692"/>
                </a:cubicBezTo>
                <a:cubicBezTo>
                  <a:pt x="7508965" y="5886395"/>
                  <a:pt x="7509476" y="5874655"/>
                  <a:pt x="7509476" y="5859474"/>
                </a:cubicBezTo>
                <a:cubicBezTo>
                  <a:pt x="7509476" y="5844059"/>
                  <a:pt x="7509063" y="5834284"/>
                  <a:pt x="7508236" y="5830149"/>
                </a:cubicBezTo>
                <a:cubicBezTo>
                  <a:pt x="7507408" y="5826013"/>
                  <a:pt x="7505408" y="5822982"/>
                  <a:pt x="7502237" y="5821056"/>
                </a:cubicBezTo>
                <a:cubicBezTo>
                  <a:pt x="7499427" y="5819451"/>
                  <a:pt x="7497426" y="5817821"/>
                  <a:pt x="7496232" y="5816165"/>
                </a:cubicBezTo>
                <a:cubicBezTo>
                  <a:pt x="7495038" y="5814510"/>
                  <a:pt x="7494442" y="5812475"/>
                  <a:pt x="7494442" y="5810061"/>
                </a:cubicBezTo>
                <a:cubicBezTo>
                  <a:pt x="7494442" y="5806296"/>
                  <a:pt x="7496114" y="5803114"/>
                  <a:pt x="7499459" y="5800516"/>
                </a:cubicBezTo>
                <a:cubicBezTo>
                  <a:pt x="7502805" y="5797918"/>
                  <a:pt x="7507877" y="5795596"/>
                  <a:pt x="7514680" y="5793549"/>
                </a:cubicBezTo>
                <a:cubicBezTo>
                  <a:pt x="7519179" y="5792180"/>
                  <a:pt x="7524986" y="5790880"/>
                  <a:pt x="7532103" y="5789651"/>
                </a:cubicBezTo>
                <a:cubicBezTo>
                  <a:pt x="7539219" y="5788421"/>
                  <a:pt x="7544425" y="5787806"/>
                  <a:pt x="7547723" y="5787806"/>
                </a:cubicBezTo>
                <a:close/>
                <a:moveTo>
                  <a:pt x="6374520" y="5787806"/>
                </a:moveTo>
                <a:cubicBezTo>
                  <a:pt x="6379590" y="5787806"/>
                  <a:pt x="6382049" y="5790132"/>
                  <a:pt x="6381896" y="5794784"/>
                </a:cubicBezTo>
                <a:lnTo>
                  <a:pt x="6380657" y="5834733"/>
                </a:lnTo>
                <a:cubicBezTo>
                  <a:pt x="6380550" y="5838178"/>
                  <a:pt x="6381345" y="5839900"/>
                  <a:pt x="6383042" y="5839900"/>
                </a:cubicBezTo>
                <a:cubicBezTo>
                  <a:pt x="6383893" y="5839900"/>
                  <a:pt x="6384855" y="5839132"/>
                  <a:pt x="6385926" y="5837596"/>
                </a:cubicBezTo>
                <a:cubicBezTo>
                  <a:pt x="6392510" y="5828024"/>
                  <a:pt x="6401316" y="5823239"/>
                  <a:pt x="6412346" y="5823239"/>
                </a:cubicBezTo>
                <a:cubicBezTo>
                  <a:pt x="6423063" y="5823239"/>
                  <a:pt x="6431619" y="5826539"/>
                  <a:pt x="6438015" y="5833138"/>
                </a:cubicBezTo>
                <a:cubicBezTo>
                  <a:pt x="6440962" y="5836155"/>
                  <a:pt x="6443023" y="5839643"/>
                  <a:pt x="6444197" y="5843603"/>
                </a:cubicBezTo>
                <a:cubicBezTo>
                  <a:pt x="6445371" y="5847563"/>
                  <a:pt x="6446025" y="5853163"/>
                  <a:pt x="6446157" y="5860402"/>
                </a:cubicBezTo>
                <a:lnTo>
                  <a:pt x="6447020" y="5894972"/>
                </a:lnTo>
                <a:cubicBezTo>
                  <a:pt x="6447077" y="5897676"/>
                  <a:pt x="6447404" y="5899601"/>
                  <a:pt x="6448004" y="5900748"/>
                </a:cubicBezTo>
                <a:cubicBezTo>
                  <a:pt x="6448604" y="5901896"/>
                  <a:pt x="6450126" y="5903430"/>
                  <a:pt x="6452570" y="5905350"/>
                </a:cubicBezTo>
                <a:cubicBezTo>
                  <a:pt x="6454956" y="5907242"/>
                  <a:pt x="6456148" y="5909506"/>
                  <a:pt x="6456148" y="5912143"/>
                </a:cubicBezTo>
                <a:cubicBezTo>
                  <a:pt x="6456148" y="5920340"/>
                  <a:pt x="6445058" y="5924438"/>
                  <a:pt x="6422879" y="5924438"/>
                </a:cubicBezTo>
                <a:cubicBezTo>
                  <a:pt x="6403063" y="5924438"/>
                  <a:pt x="6393155" y="5920563"/>
                  <a:pt x="6393155" y="5912813"/>
                </a:cubicBezTo>
                <a:cubicBezTo>
                  <a:pt x="6393155" y="5911390"/>
                  <a:pt x="6393371" y="5910290"/>
                  <a:pt x="6393801" y="5909514"/>
                </a:cubicBezTo>
                <a:cubicBezTo>
                  <a:pt x="6394233" y="5908737"/>
                  <a:pt x="6396384" y="5906824"/>
                  <a:pt x="6400254" y="5903774"/>
                </a:cubicBezTo>
                <a:cubicBezTo>
                  <a:pt x="6400756" y="5901138"/>
                  <a:pt x="6401007" y="5893011"/>
                  <a:pt x="6401007" y="5879392"/>
                </a:cubicBezTo>
                <a:cubicBezTo>
                  <a:pt x="6401007" y="5871212"/>
                  <a:pt x="6400386" y="5865606"/>
                  <a:pt x="6399143" y="5862573"/>
                </a:cubicBezTo>
                <a:cubicBezTo>
                  <a:pt x="6397089" y="5857405"/>
                  <a:pt x="6393796" y="5854821"/>
                  <a:pt x="6389267" y="5854821"/>
                </a:cubicBezTo>
                <a:cubicBezTo>
                  <a:pt x="6386129" y="5854821"/>
                  <a:pt x="6383823" y="5855940"/>
                  <a:pt x="6382347" y="5858180"/>
                </a:cubicBezTo>
                <a:cubicBezTo>
                  <a:pt x="6381242" y="5859865"/>
                  <a:pt x="6380689" y="5863330"/>
                  <a:pt x="6380689" y="5868572"/>
                </a:cubicBezTo>
                <a:lnTo>
                  <a:pt x="6380689" y="5887547"/>
                </a:lnTo>
                <a:cubicBezTo>
                  <a:pt x="6381104" y="5895134"/>
                  <a:pt x="6381446" y="5899385"/>
                  <a:pt x="6381716" y="5900301"/>
                </a:cubicBezTo>
                <a:cubicBezTo>
                  <a:pt x="6381986" y="5901217"/>
                  <a:pt x="6383313" y="5903013"/>
                  <a:pt x="6385697" y="5905689"/>
                </a:cubicBezTo>
                <a:cubicBezTo>
                  <a:pt x="6387274" y="5907432"/>
                  <a:pt x="6388063" y="5909423"/>
                  <a:pt x="6388063" y="5911664"/>
                </a:cubicBezTo>
                <a:cubicBezTo>
                  <a:pt x="6388063" y="5920180"/>
                  <a:pt x="6377995" y="5924438"/>
                  <a:pt x="6357857" y="5924438"/>
                </a:cubicBezTo>
                <a:cubicBezTo>
                  <a:pt x="6334594" y="5924438"/>
                  <a:pt x="6322962" y="5920053"/>
                  <a:pt x="6322962" y="5911281"/>
                </a:cubicBezTo>
                <a:cubicBezTo>
                  <a:pt x="6322962" y="5909133"/>
                  <a:pt x="6323414" y="5907463"/>
                  <a:pt x="6324318" y="5906272"/>
                </a:cubicBezTo>
                <a:cubicBezTo>
                  <a:pt x="6325222" y="5905081"/>
                  <a:pt x="6326845" y="5903854"/>
                  <a:pt x="6329187" y="5902591"/>
                </a:cubicBezTo>
                <a:cubicBezTo>
                  <a:pt x="6331685" y="5900436"/>
                  <a:pt x="6333378" y="5895725"/>
                  <a:pt x="6334268" y="5888456"/>
                </a:cubicBezTo>
                <a:cubicBezTo>
                  <a:pt x="6335158" y="5881187"/>
                  <a:pt x="6335603" y="5868877"/>
                  <a:pt x="6335603" y="5851526"/>
                </a:cubicBezTo>
                <a:cubicBezTo>
                  <a:pt x="6335603" y="5838004"/>
                  <a:pt x="6335232" y="5828683"/>
                  <a:pt x="6334492" y="5823562"/>
                </a:cubicBezTo>
                <a:cubicBezTo>
                  <a:pt x="6334250" y="5821692"/>
                  <a:pt x="6333890" y="5820427"/>
                  <a:pt x="6333412" y="5819766"/>
                </a:cubicBezTo>
                <a:cubicBezTo>
                  <a:pt x="6332934" y="5819105"/>
                  <a:pt x="6331903" y="5818365"/>
                  <a:pt x="6330321" y="5817546"/>
                </a:cubicBezTo>
                <a:cubicBezTo>
                  <a:pt x="6325671" y="5815146"/>
                  <a:pt x="6323345" y="5812205"/>
                  <a:pt x="6323345" y="5808721"/>
                </a:cubicBezTo>
                <a:cubicBezTo>
                  <a:pt x="6323345" y="5804826"/>
                  <a:pt x="6325025" y="5801770"/>
                  <a:pt x="6328385" y="5799554"/>
                </a:cubicBezTo>
                <a:cubicBezTo>
                  <a:pt x="6331745" y="5797338"/>
                  <a:pt x="6337420" y="5795149"/>
                  <a:pt x="6345409" y="5792986"/>
                </a:cubicBezTo>
                <a:cubicBezTo>
                  <a:pt x="6357838" y="5789533"/>
                  <a:pt x="6367542" y="5787806"/>
                  <a:pt x="6374520" y="5787806"/>
                </a:cubicBezTo>
                <a:close/>
                <a:moveTo>
                  <a:pt x="5593470" y="5787806"/>
                </a:moveTo>
                <a:cubicBezTo>
                  <a:pt x="5598540" y="5787806"/>
                  <a:pt x="5600999" y="5790132"/>
                  <a:pt x="5600846" y="5794784"/>
                </a:cubicBezTo>
                <a:lnTo>
                  <a:pt x="5599607" y="5834733"/>
                </a:lnTo>
                <a:cubicBezTo>
                  <a:pt x="5599500" y="5838178"/>
                  <a:pt x="5600295" y="5839900"/>
                  <a:pt x="5601992" y="5839900"/>
                </a:cubicBezTo>
                <a:cubicBezTo>
                  <a:pt x="5602844" y="5839900"/>
                  <a:pt x="5603805" y="5839132"/>
                  <a:pt x="5604877" y="5837596"/>
                </a:cubicBezTo>
                <a:cubicBezTo>
                  <a:pt x="5611460" y="5828024"/>
                  <a:pt x="5620266" y="5823239"/>
                  <a:pt x="5631296" y="5823239"/>
                </a:cubicBezTo>
                <a:cubicBezTo>
                  <a:pt x="5642013" y="5823239"/>
                  <a:pt x="5650569" y="5826539"/>
                  <a:pt x="5656966" y="5833138"/>
                </a:cubicBezTo>
                <a:cubicBezTo>
                  <a:pt x="5659912" y="5836155"/>
                  <a:pt x="5661973" y="5839643"/>
                  <a:pt x="5663147" y="5843603"/>
                </a:cubicBezTo>
                <a:cubicBezTo>
                  <a:pt x="5664321" y="5847563"/>
                  <a:pt x="5664975" y="5853163"/>
                  <a:pt x="5665107" y="5860402"/>
                </a:cubicBezTo>
                <a:lnTo>
                  <a:pt x="5665970" y="5894972"/>
                </a:lnTo>
                <a:cubicBezTo>
                  <a:pt x="5666027" y="5897676"/>
                  <a:pt x="5666356" y="5899601"/>
                  <a:pt x="5666955" y="5900748"/>
                </a:cubicBezTo>
                <a:cubicBezTo>
                  <a:pt x="5667554" y="5901896"/>
                  <a:pt x="5669076" y="5903430"/>
                  <a:pt x="5671520" y="5905350"/>
                </a:cubicBezTo>
                <a:cubicBezTo>
                  <a:pt x="5673906" y="5907242"/>
                  <a:pt x="5675099" y="5909506"/>
                  <a:pt x="5675099" y="5912143"/>
                </a:cubicBezTo>
                <a:cubicBezTo>
                  <a:pt x="5675099" y="5920340"/>
                  <a:pt x="5664009" y="5924438"/>
                  <a:pt x="5641829" y="5924438"/>
                </a:cubicBezTo>
                <a:cubicBezTo>
                  <a:pt x="5622013" y="5924438"/>
                  <a:pt x="5612105" y="5920563"/>
                  <a:pt x="5612105" y="5912813"/>
                </a:cubicBezTo>
                <a:cubicBezTo>
                  <a:pt x="5612105" y="5911390"/>
                  <a:pt x="5612321" y="5910290"/>
                  <a:pt x="5612752" y="5909514"/>
                </a:cubicBezTo>
                <a:cubicBezTo>
                  <a:pt x="5613183" y="5908737"/>
                  <a:pt x="5615334" y="5906824"/>
                  <a:pt x="5619205" y="5903774"/>
                </a:cubicBezTo>
                <a:cubicBezTo>
                  <a:pt x="5619706" y="5901138"/>
                  <a:pt x="5619957" y="5893011"/>
                  <a:pt x="5619957" y="5879392"/>
                </a:cubicBezTo>
                <a:cubicBezTo>
                  <a:pt x="5619957" y="5871212"/>
                  <a:pt x="5619336" y="5865606"/>
                  <a:pt x="5618094" y="5862573"/>
                </a:cubicBezTo>
                <a:cubicBezTo>
                  <a:pt x="5616038" y="5857405"/>
                  <a:pt x="5612747" y="5854821"/>
                  <a:pt x="5608217" y="5854821"/>
                </a:cubicBezTo>
                <a:cubicBezTo>
                  <a:pt x="5605080" y="5854821"/>
                  <a:pt x="5602773" y="5855940"/>
                  <a:pt x="5601298" y="5858180"/>
                </a:cubicBezTo>
                <a:cubicBezTo>
                  <a:pt x="5600192" y="5859865"/>
                  <a:pt x="5599639" y="5863330"/>
                  <a:pt x="5599639" y="5868572"/>
                </a:cubicBezTo>
                <a:lnTo>
                  <a:pt x="5599639" y="5887547"/>
                </a:lnTo>
                <a:cubicBezTo>
                  <a:pt x="5600054" y="5895134"/>
                  <a:pt x="5600396" y="5899385"/>
                  <a:pt x="5600666" y="5900301"/>
                </a:cubicBezTo>
                <a:cubicBezTo>
                  <a:pt x="5600935" y="5901217"/>
                  <a:pt x="5602263" y="5903013"/>
                  <a:pt x="5604648" y="5905689"/>
                </a:cubicBezTo>
                <a:cubicBezTo>
                  <a:pt x="5606224" y="5907432"/>
                  <a:pt x="5607013" y="5909423"/>
                  <a:pt x="5607013" y="5911664"/>
                </a:cubicBezTo>
                <a:cubicBezTo>
                  <a:pt x="5607013" y="5920180"/>
                  <a:pt x="5596944" y="5924438"/>
                  <a:pt x="5576808" y="5924438"/>
                </a:cubicBezTo>
                <a:cubicBezTo>
                  <a:pt x="5553544" y="5924438"/>
                  <a:pt x="5541913" y="5920053"/>
                  <a:pt x="5541913" y="5911281"/>
                </a:cubicBezTo>
                <a:cubicBezTo>
                  <a:pt x="5541913" y="5909133"/>
                  <a:pt x="5542364" y="5907463"/>
                  <a:pt x="5543268" y="5906272"/>
                </a:cubicBezTo>
                <a:cubicBezTo>
                  <a:pt x="5544172" y="5905081"/>
                  <a:pt x="5545795" y="5903854"/>
                  <a:pt x="5548137" y="5902591"/>
                </a:cubicBezTo>
                <a:cubicBezTo>
                  <a:pt x="5550635" y="5900436"/>
                  <a:pt x="5552329" y="5895725"/>
                  <a:pt x="5553219" y="5888456"/>
                </a:cubicBezTo>
                <a:cubicBezTo>
                  <a:pt x="5554108" y="5881187"/>
                  <a:pt x="5554553" y="5868877"/>
                  <a:pt x="5554553" y="5851526"/>
                </a:cubicBezTo>
                <a:cubicBezTo>
                  <a:pt x="5554553" y="5838004"/>
                  <a:pt x="5554182" y="5828683"/>
                  <a:pt x="5553442" y="5823562"/>
                </a:cubicBezTo>
                <a:cubicBezTo>
                  <a:pt x="5553201" y="5821692"/>
                  <a:pt x="5552840" y="5820427"/>
                  <a:pt x="5552362" y="5819766"/>
                </a:cubicBezTo>
                <a:cubicBezTo>
                  <a:pt x="5551884" y="5819105"/>
                  <a:pt x="5550853" y="5818365"/>
                  <a:pt x="5549271" y="5817546"/>
                </a:cubicBezTo>
                <a:cubicBezTo>
                  <a:pt x="5544621" y="5815146"/>
                  <a:pt x="5542296" y="5812205"/>
                  <a:pt x="5542296" y="5808721"/>
                </a:cubicBezTo>
                <a:cubicBezTo>
                  <a:pt x="5542296" y="5804826"/>
                  <a:pt x="5543975" y="5801770"/>
                  <a:pt x="5547336" y="5799554"/>
                </a:cubicBezTo>
                <a:cubicBezTo>
                  <a:pt x="5550695" y="5797338"/>
                  <a:pt x="5556370" y="5795149"/>
                  <a:pt x="5564359" y="5792986"/>
                </a:cubicBezTo>
                <a:cubicBezTo>
                  <a:pt x="5576788" y="5789533"/>
                  <a:pt x="5586492" y="5787806"/>
                  <a:pt x="5593470" y="5787806"/>
                </a:cubicBezTo>
                <a:close/>
                <a:moveTo>
                  <a:pt x="9621224" y="5787712"/>
                </a:moveTo>
                <a:cubicBezTo>
                  <a:pt x="9628080" y="5787712"/>
                  <a:pt x="9631509" y="5790980"/>
                  <a:pt x="9631509" y="5797517"/>
                </a:cubicBezTo>
                <a:lnTo>
                  <a:pt x="9631509" y="5884947"/>
                </a:lnTo>
                <a:cubicBezTo>
                  <a:pt x="9631509" y="5889776"/>
                  <a:pt x="9631671" y="5892739"/>
                  <a:pt x="9631995" y="5893835"/>
                </a:cubicBezTo>
                <a:cubicBezTo>
                  <a:pt x="9632319" y="5894930"/>
                  <a:pt x="9633231" y="5896003"/>
                  <a:pt x="9634731" y="5897053"/>
                </a:cubicBezTo>
                <a:cubicBezTo>
                  <a:pt x="9637279" y="5898823"/>
                  <a:pt x="9639039" y="5900447"/>
                  <a:pt x="9640011" y="5901925"/>
                </a:cubicBezTo>
                <a:cubicBezTo>
                  <a:pt x="9640982" y="5903403"/>
                  <a:pt x="9641469" y="5905181"/>
                  <a:pt x="9641469" y="5907259"/>
                </a:cubicBezTo>
                <a:cubicBezTo>
                  <a:pt x="9641469" y="5913361"/>
                  <a:pt x="9634995" y="5917906"/>
                  <a:pt x="9622048" y="5920895"/>
                </a:cubicBezTo>
                <a:cubicBezTo>
                  <a:pt x="9614332" y="5923257"/>
                  <a:pt x="9605726" y="5924438"/>
                  <a:pt x="9596230" y="5924438"/>
                </a:cubicBezTo>
                <a:cubicBezTo>
                  <a:pt x="9593617" y="5924438"/>
                  <a:pt x="9591835" y="5923962"/>
                  <a:pt x="9590883" y="5923010"/>
                </a:cubicBezTo>
                <a:cubicBezTo>
                  <a:pt x="9589930" y="5922058"/>
                  <a:pt x="9589344" y="5920266"/>
                  <a:pt x="9589126" y="5917635"/>
                </a:cubicBezTo>
                <a:cubicBezTo>
                  <a:pt x="9588907" y="5915403"/>
                  <a:pt x="9588403" y="5914287"/>
                  <a:pt x="9587612" y="5914287"/>
                </a:cubicBezTo>
                <a:cubicBezTo>
                  <a:pt x="9587039" y="5914287"/>
                  <a:pt x="9585775" y="5915102"/>
                  <a:pt x="9583818" y="5916733"/>
                </a:cubicBezTo>
                <a:cubicBezTo>
                  <a:pt x="9576955" y="5922317"/>
                  <a:pt x="9569282" y="5925108"/>
                  <a:pt x="9560799" y="5925108"/>
                </a:cubicBezTo>
                <a:cubicBezTo>
                  <a:pt x="9550380" y="5925108"/>
                  <a:pt x="9541027" y="5921265"/>
                  <a:pt x="9532737" y="5913577"/>
                </a:cubicBezTo>
                <a:cubicBezTo>
                  <a:pt x="9527885" y="5908989"/>
                  <a:pt x="9523915" y="5903340"/>
                  <a:pt x="9520828" y="5896629"/>
                </a:cubicBezTo>
                <a:cubicBezTo>
                  <a:pt x="9516998" y="5889685"/>
                  <a:pt x="9515083" y="5882216"/>
                  <a:pt x="9515083" y="5874222"/>
                </a:cubicBezTo>
                <a:cubicBezTo>
                  <a:pt x="9515083" y="5864876"/>
                  <a:pt x="9517663" y="5855868"/>
                  <a:pt x="9522826" y="5847198"/>
                </a:cubicBezTo>
                <a:cubicBezTo>
                  <a:pt x="9527614" y="5839151"/>
                  <a:pt x="9534125" y="5832969"/>
                  <a:pt x="9542358" y="5828653"/>
                </a:cubicBezTo>
                <a:cubicBezTo>
                  <a:pt x="9549311" y="5825044"/>
                  <a:pt x="9556160" y="5823239"/>
                  <a:pt x="9562905" y="5823239"/>
                </a:cubicBezTo>
                <a:cubicBezTo>
                  <a:pt x="9570649" y="5823239"/>
                  <a:pt x="9577481" y="5824912"/>
                  <a:pt x="9583402" y="5828258"/>
                </a:cubicBezTo>
                <a:cubicBezTo>
                  <a:pt x="9584309" y="5828742"/>
                  <a:pt x="9584882" y="5828984"/>
                  <a:pt x="9585121" y="5828984"/>
                </a:cubicBezTo>
                <a:cubicBezTo>
                  <a:pt x="9585861" y="5828984"/>
                  <a:pt x="9586232" y="5826890"/>
                  <a:pt x="9586232" y="5822702"/>
                </a:cubicBezTo>
                <a:cubicBezTo>
                  <a:pt x="9586232" y="5820852"/>
                  <a:pt x="9585818" y="5819466"/>
                  <a:pt x="9584990" y="5818543"/>
                </a:cubicBezTo>
                <a:cubicBezTo>
                  <a:pt x="9584162" y="5817620"/>
                  <a:pt x="9583358" y="5816785"/>
                  <a:pt x="9582576" y="5816037"/>
                </a:cubicBezTo>
                <a:cubicBezTo>
                  <a:pt x="9575884" y="5814415"/>
                  <a:pt x="9572539" y="5811530"/>
                  <a:pt x="9572539" y="5807380"/>
                </a:cubicBezTo>
                <a:cubicBezTo>
                  <a:pt x="9572539" y="5801743"/>
                  <a:pt x="9577635" y="5797484"/>
                  <a:pt x="9587829" y="5794602"/>
                </a:cubicBezTo>
                <a:cubicBezTo>
                  <a:pt x="9604391" y="5790009"/>
                  <a:pt x="9615523" y="5787712"/>
                  <a:pt x="9621224" y="5787712"/>
                </a:cubicBezTo>
                <a:close/>
                <a:moveTo>
                  <a:pt x="7925773" y="5787712"/>
                </a:moveTo>
                <a:cubicBezTo>
                  <a:pt x="7932631" y="5787712"/>
                  <a:pt x="7936059" y="5790980"/>
                  <a:pt x="7936059" y="5797517"/>
                </a:cubicBezTo>
                <a:lnTo>
                  <a:pt x="7936059" y="5884947"/>
                </a:lnTo>
                <a:cubicBezTo>
                  <a:pt x="7936059" y="5889776"/>
                  <a:pt x="7936222" y="5892739"/>
                  <a:pt x="7936546" y="5893835"/>
                </a:cubicBezTo>
                <a:cubicBezTo>
                  <a:pt x="7936869" y="5894930"/>
                  <a:pt x="7937781" y="5896003"/>
                  <a:pt x="7939281" y="5897053"/>
                </a:cubicBezTo>
                <a:cubicBezTo>
                  <a:pt x="7941829" y="5898823"/>
                  <a:pt x="7943590" y="5900447"/>
                  <a:pt x="7944561" y="5901925"/>
                </a:cubicBezTo>
                <a:cubicBezTo>
                  <a:pt x="7945533" y="5903403"/>
                  <a:pt x="7946018" y="5905181"/>
                  <a:pt x="7946018" y="5907259"/>
                </a:cubicBezTo>
                <a:cubicBezTo>
                  <a:pt x="7946018" y="5913361"/>
                  <a:pt x="7939545" y="5917906"/>
                  <a:pt x="7926598" y="5920895"/>
                </a:cubicBezTo>
                <a:cubicBezTo>
                  <a:pt x="7918882" y="5923257"/>
                  <a:pt x="7910276" y="5924438"/>
                  <a:pt x="7900780" y="5924438"/>
                </a:cubicBezTo>
                <a:cubicBezTo>
                  <a:pt x="7898167" y="5924438"/>
                  <a:pt x="7896385" y="5923962"/>
                  <a:pt x="7895432" y="5923010"/>
                </a:cubicBezTo>
                <a:cubicBezTo>
                  <a:pt x="7894480" y="5922058"/>
                  <a:pt x="7893895" y="5920266"/>
                  <a:pt x="7893675" y="5917635"/>
                </a:cubicBezTo>
                <a:cubicBezTo>
                  <a:pt x="7893457" y="5915403"/>
                  <a:pt x="7892952" y="5914287"/>
                  <a:pt x="7892162" y="5914287"/>
                </a:cubicBezTo>
                <a:cubicBezTo>
                  <a:pt x="7891590" y="5914287"/>
                  <a:pt x="7890324" y="5915102"/>
                  <a:pt x="7888368" y="5916733"/>
                </a:cubicBezTo>
                <a:cubicBezTo>
                  <a:pt x="7881505" y="5922317"/>
                  <a:pt x="7873832" y="5925108"/>
                  <a:pt x="7865349" y="5925108"/>
                </a:cubicBezTo>
                <a:cubicBezTo>
                  <a:pt x="7854931" y="5925108"/>
                  <a:pt x="7845577" y="5921265"/>
                  <a:pt x="7837288" y="5913577"/>
                </a:cubicBezTo>
                <a:cubicBezTo>
                  <a:pt x="7832434" y="5908989"/>
                  <a:pt x="7828465" y="5903340"/>
                  <a:pt x="7825378" y="5896629"/>
                </a:cubicBezTo>
                <a:cubicBezTo>
                  <a:pt x="7821547" y="5889685"/>
                  <a:pt x="7819632" y="5882216"/>
                  <a:pt x="7819632" y="5874222"/>
                </a:cubicBezTo>
                <a:cubicBezTo>
                  <a:pt x="7819632" y="5864876"/>
                  <a:pt x="7822214" y="5855868"/>
                  <a:pt x="7827375" y="5847198"/>
                </a:cubicBezTo>
                <a:cubicBezTo>
                  <a:pt x="7832165" y="5839151"/>
                  <a:pt x="7838675" y="5832969"/>
                  <a:pt x="7846908" y="5828653"/>
                </a:cubicBezTo>
                <a:cubicBezTo>
                  <a:pt x="7853862" y="5825044"/>
                  <a:pt x="7860711" y="5823239"/>
                  <a:pt x="7867455" y="5823239"/>
                </a:cubicBezTo>
                <a:cubicBezTo>
                  <a:pt x="7875200" y="5823239"/>
                  <a:pt x="7882032" y="5824912"/>
                  <a:pt x="7887951" y="5828258"/>
                </a:cubicBezTo>
                <a:cubicBezTo>
                  <a:pt x="7888859" y="5828742"/>
                  <a:pt x="7889433" y="5828984"/>
                  <a:pt x="7889671" y="5828984"/>
                </a:cubicBezTo>
                <a:cubicBezTo>
                  <a:pt x="7890412" y="5828984"/>
                  <a:pt x="7890783" y="5826890"/>
                  <a:pt x="7890783" y="5822702"/>
                </a:cubicBezTo>
                <a:cubicBezTo>
                  <a:pt x="7890783" y="5820852"/>
                  <a:pt x="7890369" y="5819466"/>
                  <a:pt x="7889540" y="5818543"/>
                </a:cubicBezTo>
                <a:cubicBezTo>
                  <a:pt x="7888712" y="5817620"/>
                  <a:pt x="7887907" y="5816785"/>
                  <a:pt x="7887126" y="5816037"/>
                </a:cubicBezTo>
                <a:cubicBezTo>
                  <a:pt x="7880435" y="5814415"/>
                  <a:pt x="7877089" y="5811530"/>
                  <a:pt x="7877089" y="5807380"/>
                </a:cubicBezTo>
                <a:cubicBezTo>
                  <a:pt x="7877089" y="5801743"/>
                  <a:pt x="7882186" y="5797484"/>
                  <a:pt x="7892378" y="5794602"/>
                </a:cubicBezTo>
                <a:cubicBezTo>
                  <a:pt x="7908942" y="5790009"/>
                  <a:pt x="7920074" y="5787712"/>
                  <a:pt x="7925773" y="5787712"/>
                </a:cubicBezTo>
                <a:close/>
                <a:moveTo>
                  <a:pt x="3725249" y="5787712"/>
                </a:moveTo>
                <a:cubicBezTo>
                  <a:pt x="3732106" y="5787712"/>
                  <a:pt x="3735535" y="5790980"/>
                  <a:pt x="3735535" y="5797517"/>
                </a:cubicBezTo>
                <a:lnTo>
                  <a:pt x="3735535" y="5884947"/>
                </a:lnTo>
                <a:cubicBezTo>
                  <a:pt x="3735535" y="5889776"/>
                  <a:pt x="3735697" y="5892739"/>
                  <a:pt x="3736021" y="5893835"/>
                </a:cubicBezTo>
                <a:cubicBezTo>
                  <a:pt x="3736345" y="5894930"/>
                  <a:pt x="3737257" y="5896003"/>
                  <a:pt x="3738756" y="5897053"/>
                </a:cubicBezTo>
                <a:cubicBezTo>
                  <a:pt x="3741305" y="5898823"/>
                  <a:pt x="3743065" y="5900447"/>
                  <a:pt x="3744037" y="5901925"/>
                </a:cubicBezTo>
                <a:cubicBezTo>
                  <a:pt x="3745008" y="5903403"/>
                  <a:pt x="3745494" y="5905181"/>
                  <a:pt x="3745494" y="5907259"/>
                </a:cubicBezTo>
                <a:cubicBezTo>
                  <a:pt x="3745494" y="5913361"/>
                  <a:pt x="3739021" y="5917906"/>
                  <a:pt x="3726073" y="5920895"/>
                </a:cubicBezTo>
                <a:cubicBezTo>
                  <a:pt x="3718358" y="5923257"/>
                  <a:pt x="3709752" y="5924438"/>
                  <a:pt x="3700255" y="5924438"/>
                </a:cubicBezTo>
                <a:cubicBezTo>
                  <a:pt x="3697643" y="5924438"/>
                  <a:pt x="3695860" y="5923962"/>
                  <a:pt x="3694908" y="5923010"/>
                </a:cubicBezTo>
                <a:cubicBezTo>
                  <a:pt x="3693956" y="5922058"/>
                  <a:pt x="3693370" y="5920266"/>
                  <a:pt x="3693152" y="5917635"/>
                </a:cubicBezTo>
                <a:cubicBezTo>
                  <a:pt x="3692933" y="5915403"/>
                  <a:pt x="3692428" y="5914287"/>
                  <a:pt x="3691638" y="5914287"/>
                </a:cubicBezTo>
                <a:cubicBezTo>
                  <a:pt x="3691065" y="5914287"/>
                  <a:pt x="3689801" y="5915102"/>
                  <a:pt x="3687844" y="5916733"/>
                </a:cubicBezTo>
                <a:cubicBezTo>
                  <a:pt x="3680981" y="5922317"/>
                  <a:pt x="3673308" y="5925108"/>
                  <a:pt x="3664825" y="5925108"/>
                </a:cubicBezTo>
                <a:cubicBezTo>
                  <a:pt x="3654407" y="5925108"/>
                  <a:pt x="3645053" y="5921265"/>
                  <a:pt x="3636763" y="5913577"/>
                </a:cubicBezTo>
                <a:cubicBezTo>
                  <a:pt x="3631910" y="5908989"/>
                  <a:pt x="3627941" y="5903340"/>
                  <a:pt x="3624854" y="5896629"/>
                </a:cubicBezTo>
                <a:cubicBezTo>
                  <a:pt x="3621024" y="5889685"/>
                  <a:pt x="3619108" y="5882216"/>
                  <a:pt x="3619108" y="5874222"/>
                </a:cubicBezTo>
                <a:cubicBezTo>
                  <a:pt x="3619108" y="5864876"/>
                  <a:pt x="3621689" y="5855868"/>
                  <a:pt x="3626851" y="5847198"/>
                </a:cubicBezTo>
                <a:cubicBezTo>
                  <a:pt x="3631640" y="5839151"/>
                  <a:pt x="3638151" y="5832969"/>
                  <a:pt x="3646383" y="5828653"/>
                </a:cubicBezTo>
                <a:cubicBezTo>
                  <a:pt x="3653337" y="5825044"/>
                  <a:pt x="3660187" y="5823239"/>
                  <a:pt x="3666931" y="5823239"/>
                </a:cubicBezTo>
                <a:cubicBezTo>
                  <a:pt x="3674675" y="5823239"/>
                  <a:pt x="3681507" y="5824912"/>
                  <a:pt x="3687427" y="5828258"/>
                </a:cubicBezTo>
                <a:cubicBezTo>
                  <a:pt x="3688335" y="5828742"/>
                  <a:pt x="3688908" y="5828984"/>
                  <a:pt x="3689147" y="5828984"/>
                </a:cubicBezTo>
                <a:cubicBezTo>
                  <a:pt x="3689888" y="5828984"/>
                  <a:pt x="3690258" y="5826890"/>
                  <a:pt x="3690258" y="5822702"/>
                </a:cubicBezTo>
                <a:cubicBezTo>
                  <a:pt x="3690258" y="5820852"/>
                  <a:pt x="3689844" y="5819466"/>
                  <a:pt x="3689016" y="5818543"/>
                </a:cubicBezTo>
                <a:cubicBezTo>
                  <a:pt x="3688188" y="5817620"/>
                  <a:pt x="3687383" y="5816785"/>
                  <a:pt x="3686602" y="5816037"/>
                </a:cubicBezTo>
                <a:cubicBezTo>
                  <a:pt x="3679910" y="5814415"/>
                  <a:pt x="3676565" y="5811530"/>
                  <a:pt x="3676565" y="5807380"/>
                </a:cubicBezTo>
                <a:cubicBezTo>
                  <a:pt x="3676565" y="5801743"/>
                  <a:pt x="3681661" y="5797484"/>
                  <a:pt x="3691854" y="5794602"/>
                </a:cubicBezTo>
                <a:cubicBezTo>
                  <a:pt x="3708417" y="5790009"/>
                  <a:pt x="3719549" y="5787712"/>
                  <a:pt x="3725249" y="5787712"/>
                </a:cubicBezTo>
                <a:close/>
                <a:moveTo>
                  <a:pt x="2467950" y="5787712"/>
                </a:moveTo>
                <a:cubicBezTo>
                  <a:pt x="2474807" y="5787712"/>
                  <a:pt x="2478235" y="5790980"/>
                  <a:pt x="2478235" y="5797517"/>
                </a:cubicBezTo>
                <a:lnTo>
                  <a:pt x="2478235" y="5884947"/>
                </a:lnTo>
                <a:cubicBezTo>
                  <a:pt x="2478235" y="5889776"/>
                  <a:pt x="2478397" y="5892739"/>
                  <a:pt x="2478721" y="5893835"/>
                </a:cubicBezTo>
                <a:cubicBezTo>
                  <a:pt x="2479045" y="5894930"/>
                  <a:pt x="2479957" y="5896003"/>
                  <a:pt x="2481457" y="5897053"/>
                </a:cubicBezTo>
                <a:cubicBezTo>
                  <a:pt x="2484005" y="5898823"/>
                  <a:pt x="2485766" y="5900447"/>
                  <a:pt x="2486737" y="5901925"/>
                </a:cubicBezTo>
                <a:cubicBezTo>
                  <a:pt x="2487709" y="5903403"/>
                  <a:pt x="2488195" y="5905181"/>
                  <a:pt x="2488195" y="5907259"/>
                </a:cubicBezTo>
                <a:cubicBezTo>
                  <a:pt x="2488195" y="5913361"/>
                  <a:pt x="2481721" y="5917906"/>
                  <a:pt x="2468773" y="5920895"/>
                </a:cubicBezTo>
                <a:cubicBezTo>
                  <a:pt x="2461058" y="5923257"/>
                  <a:pt x="2452452" y="5924438"/>
                  <a:pt x="2442955" y="5924438"/>
                </a:cubicBezTo>
                <a:cubicBezTo>
                  <a:pt x="2440343" y="5924438"/>
                  <a:pt x="2438561" y="5923962"/>
                  <a:pt x="2437608" y="5923010"/>
                </a:cubicBezTo>
                <a:cubicBezTo>
                  <a:pt x="2436656" y="5922058"/>
                  <a:pt x="2436070" y="5920266"/>
                  <a:pt x="2435852" y="5917635"/>
                </a:cubicBezTo>
                <a:cubicBezTo>
                  <a:pt x="2435633" y="5915403"/>
                  <a:pt x="2435128" y="5914287"/>
                  <a:pt x="2434338" y="5914287"/>
                </a:cubicBezTo>
                <a:cubicBezTo>
                  <a:pt x="2433765" y="5914287"/>
                  <a:pt x="2432501" y="5915102"/>
                  <a:pt x="2430544" y="5916733"/>
                </a:cubicBezTo>
                <a:cubicBezTo>
                  <a:pt x="2423680" y="5922317"/>
                  <a:pt x="2416007" y="5925108"/>
                  <a:pt x="2407525" y="5925108"/>
                </a:cubicBezTo>
                <a:cubicBezTo>
                  <a:pt x="2397107" y="5925108"/>
                  <a:pt x="2387753" y="5921265"/>
                  <a:pt x="2379464" y="5913577"/>
                </a:cubicBezTo>
                <a:cubicBezTo>
                  <a:pt x="2374610" y="5908989"/>
                  <a:pt x="2370640" y="5903340"/>
                  <a:pt x="2367554" y="5896629"/>
                </a:cubicBezTo>
                <a:cubicBezTo>
                  <a:pt x="2363724" y="5889685"/>
                  <a:pt x="2361808" y="5882216"/>
                  <a:pt x="2361808" y="5874222"/>
                </a:cubicBezTo>
                <a:cubicBezTo>
                  <a:pt x="2361808" y="5864876"/>
                  <a:pt x="2364389" y="5855868"/>
                  <a:pt x="2369552" y="5847198"/>
                </a:cubicBezTo>
                <a:cubicBezTo>
                  <a:pt x="2374340" y="5839151"/>
                  <a:pt x="2380851" y="5832969"/>
                  <a:pt x="2389084" y="5828653"/>
                </a:cubicBezTo>
                <a:cubicBezTo>
                  <a:pt x="2396038" y="5825044"/>
                  <a:pt x="2402886" y="5823239"/>
                  <a:pt x="2409630" y="5823239"/>
                </a:cubicBezTo>
                <a:cubicBezTo>
                  <a:pt x="2417375" y="5823239"/>
                  <a:pt x="2424207" y="5824912"/>
                  <a:pt x="2430128" y="5828258"/>
                </a:cubicBezTo>
                <a:cubicBezTo>
                  <a:pt x="2431035" y="5828742"/>
                  <a:pt x="2431608" y="5828984"/>
                  <a:pt x="2431847" y="5828984"/>
                </a:cubicBezTo>
                <a:cubicBezTo>
                  <a:pt x="2432587" y="5828984"/>
                  <a:pt x="2432958" y="5826890"/>
                  <a:pt x="2432958" y="5822702"/>
                </a:cubicBezTo>
                <a:cubicBezTo>
                  <a:pt x="2432958" y="5820852"/>
                  <a:pt x="2432544" y="5819466"/>
                  <a:pt x="2431716" y="5818543"/>
                </a:cubicBezTo>
                <a:cubicBezTo>
                  <a:pt x="2430888" y="5817620"/>
                  <a:pt x="2430083" y="5816785"/>
                  <a:pt x="2429302" y="5816037"/>
                </a:cubicBezTo>
                <a:cubicBezTo>
                  <a:pt x="2422611" y="5814415"/>
                  <a:pt x="2419265" y="5811530"/>
                  <a:pt x="2419265" y="5807380"/>
                </a:cubicBezTo>
                <a:cubicBezTo>
                  <a:pt x="2419265" y="5801743"/>
                  <a:pt x="2424361" y="5797484"/>
                  <a:pt x="2434554" y="5794602"/>
                </a:cubicBezTo>
                <a:cubicBezTo>
                  <a:pt x="2451118" y="5790009"/>
                  <a:pt x="2462249" y="5787712"/>
                  <a:pt x="2467950" y="5787712"/>
                </a:cubicBezTo>
                <a:close/>
                <a:moveTo>
                  <a:pt x="11036408" y="5786850"/>
                </a:moveTo>
                <a:cubicBezTo>
                  <a:pt x="11048943" y="5786850"/>
                  <a:pt x="11059001" y="5789833"/>
                  <a:pt x="11066577" y="5795800"/>
                </a:cubicBezTo>
                <a:cubicBezTo>
                  <a:pt x="11072665" y="5800627"/>
                  <a:pt x="11075709" y="5806211"/>
                  <a:pt x="11075709" y="5812552"/>
                </a:cubicBezTo>
                <a:cubicBezTo>
                  <a:pt x="11075709" y="5817219"/>
                  <a:pt x="11074146" y="5821170"/>
                  <a:pt x="11071023" y="5824402"/>
                </a:cubicBezTo>
                <a:cubicBezTo>
                  <a:pt x="11067899" y="5827635"/>
                  <a:pt x="11063989" y="5829251"/>
                  <a:pt x="11059294" y="5829251"/>
                </a:cubicBezTo>
                <a:cubicBezTo>
                  <a:pt x="11054226" y="5829251"/>
                  <a:pt x="11049495" y="5827587"/>
                  <a:pt x="11045100" y="5824260"/>
                </a:cubicBezTo>
                <a:cubicBezTo>
                  <a:pt x="11043776" y="5823182"/>
                  <a:pt x="11041025" y="5820123"/>
                  <a:pt x="11036847" y="5815082"/>
                </a:cubicBezTo>
                <a:cubicBezTo>
                  <a:pt x="11034829" y="5813356"/>
                  <a:pt x="11032735" y="5812494"/>
                  <a:pt x="11030566" y="5812494"/>
                </a:cubicBezTo>
                <a:cubicBezTo>
                  <a:pt x="11029373" y="5812494"/>
                  <a:pt x="11028332" y="5812939"/>
                  <a:pt x="11027441" y="5813830"/>
                </a:cubicBezTo>
                <a:cubicBezTo>
                  <a:pt x="11026550" y="5814720"/>
                  <a:pt x="11026105" y="5815827"/>
                  <a:pt x="11026105" y="5817148"/>
                </a:cubicBezTo>
                <a:cubicBezTo>
                  <a:pt x="11026105" y="5821503"/>
                  <a:pt x="11030893" y="5826813"/>
                  <a:pt x="11040468" y="5833079"/>
                </a:cubicBezTo>
                <a:cubicBezTo>
                  <a:pt x="11042868" y="5834013"/>
                  <a:pt x="11044678" y="5835071"/>
                  <a:pt x="11045898" y="5836254"/>
                </a:cubicBezTo>
                <a:cubicBezTo>
                  <a:pt x="11047119" y="5837436"/>
                  <a:pt x="11048169" y="5839011"/>
                  <a:pt x="11049048" y="5840978"/>
                </a:cubicBezTo>
                <a:cubicBezTo>
                  <a:pt x="11049077" y="5841026"/>
                  <a:pt x="11049492" y="5841049"/>
                  <a:pt x="11050292" y="5841049"/>
                </a:cubicBezTo>
                <a:lnTo>
                  <a:pt x="11062167" y="5841049"/>
                </a:lnTo>
                <a:cubicBezTo>
                  <a:pt x="11064568" y="5841049"/>
                  <a:pt x="11066436" y="5841527"/>
                  <a:pt x="11067771" y="5842482"/>
                </a:cubicBezTo>
                <a:cubicBezTo>
                  <a:pt x="11069105" y="5843438"/>
                  <a:pt x="11069694" y="5845013"/>
                  <a:pt x="11069538" y="5847209"/>
                </a:cubicBezTo>
                <a:lnTo>
                  <a:pt x="11068774" y="5858575"/>
                </a:lnTo>
                <a:cubicBezTo>
                  <a:pt x="11068626" y="5861266"/>
                  <a:pt x="11068088" y="5863100"/>
                  <a:pt x="11067162" y="5864079"/>
                </a:cubicBezTo>
                <a:cubicBezTo>
                  <a:pt x="11066235" y="5865057"/>
                  <a:pt x="11064475" y="5865546"/>
                  <a:pt x="11061879" y="5865546"/>
                </a:cubicBezTo>
                <a:cubicBezTo>
                  <a:pt x="11061331" y="5865546"/>
                  <a:pt x="11060189" y="5865479"/>
                  <a:pt x="11058453" y="5865346"/>
                </a:cubicBezTo>
                <a:cubicBezTo>
                  <a:pt x="11057409" y="5865287"/>
                  <a:pt x="11056539" y="5865257"/>
                  <a:pt x="11055846" y="5865257"/>
                </a:cubicBezTo>
                <a:cubicBezTo>
                  <a:pt x="11053995" y="5865257"/>
                  <a:pt x="11052725" y="5865889"/>
                  <a:pt x="11052036" y="5867153"/>
                </a:cubicBezTo>
                <a:cubicBezTo>
                  <a:pt x="11051348" y="5868416"/>
                  <a:pt x="11051003" y="5871347"/>
                  <a:pt x="11051003" y="5875945"/>
                </a:cubicBezTo>
                <a:cubicBezTo>
                  <a:pt x="11051003" y="5882529"/>
                  <a:pt x="11051737" y="5888148"/>
                  <a:pt x="11053206" y="5892800"/>
                </a:cubicBezTo>
                <a:cubicBezTo>
                  <a:pt x="11053614" y="5894142"/>
                  <a:pt x="11054226" y="5895162"/>
                  <a:pt x="11055043" y="5895860"/>
                </a:cubicBezTo>
                <a:cubicBezTo>
                  <a:pt x="11055860" y="5896558"/>
                  <a:pt x="11057596" y="5897281"/>
                  <a:pt x="11060249" y="5898028"/>
                </a:cubicBezTo>
                <a:cubicBezTo>
                  <a:pt x="11066406" y="5899847"/>
                  <a:pt x="11069485" y="5903499"/>
                  <a:pt x="11069485" y="5908982"/>
                </a:cubicBezTo>
                <a:cubicBezTo>
                  <a:pt x="11069485" y="5914702"/>
                  <a:pt x="11065925" y="5918708"/>
                  <a:pt x="11058805" y="5921000"/>
                </a:cubicBezTo>
                <a:cubicBezTo>
                  <a:pt x="11051685" y="5923292"/>
                  <a:pt x="11040548" y="5924438"/>
                  <a:pt x="11025395" y="5924438"/>
                </a:cubicBezTo>
                <a:cubicBezTo>
                  <a:pt x="11001939" y="5924438"/>
                  <a:pt x="10990212" y="5919382"/>
                  <a:pt x="10990212" y="5909269"/>
                </a:cubicBezTo>
                <a:cubicBezTo>
                  <a:pt x="10990212" y="5906604"/>
                  <a:pt x="10990806" y="5904616"/>
                  <a:pt x="10991994" y="5903305"/>
                </a:cubicBezTo>
                <a:cubicBezTo>
                  <a:pt x="10993181" y="5901995"/>
                  <a:pt x="10995266" y="5900701"/>
                  <a:pt x="10998248" y="5899423"/>
                </a:cubicBezTo>
                <a:cubicBezTo>
                  <a:pt x="11001370" y="5898009"/>
                  <a:pt x="11003225" y="5895571"/>
                  <a:pt x="11003811" y="5892110"/>
                </a:cubicBezTo>
                <a:cubicBezTo>
                  <a:pt x="11004895" y="5885852"/>
                  <a:pt x="11005438" y="5879251"/>
                  <a:pt x="11005438" y="5872306"/>
                </a:cubicBezTo>
                <a:cubicBezTo>
                  <a:pt x="11005438" y="5869626"/>
                  <a:pt x="11005059" y="5867860"/>
                  <a:pt x="11004303" y="5867011"/>
                </a:cubicBezTo>
                <a:cubicBezTo>
                  <a:pt x="11003547" y="5866161"/>
                  <a:pt x="11001991" y="5865769"/>
                  <a:pt x="10999636" y="5865833"/>
                </a:cubicBezTo>
                <a:cubicBezTo>
                  <a:pt x="10995887" y="5865833"/>
                  <a:pt x="10993284" y="5865561"/>
                  <a:pt x="10991824" y="5865018"/>
                </a:cubicBezTo>
                <a:cubicBezTo>
                  <a:pt x="10990366" y="5864475"/>
                  <a:pt x="10989672" y="5863002"/>
                  <a:pt x="10989739" y="5860600"/>
                </a:cubicBezTo>
                <a:lnTo>
                  <a:pt x="10990499" y="5848626"/>
                </a:lnTo>
                <a:cubicBezTo>
                  <a:pt x="10990663" y="5846098"/>
                  <a:pt x="10991193" y="5844438"/>
                  <a:pt x="10992092" y="5843646"/>
                </a:cubicBezTo>
                <a:cubicBezTo>
                  <a:pt x="10992990" y="5842854"/>
                  <a:pt x="10994921" y="5842382"/>
                  <a:pt x="10997885" y="5842229"/>
                </a:cubicBezTo>
                <a:cubicBezTo>
                  <a:pt x="10999026" y="5842168"/>
                  <a:pt x="10999597" y="5841660"/>
                  <a:pt x="10999597" y="5840705"/>
                </a:cubicBezTo>
                <a:cubicBezTo>
                  <a:pt x="10999597" y="5840179"/>
                  <a:pt x="10998735" y="5838135"/>
                  <a:pt x="10997010" y="5834573"/>
                </a:cubicBezTo>
                <a:cubicBezTo>
                  <a:pt x="10994074" y="5829634"/>
                  <a:pt x="10992606" y="5824337"/>
                  <a:pt x="10992606" y="5818680"/>
                </a:cubicBezTo>
                <a:cubicBezTo>
                  <a:pt x="10992606" y="5810308"/>
                  <a:pt x="10995492" y="5803478"/>
                  <a:pt x="11001261" y="5798190"/>
                </a:cubicBezTo>
                <a:cubicBezTo>
                  <a:pt x="11009490" y="5790630"/>
                  <a:pt x="11021205" y="5786850"/>
                  <a:pt x="11036408" y="5786850"/>
                </a:cubicBezTo>
                <a:close/>
                <a:moveTo>
                  <a:pt x="7169258" y="5786850"/>
                </a:moveTo>
                <a:cubicBezTo>
                  <a:pt x="7181794" y="5786850"/>
                  <a:pt x="7191850" y="5789833"/>
                  <a:pt x="7199427" y="5795800"/>
                </a:cubicBezTo>
                <a:cubicBezTo>
                  <a:pt x="7205515" y="5800627"/>
                  <a:pt x="7208559" y="5806211"/>
                  <a:pt x="7208559" y="5812552"/>
                </a:cubicBezTo>
                <a:cubicBezTo>
                  <a:pt x="7208559" y="5817219"/>
                  <a:pt x="7206997" y="5821170"/>
                  <a:pt x="7203873" y="5824402"/>
                </a:cubicBezTo>
                <a:cubicBezTo>
                  <a:pt x="7200749" y="5827635"/>
                  <a:pt x="7196839" y="5829251"/>
                  <a:pt x="7192144" y="5829251"/>
                </a:cubicBezTo>
                <a:cubicBezTo>
                  <a:pt x="7187077" y="5829251"/>
                  <a:pt x="7182346" y="5827587"/>
                  <a:pt x="7177951" y="5824260"/>
                </a:cubicBezTo>
                <a:cubicBezTo>
                  <a:pt x="7176626" y="5823182"/>
                  <a:pt x="7173875" y="5820123"/>
                  <a:pt x="7169698" y="5815082"/>
                </a:cubicBezTo>
                <a:cubicBezTo>
                  <a:pt x="7167678" y="5813356"/>
                  <a:pt x="7165585" y="5812494"/>
                  <a:pt x="7163417" y="5812494"/>
                </a:cubicBezTo>
                <a:cubicBezTo>
                  <a:pt x="7162224" y="5812494"/>
                  <a:pt x="7161182" y="5812939"/>
                  <a:pt x="7160292" y="5813830"/>
                </a:cubicBezTo>
                <a:cubicBezTo>
                  <a:pt x="7159400" y="5814720"/>
                  <a:pt x="7158956" y="5815827"/>
                  <a:pt x="7158956" y="5817148"/>
                </a:cubicBezTo>
                <a:cubicBezTo>
                  <a:pt x="7158956" y="5821503"/>
                  <a:pt x="7163743" y="5826813"/>
                  <a:pt x="7173319" y="5833079"/>
                </a:cubicBezTo>
                <a:cubicBezTo>
                  <a:pt x="7175719" y="5834013"/>
                  <a:pt x="7177528" y="5835071"/>
                  <a:pt x="7178749" y="5836254"/>
                </a:cubicBezTo>
                <a:cubicBezTo>
                  <a:pt x="7179968" y="5837436"/>
                  <a:pt x="7181018" y="5839011"/>
                  <a:pt x="7181899" y="5840978"/>
                </a:cubicBezTo>
                <a:cubicBezTo>
                  <a:pt x="7181927" y="5841026"/>
                  <a:pt x="7182341" y="5841049"/>
                  <a:pt x="7183142" y="5841049"/>
                </a:cubicBezTo>
                <a:lnTo>
                  <a:pt x="7195017" y="5841049"/>
                </a:lnTo>
                <a:cubicBezTo>
                  <a:pt x="7197419" y="5841049"/>
                  <a:pt x="7199286" y="5841527"/>
                  <a:pt x="7200621" y="5842482"/>
                </a:cubicBezTo>
                <a:cubicBezTo>
                  <a:pt x="7201955" y="5843438"/>
                  <a:pt x="7202545" y="5845013"/>
                  <a:pt x="7202389" y="5847209"/>
                </a:cubicBezTo>
                <a:lnTo>
                  <a:pt x="7201625" y="5858575"/>
                </a:lnTo>
                <a:cubicBezTo>
                  <a:pt x="7201476" y="5861266"/>
                  <a:pt x="7200939" y="5863100"/>
                  <a:pt x="7200012" y="5864079"/>
                </a:cubicBezTo>
                <a:cubicBezTo>
                  <a:pt x="7199086" y="5865057"/>
                  <a:pt x="7197325" y="5865546"/>
                  <a:pt x="7194730" y="5865546"/>
                </a:cubicBezTo>
                <a:cubicBezTo>
                  <a:pt x="7194181" y="5865546"/>
                  <a:pt x="7193039" y="5865479"/>
                  <a:pt x="7191304" y="5865346"/>
                </a:cubicBezTo>
                <a:cubicBezTo>
                  <a:pt x="7190258" y="5865287"/>
                  <a:pt x="7189390" y="5865257"/>
                  <a:pt x="7188697" y="5865257"/>
                </a:cubicBezTo>
                <a:cubicBezTo>
                  <a:pt x="7186845" y="5865257"/>
                  <a:pt x="7185575" y="5865889"/>
                  <a:pt x="7184887" y="5867153"/>
                </a:cubicBezTo>
                <a:cubicBezTo>
                  <a:pt x="7184198" y="5868416"/>
                  <a:pt x="7183854" y="5871347"/>
                  <a:pt x="7183854" y="5875945"/>
                </a:cubicBezTo>
                <a:cubicBezTo>
                  <a:pt x="7183854" y="5882529"/>
                  <a:pt x="7184587" y="5888148"/>
                  <a:pt x="7186056" y="5892800"/>
                </a:cubicBezTo>
                <a:cubicBezTo>
                  <a:pt x="7186463" y="5894142"/>
                  <a:pt x="7187076" y="5895162"/>
                  <a:pt x="7187894" y="5895860"/>
                </a:cubicBezTo>
                <a:cubicBezTo>
                  <a:pt x="7188711" y="5896558"/>
                  <a:pt x="7190446" y="5897281"/>
                  <a:pt x="7193100" y="5898028"/>
                </a:cubicBezTo>
                <a:cubicBezTo>
                  <a:pt x="7199257" y="5899847"/>
                  <a:pt x="7202336" y="5903499"/>
                  <a:pt x="7202336" y="5908982"/>
                </a:cubicBezTo>
                <a:cubicBezTo>
                  <a:pt x="7202336" y="5914702"/>
                  <a:pt x="7198775" y="5918708"/>
                  <a:pt x="7191656" y="5921000"/>
                </a:cubicBezTo>
                <a:cubicBezTo>
                  <a:pt x="7184535" y="5923292"/>
                  <a:pt x="7173398" y="5924438"/>
                  <a:pt x="7158245" y="5924438"/>
                </a:cubicBezTo>
                <a:cubicBezTo>
                  <a:pt x="7134790" y="5924438"/>
                  <a:pt x="7123063" y="5919382"/>
                  <a:pt x="7123063" y="5909269"/>
                </a:cubicBezTo>
                <a:cubicBezTo>
                  <a:pt x="7123063" y="5906604"/>
                  <a:pt x="7123656" y="5904616"/>
                  <a:pt x="7124844" y="5903305"/>
                </a:cubicBezTo>
                <a:cubicBezTo>
                  <a:pt x="7126032" y="5901995"/>
                  <a:pt x="7128117" y="5900701"/>
                  <a:pt x="7131099" y="5899423"/>
                </a:cubicBezTo>
                <a:cubicBezTo>
                  <a:pt x="7134221" y="5898009"/>
                  <a:pt x="7136075" y="5895571"/>
                  <a:pt x="7136661" y="5892110"/>
                </a:cubicBezTo>
                <a:cubicBezTo>
                  <a:pt x="7137745" y="5885852"/>
                  <a:pt x="7138288" y="5879251"/>
                  <a:pt x="7138288" y="5872306"/>
                </a:cubicBezTo>
                <a:cubicBezTo>
                  <a:pt x="7138288" y="5869626"/>
                  <a:pt x="7137909" y="5867860"/>
                  <a:pt x="7137154" y="5867011"/>
                </a:cubicBezTo>
                <a:cubicBezTo>
                  <a:pt x="7136397" y="5866161"/>
                  <a:pt x="7134840" y="5865769"/>
                  <a:pt x="7132486" y="5865833"/>
                </a:cubicBezTo>
                <a:cubicBezTo>
                  <a:pt x="7128736" y="5865833"/>
                  <a:pt x="7126133" y="5865561"/>
                  <a:pt x="7124675" y="5865018"/>
                </a:cubicBezTo>
                <a:cubicBezTo>
                  <a:pt x="7123217" y="5864475"/>
                  <a:pt x="7122523" y="5863002"/>
                  <a:pt x="7122589" y="5860600"/>
                </a:cubicBezTo>
                <a:lnTo>
                  <a:pt x="7123349" y="5848626"/>
                </a:lnTo>
                <a:cubicBezTo>
                  <a:pt x="7123513" y="5846098"/>
                  <a:pt x="7124044" y="5844438"/>
                  <a:pt x="7124942" y="5843646"/>
                </a:cubicBezTo>
                <a:cubicBezTo>
                  <a:pt x="7125839" y="5842854"/>
                  <a:pt x="7127770" y="5842382"/>
                  <a:pt x="7130735" y="5842229"/>
                </a:cubicBezTo>
                <a:cubicBezTo>
                  <a:pt x="7131877" y="5842168"/>
                  <a:pt x="7132447" y="5841660"/>
                  <a:pt x="7132447" y="5840705"/>
                </a:cubicBezTo>
                <a:cubicBezTo>
                  <a:pt x="7132447" y="5840179"/>
                  <a:pt x="7131585" y="5838135"/>
                  <a:pt x="7129861" y="5834573"/>
                </a:cubicBezTo>
                <a:cubicBezTo>
                  <a:pt x="7126925" y="5829634"/>
                  <a:pt x="7125457" y="5824337"/>
                  <a:pt x="7125457" y="5818680"/>
                </a:cubicBezTo>
                <a:cubicBezTo>
                  <a:pt x="7125457" y="5810308"/>
                  <a:pt x="7128341" y="5803478"/>
                  <a:pt x="7134111" y="5798190"/>
                </a:cubicBezTo>
                <a:cubicBezTo>
                  <a:pt x="7142340" y="5790630"/>
                  <a:pt x="7154055" y="5786850"/>
                  <a:pt x="7169258" y="5786850"/>
                </a:cubicBezTo>
                <a:close/>
                <a:moveTo>
                  <a:pt x="4102209" y="5786850"/>
                </a:moveTo>
                <a:cubicBezTo>
                  <a:pt x="4114744" y="5786850"/>
                  <a:pt x="4124801" y="5789833"/>
                  <a:pt x="4132377" y="5795800"/>
                </a:cubicBezTo>
                <a:cubicBezTo>
                  <a:pt x="4138465" y="5800627"/>
                  <a:pt x="4141510" y="5806211"/>
                  <a:pt x="4141510" y="5812552"/>
                </a:cubicBezTo>
                <a:cubicBezTo>
                  <a:pt x="4141510" y="5817219"/>
                  <a:pt x="4139948" y="5821170"/>
                  <a:pt x="4136824" y="5824402"/>
                </a:cubicBezTo>
                <a:cubicBezTo>
                  <a:pt x="4133700" y="5827635"/>
                  <a:pt x="4129790" y="5829251"/>
                  <a:pt x="4125095" y="5829251"/>
                </a:cubicBezTo>
                <a:cubicBezTo>
                  <a:pt x="4120027" y="5829251"/>
                  <a:pt x="4115296" y="5827587"/>
                  <a:pt x="4110901" y="5824260"/>
                </a:cubicBezTo>
                <a:cubicBezTo>
                  <a:pt x="4109577" y="5823182"/>
                  <a:pt x="4106826" y="5820123"/>
                  <a:pt x="4102648" y="5815082"/>
                </a:cubicBezTo>
                <a:cubicBezTo>
                  <a:pt x="4100630" y="5813356"/>
                  <a:pt x="4098536" y="5812494"/>
                  <a:pt x="4096367" y="5812494"/>
                </a:cubicBezTo>
                <a:cubicBezTo>
                  <a:pt x="4095175" y="5812494"/>
                  <a:pt x="4094133" y="5812939"/>
                  <a:pt x="4093242" y="5813830"/>
                </a:cubicBezTo>
                <a:cubicBezTo>
                  <a:pt x="4092351" y="5814720"/>
                  <a:pt x="4091906" y="5815827"/>
                  <a:pt x="4091906" y="5817148"/>
                </a:cubicBezTo>
                <a:cubicBezTo>
                  <a:pt x="4091906" y="5821503"/>
                  <a:pt x="4096694" y="5826813"/>
                  <a:pt x="4106270" y="5833079"/>
                </a:cubicBezTo>
                <a:cubicBezTo>
                  <a:pt x="4108669" y="5834013"/>
                  <a:pt x="4110479" y="5835071"/>
                  <a:pt x="4111699" y="5836254"/>
                </a:cubicBezTo>
                <a:cubicBezTo>
                  <a:pt x="4112919" y="5837436"/>
                  <a:pt x="4113969" y="5839011"/>
                  <a:pt x="4114849" y="5840978"/>
                </a:cubicBezTo>
                <a:cubicBezTo>
                  <a:pt x="4114877" y="5841026"/>
                  <a:pt x="4115292" y="5841049"/>
                  <a:pt x="4116093" y="5841049"/>
                </a:cubicBezTo>
                <a:lnTo>
                  <a:pt x="4127968" y="5841049"/>
                </a:lnTo>
                <a:cubicBezTo>
                  <a:pt x="4130369" y="5841049"/>
                  <a:pt x="4132237" y="5841527"/>
                  <a:pt x="4133572" y="5842482"/>
                </a:cubicBezTo>
                <a:cubicBezTo>
                  <a:pt x="4134906" y="5843438"/>
                  <a:pt x="4135495" y="5845013"/>
                  <a:pt x="4135340" y="5847209"/>
                </a:cubicBezTo>
                <a:lnTo>
                  <a:pt x="4134575" y="5858575"/>
                </a:lnTo>
                <a:cubicBezTo>
                  <a:pt x="4134427" y="5861266"/>
                  <a:pt x="4133889" y="5863100"/>
                  <a:pt x="4132963" y="5864079"/>
                </a:cubicBezTo>
                <a:cubicBezTo>
                  <a:pt x="4132037" y="5865057"/>
                  <a:pt x="4130275" y="5865546"/>
                  <a:pt x="4127680" y="5865546"/>
                </a:cubicBezTo>
                <a:cubicBezTo>
                  <a:pt x="4127132" y="5865546"/>
                  <a:pt x="4125990" y="5865479"/>
                  <a:pt x="4124254" y="5865346"/>
                </a:cubicBezTo>
                <a:cubicBezTo>
                  <a:pt x="4123209" y="5865287"/>
                  <a:pt x="4122341" y="5865257"/>
                  <a:pt x="4121648" y="5865257"/>
                </a:cubicBezTo>
                <a:cubicBezTo>
                  <a:pt x="4119796" y="5865257"/>
                  <a:pt x="4118525" y="5865889"/>
                  <a:pt x="4117837" y="5867153"/>
                </a:cubicBezTo>
                <a:cubicBezTo>
                  <a:pt x="4117148" y="5868416"/>
                  <a:pt x="4116804" y="5871347"/>
                  <a:pt x="4116804" y="5875945"/>
                </a:cubicBezTo>
                <a:cubicBezTo>
                  <a:pt x="4116804" y="5882529"/>
                  <a:pt x="4117538" y="5888148"/>
                  <a:pt x="4119007" y="5892800"/>
                </a:cubicBezTo>
                <a:cubicBezTo>
                  <a:pt x="4119414" y="5894142"/>
                  <a:pt x="4120027" y="5895162"/>
                  <a:pt x="4120844" y="5895860"/>
                </a:cubicBezTo>
                <a:cubicBezTo>
                  <a:pt x="4121662" y="5896558"/>
                  <a:pt x="4123397" y="5897281"/>
                  <a:pt x="4126051" y="5898028"/>
                </a:cubicBezTo>
                <a:cubicBezTo>
                  <a:pt x="4132208" y="5899847"/>
                  <a:pt x="4135287" y="5903499"/>
                  <a:pt x="4135287" y="5908982"/>
                </a:cubicBezTo>
                <a:cubicBezTo>
                  <a:pt x="4135287" y="5914702"/>
                  <a:pt x="4131726" y="5918708"/>
                  <a:pt x="4124606" y="5921000"/>
                </a:cubicBezTo>
                <a:cubicBezTo>
                  <a:pt x="4117485" y="5923292"/>
                  <a:pt x="4106349" y="5924438"/>
                  <a:pt x="4091195" y="5924438"/>
                </a:cubicBezTo>
                <a:cubicBezTo>
                  <a:pt x="4067740" y="5924438"/>
                  <a:pt x="4056013" y="5919382"/>
                  <a:pt x="4056013" y="5909269"/>
                </a:cubicBezTo>
                <a:cubicBezTo>
                  <a:pt x="4056013" y="5906604"/>
                  <a:pt x="4056607" y="5904616"/>
                  <a:pt x="4057795" y="5903305"/>
                </a:cubicBezTo>
                <a:cubicBezTo>
                  <a:pt x="4058982" y="5901995"/>
                  <a:pt x="4061067" y="5900701"/>
                  <a:pt x="4064049" y="5899423"/>
                </a:cubicBezTo>
                <a:cubicBezTo>
                  <a:pt x="4067172" y="5898009"/>
                  <a:pt x="4069026" y="5895571"/>
                  <a:pt x="4069612" y="5892110"/>
                </a:cubicBezTo>
                <a:cubicBezTo>
                  <a:pt x="4070696" y="5885852"/>
                  <a:pt x="4071239" y="5879251"/>
                  <a:pt x="4071239" y="5872306"/>
                </a:cubicBezTo>
                <a:cubicBezTo>
                  <a:pt x="4071239" y="5869626"/>
                  <a:pt x="4070860" y="5867860"/>
                  <a:pt x="4070104" y="5867011"/>
                </a:cubicBezTo>
                <a:cubicBezTo>
                  <a:pt x="4069347" y="5866161"/>
                  <a:pt x="4067792" y="5865769"/>
                  <a:pt x="4065437" y="5865833"/>
                </a:cubicBezTo>
                <a:cubicBezTo>
                  <a:pt x="4061687" y="5865833"/>
                  <a:pt x="4059084" y="5865561"/>
                  <a:pt x="4057626" y="5865018"/>
                </a:cubicBezTo>
                <a:cubicBezTo>
                  <a:pt x="4056168" y="5864475"/>
                  <a:pt x="4055473" y="5863002"/>
                  <a:pt x="4055540" y="5860600"/>
                </a:cubicBezTo>
                <a:lnTo>
                  <a:pt x="4056300" y="5848626"/>
                </a:lnTo>
                <a:cubicBezTo>
                  <a:pt x="4056464" y="5846098"/>
                  <a:pt x="4056994" y="5844438"/>
                  <a:pt x="4057892" y="5843646"/>
                </a:cubicBezTo>
                <a:cubicBezTo>
                  <a:pt x="4058790" y="5842854"/>
                  <a:pt x="4060721" y="5842382"/>
                  <a:pt x="4063686" y="5842229"/>
                </a:cubicBezTo>
                <a:cubicBezTo>
                  <a:pt x="4064828" y="5842168"/>
                  <a:pt x="4065399" y="5841660"/>
                  <a:pt x="4065399" y="5840705"/>
                </a:cubicBezTo>
                <a:cubicBezTo>
                  <a:pt x="4065399" y="5840179"/>
                  <a:pt x="4064536" y="5838135"/>
                  <a:pt x="4062812" y="5834573"/>
                </a:cubicBezTo>
                <a:cubicBezTo>
                  <a:pt x="4059876" y="5829634"/>
                  <a:pt x="4058407" y="5824337"/>
                  <a:pt x="4058407" y="5818680"/>
                </a:cubicBezTo>
                <a:cubicBezTo>
                  <a:pt x="4058407" y="5810308"/>
                  <a:pt x="4061292" y="5803478"/>
                  <a:pt x="4067061" y="5798190"/>
                </a:cubicBezTo>
                <a:cubicBezTo>
                  <a:pt x="4075290" y="5790630"/>
                  <a:pt x="4087006" y="5786850"/>
                  <a:pt x="4102209" y="5786850"/>
                </a:cubicBezTo>
                <a:close/>
                <a:moveTo>
                  <a:pt x="3349733" y="5786850"/>
                </a:moveTo>
                <a:cubicBezTo>
                  <a:pt x="3362270" y="5786850"/>
                  <a:pt x="3372326" y="5789833"/>
                  <a:pt x="3379902" y="5795800"/>
                </a:cubicBezTo>
                <a:cubicBezTo>
                  <a:pt x="3385990" y="5800627"/>
                  <a:pt x="3389034" y="5806211"/>
                  <a:pt x="3389034" y="5812552"/>
                </a:cubicBezTo>
                <a:cubicBezTo>
                  <a:pt x="3389034" y="5817219"/>
                  <a:pt x="3387472" y="5821170"/>
                  <a:pt x="3384349" y="5824402"/>
                </a:cubicBezTo>
                <a:cubicBezTo>
                  <a:pt x="3381225" y="5827635"/>
                  <a:pt x="3377315" y="5829251"/>
                  <a:pt x="3372620" y="5829251"/>
                </a:cubicBezTo>
                <a:cubicBezTo>
                  <a:pt x="3367553" y="5829251"/>
                  <a:pt x="3362821" y="5827587"/>
                  <a:pt x="3358426" y="5824260"/>
                </a:cubicBezTo>
                <a:cubicBezTo>
                  <a:pt x="3357101" y="5823182"/>
                  <a:pt x="3354350" y="5820123"/>
                  <a:pt x="3350173" y="5815082"/>
                </a:cubicBezTo>
                <a:cubicBezTo>
                  <a:pt x="3348155" y="5813356"/>
                  <a:pt x="3346060" y="5812494"/>
                  <a:pt x="3343891" y="5812494"/>
                </a:cubicBezTo>
                <a:cubicBezTo>
                  <a:pt x="3342700" y="5812494"/>
                  <a:pt x="3341658" y="5812939"/>
                  <a:pt x="3340767" y="5813830"/>
                </a:cubicBezTo>
                <a:cubicBezTo>
                  <a:pt x="3339876" y="5814720"/>
                  <a:pt x="3339431" y="5815827"/>
                  <a:pt x="3339431" y="5817148"/>
                </a:cubicBezTo>
                <a:cubicBezTo>
                  <a:pt x="3339431" y="5821503"/>
                  <a:pt x="3344219" y="5826813"/>
                  <a:pt x="3353794" y="5833079"/>
                </a:cubicBezTo>
                <a:cubicBezTo>
                  <a:pt x="3356195" y="5834013"/>
                  <a:pt x="3358004" y="5835071"/>
                  <a:pt x="3359224" y="5836254"/>
                </a:cubicBezTo>
                <a:cubicBezTo>
                  <a:pt x="3360444" y="5837436"/>
                  <a:pt x="3361494" y="5839011"/>
                  <a:pt x="3362374" y="5840978"/>
                </a:cubicBezTo>
                <a:cubicBezTo>
                  <a:pt x="3362402" y="5841026"/>
                  <a:pt x="3362817" y="5841049"/>
                  <a:pt x="3363617" y="5841049"/>
                </a:cubicBezTo>
                <a:lnTo>
                  <a:pt x="3375492" y="5841049"/>
                </a:lnTo>
                <a:cubicBezTo>
                  <a:pt x="3377894" y="5841049"/>
                  <a:pt x="3379762" y="5841527"/>
                  <a:pt x="3381097" y="5842482"/>
                </a:cubicBezTo>
                <a:cubicBezTo>
                  <a:pt x="3382431" y="5843438"/>
                  <a:pt x="3383020" y="5845013"/>
                  <a:pt x="3382864" y="5847209"/>
                </a:cubicBezTo>
                <a:lnTo>
                  <a:pt x="3382100" y="5858575"/>
                </a:lnTo>
                <a:cubicBezTo>
                  <a:pt x="3381952" y="5861266"/>
                  <a:pt x="3381414" y="5863100"/>
                  <a:pt x="3380488" y="5864079"/>
                </a:cubicBezTo>
                <a:cubicBezTo>
                  <a:pt x="3379562" y="5865057"/>
                  <a:pt x="3377801" y="5865546"/>
                  <a:pt x="3375205" y="5865546"/>
                </a:cubicBezTo>
                <a:cubicBezTo>
                  <a:pt x="3374657" y="5865546"/>
                  <a:pt x="3373515" y="5865479"/>
                  <a:pt x="3371779" y="5865346"/>
                </a:cubicBezTo>
                <a:cubicBezTo>
                  <a:pt x="3370734" y="5865287"/>
                  <a:pt x="3369865" y="5865257"/>
                  <a:pt x="3369173" y="5865257"/>
                </a:cubicBezTo>
                <a:cubicBezTo>
                  <a:pt x="3367321" y="5865257"/>
                  <a:pt x="3366051" y="5865889"/>
                  <a:pt x="3365362" y="5867153"/>
                </a:cubicBezTo>
                <a:cubicBezTo>
                  <a:pt x="3364673" y="5868416"/>
                  <a:pt x="3364329" y="5871347"/>
                  <a:pt x="3364329" y="5875945"/>
                </a:cubicBezTo>
                <a:cubicBezTo>
                  <a:pt x="3364329" y="5882529"/>
                  <a:pt x="3365063" y="5888148"/>
                  <a:pt x="3366531" y="5892800"/>
                </a:cubicBezTo>
                <a:cubicBezTo>
                  <a:pt x="3366939" y="5894142"/>
                  <a:pt x="3367551" y="5895162"/>
                  <a:pt x="3368369" y="5895860"/>
                </a:cubicBezTo>
                <a:cubicBezTo>
                  <a:pt x="3369187" y="5896558"/>
                  <a:pt x="3370922" y="5897281"/>
                  <a:pt x="3373576" y="5898028"/>
                </a:cubicBezTo>
                <a:cubicBezTo>
                  <a:pt x="3379732" y="5899847"/>
                  <a:pt x="3382811" y="5903499"/>
                  <a:pt x="3382811" y="5908982"/>
                </a:cubicBezTo>
                <a:cubicBezTo>
                  <a:pt x="3382811" y="5914702"/>
                  <a:pt x="3379251" y="5918708"/>
                  <a:pt x="3372131" y="5921000"/>
                </a:cubicBezTo>
                <a:cubicBezTo>
                  <a:pt x="3365010" y="5923292"/>
                  <a:pt x="3353874" y="5924438"/>
                  <a:pt x="3338720" y="5924438"/>
                </a:cubicBezTo>
                <a:cubicBezTo>
                  <a:pt x="3315265" y="5924438"/>
                  <a:pt x="3303538" y="5919382"/>
                  <a:pt x="3303538" y="5909269"/>
                </a:cubicBezTo>
                <a:cubicBezTo>
                  <a:pt x="3303538" y="5906604"/>
                  <a:pt x="3304132" y="5904616"/>
                  <a:pt x="3305320" y="5903305"/>
                </a:cubicBezTo>
                <a:cubicBezTo>
                  <a:pt x="3306508" y="5901995"/>
                  <a:pt x="3308592" y="5900701"/>
                  <a:pt x="3311574" y="5899423"/>
                </a:cubicBezTo>
                <a:cubicBezTo>
                  <a:pt x="3314696" y="5898009"/>
                  <a:pt x="3316551" y="5895571"/>
                  <a:pt x="3317136" y="5892110"/>
                </a:cubicBezTo>
                <a:cubicBezTo>
                  <a:pt x="3318221" y="5885852"/>
                  <a:pt x="3318763" y="5879251"/>
                  <a:pt x="3318763" y="5872306"/>
                </a:cubicBezTo>
                <a:cubicBezTo>
                  <a:pt x="3318763" y="5869626"/>
                  <a:pt x="3318385" y="5867860"/>
                  <a:pt x="3317628" y="5867011"/>
                </a:cubicBezTo>
                <a:cubicBezTo>
                  <a:pt x="3316872" y="5866161"/>
                  <a:pt x="3315316" y="5865769"/>
                  <a:pt x="3312962" y="5865833"/>
                </a:cubicBezTo>
                <a:cubicBezTo>
                  <a:pt x="3309212" y="5865833"/>
                  <a:pt x="3306609" y="5865561"/>
                  <a:pt x="3305151" y="5865018"/>
                </a:cubicBezTo>
                <a:cubicBezTo>
                  <a:pt x="3303693" y="5864475"/>
                  <a:pt x="3302998" y="5863002"/>
                  <a:pt x="3303065" y="5860600"/>
                </a:cubicBezTo>
                <a:lnTo>
                  <a:pt x="3303825" y="5848626"/>
                </a:lnTo>
                <a:cubicBezTo>
                  <a:pt x="3303988" y="5846098"/>
                  <a:pt x="3304520" y="5844438"/>
                  <a:pt x="3305417" y="5843646"/>
                </a:cubicBezTo>
                <a:cubicBezTo>
                  <a:pt x="3306315" y="5842854"/>
                  <a:pt x="3308247" y="5842382"/>
                  <a:pt x="3311211" y="5842229"/>
                </a:cubicBezTo>
                <a:cubicBezTo>
                  <a:pt x="3312353" y="5842168"/>
                  <a:pt x="3312923" y="5841660"/>
                  <a:pt x="3312923" y="5840705"/>
                </a:cubicBezTo>
                <a:cubicBezTo>
                  <a:pt x="3312923" y="5840179"/>
                  <a:pt x="3312061" y="5838135"/>
                  <a:pt x="3310337" y="5834573"/>
                </a:cubicBezTo>
                <a:cubicBezTo>
                  <a:pt x="3307400" y="5829634"/>
                  <a:pt x="3305933" y="5824337"/>
                  <a:pt x="3305933" y="5818680"/>
                </a:cubicBezTo>
                <a:cubicBezTo>
                  <a:pt x="3305933" y="5810308"/>
                  <a:pt x="3308817" y="5803478"/>
                  <a:pt x="3314587" y="5798190"/>
                </a:cubicBezTo>
                <a:cubicBezTo>
                  <a:pt x="3322815" y="5790630"/>
                  <a:pt x="3334531" y="5786850"/>
                  <a:pt x="3349733" y="5786850"/>
                </a:cubicBezTo>
                <a:close/>
                <a:moveTo>
                  <a:pt x="758933" y="5786850"/>
                </a:moveTo>
                <a:cubicBezTo>
                  <a:pt x="771470" y="5786850"/>
                  <a:pt x="781526" y="5789833"/>
                  <a:pt x="789102" y="5795800"/>
                </a:cubicBezTo>
                <a:cubicBezTo>
                  <a:pt x="795190" y="5800627"/>
                  <a:pt x="798234" y="5806211"/>
                  <a:pt x="798234" y="5812552"/>
                </a:cubicBezTo>
                <a:cubicBezTo>
                  <a:pt x="798234" y="5817219"/>
                  <a:pt x="796673" y="5821170"/>
                  <a:pt x="793548" y="5824402"/>
                </a:cubicBezTo>
                <a:cubicBezTo>
                  <a:pt x="790425" y="5827635"/>
                  <a:pt x="786515" y="5829251"/>
                  <a:pt x="781820" y="5829251"/>
                </a:cubicBezTo>
                <a:cubicBezTo>
                  <a:pt x="776752" y="5829251"/>
                  <a:pt x="772021" y="5827587"/>
                  <a:pt x="767626" y="5824260"/>
                </a:cubicBezTo>
                <a:cubicBezTo>
                  <a:pt x="766301" y="5823182"/>
                  <a:pt x="763550" y="5820123"/>
                  <a:pt x="759373" y="5815082"/>
                </a:cubicBezTo>
                <a:cubicBezTo>
                  <a:pt x="757354" y="5813356"/>
                  <a:pt x="755261" y="5812494"/>
                  <a:pt x="753092" y="5812494"/>
                </a:cubicBezTo>
                <a:cubicBezTo>
                  <a:pt x="751899" y="5812494"/>
                  <a:pt x="750858" y="5812939"/>
                  <a:pt x="749967" y="5813830"/>
                </a:cubicBezTo>
                <a:cubicBezTo>
                  <a:pt x="749076" y="5814720"/>
                  <a:pt x="748631" y="5815827"/>
                  <a:pt x="748631" y="5817148"/>
                </a:cubicBezTo>
                <a:cubicBezTo>
                  <a:pt x="748631" y="5821503"/>
                  <a:pt x="753419" y="5826813"/>
                  <a:pt x="762994" y="5833079"/>
                </a:cubicBezTo>
                <a:cubicBezTo>
                  <a:pt x="765394" y="5834013"/>
                  <a:pt x="767204" y="5835071"/>
                  <a:pt x="768424" y="5836254"/>
                </a:cubicBezTo>
                <a:cubicBezTo>
                  <a:pt x="769644" y="5837436"/>
                  <a:pt x="770694" y="5839011"/>
                  <a:pt x="771574" y="5840978"/>
                </a:cubicBezTo>
                <a:cubicBezTo>
                  <a:pt x="771602" y="5841026"/>
                  <a:pt x="772017" y="5841049"/>
                  <a:pt x="772818" y="5841049"/>
                </a:cubicBezTo>
                <a:lnTo>
                  <a:pt x="784692" y="5841049"/>
                </a:lnTo>
                <a:cubicBezTo>
                  <a:pt x="787094" y="5841049"/>
                  <a:pt x="788962" y="5841527"/>
                  <a:pt x="790296" y="5842482"/>
                </a:cubicBezTo>
                <a:cubicBezTo>
                  <a:pt x="791631" y="5843438"/>
                  <a:pt x="792220" y="5845013"/>
                  <a:pt x="792064" y="5847209"/>
                </a:cubicBezTo>
                <a:lnTo>
                  <a:pt x="791300" y="5858575"/>
                </a:lnTo>
                <a:cubicBezTo>
                  <a:pt x="791151" y="5861266"/>
                  <a:pt x="790614" y="5863100"/>
                  <a:pt x="789688" y="5864079"/>
                </a:cubicBezTo>
                <a:cubicBezTo>
                  <a:pt x="788761" y="5865057"/>
                  <a:pt x="787000" y="5865546"/>
                  <a:pt x="784405" y="5865546"/>
                </a:cubicBezTo>
                <a:cubicBezTo>
                  <a:pt x="783857" y="5865546"/>
                  <a:pt x="782715" y="5865479"/>
                  <a:pt x="780979" y="5865346"/>
                </a:cubicBezTo>
                <a:cubicBezTo>
                  <a:pt x="779934" y="5865287"/>
                  <a:pt x="779065" y="5865257"/>
                  <a:pt x="778372" y="5865257"/>
                </a:cubicBezTo>
                <a:cubicBezTo>
                  <a:pt x="776521" y="5865257"/>
                  <a:pt x="775251" y="5865889"/>
                  <a:pt x="774562" y="5867153"/>
                </a:cubicBezTo>
                <a:cubicBezTo>
                  <a:pt x="773873" y="5868416"/>
                  <a:pt x="773529" y="5871347"/>
                  <a:pt x="773529" y="5875945"/>
                </a:cubicBezTo>
                <a:cubicBezTo>
                  <a:pt x="773529" y="5882529"/>
                  <a:pt x="774263" y="5888148"/>
                  <a:pt x="775731" y="5892800"/>
                </a:cubicBezTo>
                <a:cubicBezTo>
                  <a:pt x="776139" y="5894142"/>
                  <a:pt x="776752" y="5895162"/>
                  <a:pt x="777569" y="5895860"/>
                </a:cubicBezTo>
                <a:cubicBezTo>
                  <a:pt x="778386" y="5896558"/>
                  <a:pt x="780122" y="5897281"/>
                  <a:pt x="782775" y="5898028"/>
                </a:cubicBezTo>
                <a:cubicBezTo>
                  <a:pt x="788932" y="5899847"/>
                  <a:pt x="792011" y="5903499"/>
                  <a:pt x="792011" y="5908982"/>
                </a:cubicBezTo>
                <a:cubicBezTo>
                  <a:pt x="792011" y="5914702"/>
                  <a:pt x="788451" y="5918708"/>
                  <a:pt x="781331" y="5921000"/>
                </a:cubicBezTo>
                <a:cubicBezTo>
                  <a:pt x="774211" y="5923292"/>
                  <a:pt x="763074" y="5924438"/>
                  <a:pt x="747920" y="5924438"/>
                </a:cubicBezTo>
                <a:cubicBezTo>
                  <a:pt x="724465" y="5924438"/>
                  <a:pt x="712738" y="5919382"/>
                  <a:pt x="712738" y="5909269"/>
                </a:cubicBezTo>
                <a:cubicBezTo>
                  <a:pt x="712738" y="5906604"/>
                  <a:pt x="713332" y="5904616"/>
                  <a:pt x="714519" y="5903305"/>
                </a:cubicBezTo>
                <a:cubicBezTo>
                  <a:pt x="715707" y="5901995"/>
                  <a:pt x="717792" y="5900701"/>
                  <a:pt x="720774" y="5899423"/>
                </a:cubicBezTo>
                <a:cubicBezTo>
                  <a:pt x="723896" y="5898009"/>
                  <a:pt x="725751" y="5895571"/>
                  <a:pt x="726337" y="5892110"/>
                </a:cubicBezTo>
                <a:cubicBezTo>
                  <a:pt x="727421" y="5885852"/>
                  <a:pt x="727963" y="5879251"/>
                  <a:pt x="727963" y="5872306"/>
                </a:cubicBezTo>
                <a:cubicBezTo>
                  <a:pt x="727963" y="5869626"/>
                  <a:pt x="727585" y="5867860"/>
                  <a:pt x="726829" y="5867011"/>
                </a:cubicBezTo>
                <a:cubicBezTo>
                  <a:pt x="726072" y="5866161"/>
                  <a:pt x="724516" y="5865769"/>
                  <a:pt x="722161" y="5865833"/>
                </a:cubicBezTo>
                <a:cubicBezTo>
                  <a:pt x="718412" y="5865833"/>
                  <a:pt x="715809" y="5865561"/>
                  <a:pt x="714351" y="5865018"/>
                </a:cubicBezTo>
                <a:cubicBezTo>
                  <a:pt x="712893" y="5864475"/>
                  <a:pt x="712197" y="5863002"/>
                  <a:pt x="712265" y="5860600"/>
                </a:cubicBezTo>
                <a:lnTo>
                  <a:pt x="713025" y="5848626"/>
                </a:lnTo>
                <a:cubicBezTo>
                  <a:pt x="713189" y="5846098"/>
                  <a:pt x="713719" y="5844438"/>
                  <a:pt x="714617" y="5843646"/>
                </a:cubicBezTo>
                <a:cubicBezTo>
                  <a:pt x="715515" y="5842854"/>
                  <a:pt x="717446" y="5842382"/>
                  <a:pt x="720411" y="5842229"/>
                </a:cubicBezTo>
                <a:cubicBezTo>
                  <a:pt x="721552" y="5842168"/>
                  <a:pt x="722123" y="5841660"/>
                  <a:pt x="722123" y="5840705"/>
                </a:cubicBezTo>
                <a:cubicBezTo>
                  <a:pt x="722123" y="5840179"/>
                  <a:pt x="721261" y="5838135"/>
                  <a:pt x="719536" y="5834573"/>
                </a:cubicBezTo>
                <a:cubicBezTo>
                  <a:pt x="716600" y="5829634"/>
                  <a:pt x="715132" y="5824337"/>
                  <a:pt x="715132" y="5818680"/>
                </a:cubicBezTo>
                <a:cubicBezTo>
                  <a:pt x="715132" y="5810308"/>
                  <a:pt x="718017" y="5803478"/>
                  <a:pt x="723787" y="5798190"/>
                </a:cubicBezTo>
                <a:cubicBezTo>
                  <a:pt x="732015" y="5790630"/>
                  <a:pt x="743731" y="5786850"/>
                  <a:pt x="758933" y="5786850"/>
                </a:cubicBezTo>
                <a:close/>
                <a:moveTo>
                  <a:pt x="3851021" y="5785221"/>
                </a:moveTo>
                <a:cubicBezTo>
                  <a:pt x="3857780" y="5785221"/>
                  <a:pt x="3866592" y="5786880"/>
                  <a:pt x="3877454" y="5790196"/>
                </a:cubicBezTo>
                <a:cubicBezTo>
                  <a:pt x="3878530" y="5790519"/>
                  <a:pt x="3879359" y="5790680"/>
                  <a:pt x="3879941" y="5790680"/>
                </a:cubicBezTo>
                <a:cubicBezTo>
                  <a:pt x="3880357" y="5790680"/>
                  <a:pt x="3882045" y="5790151"/>
                  <a:pt x="3885001" y="5789093"/>
                </a:cubicBezTo>
                <a:cubicBezTo>
                  <a:pt x="3886284" y="5788619"/>
                  <a:pt x="3887599" y="5788382"/>
                  <a:pt x="3888942" y="5788382"/>
                </a:cubicBezTo>
                <a:cubicBezTo>
                  <a:pt x="3893930" y="5788382"/>
                  <a:pt x="3898966" y="5791999"/>
                  <a:pt x="3904050" y="5799234"/>
                </a:cubicBezTo>
                <a:cubicBezTo>
                  <a:pt x="3909136" y="5806468"/>
                  <a:pt x="3911678" y="5813333"/>
                  <a:pt x="3911678" y="5819829"/>
                </a:cubicBezTo>
                <a:cubicBezTo>
                  <a:pt x="3911678" y="5823887"/>
                  <a:pt x="3910430" y="5827349"/>
                  <a:pt x="3907935" y="5830217"/>
                </a:cubicBezTo>
                <a:cubicBezTo>
                  <a:pt x="3905440" y="5833085"/>
                  <a:pt x="3902333" y="5834519"/>
                  <a:pt x="3898615" y="5834519"/>
                </a:cubicBezTo>
                <a:cubicBezTo>
                  <a:pt x="3895667" y="5834519"/>
                  <a:pt x="3893292" y="5833943"/>
                  <a:pt x="3891488" y="5832789"/>
                </a:cubicBezTo>
                <a:cubicBezTo>
                  <a:pt x="3889685" y="5831635"/>
                  <a:pt x="3886027" y="5828495"/>
                  <a:pt x="3880514" y="5823370"/>
                </a:cubicBezTo>
                <a:cubicBezTo>
                  <a:pt x="3873224" y="5816566"/>
                  <a:pt x="3866139" y="5813164"/>
                  <a:pt x="3859257" y="5813164"/>
                </a:cubicBezTo>
                <a:cubicBezTo>
                  <a:pt x="3856184" y="5813164"/>
                  <a:pt x="3853794" y="5813851"/>
                  <a:pt x="3852088" y="5815226"/>
                </a:cubicBezTo>
                <a:cubicBezTo>
                  <a:pt x="3850381" y="5816601"/>
                  <a:pt x="3849529" y="5818391"/>
                  <a:pt x="3849529" y="5820596"/>
                </a:cubicBezTo>
                <a:cubicBezTo>
                  <a:pt x="3849529" y="5825197"/>
                  <a:pt x="3854347" y="5828884"/>
                  <a:pt x="3863985" y="5831655"/>
                </a:cubicBezTo>
                <a:cubicBezTo>
                  <a:pt x="3876409" y="5835317"/>
                  <a:pt x="3884538" y="5838073"/>
                  <a:pt x="3888372" y="5839923"/>
                </a:cubicBezTo>
                <a:cubicBezTo>
                  <a:pt x="3905441" y="5848224"/>
                  <a:pt x="3913976" y="5860455"/>
                  <a:pt x="3913976" y="5876616"/>
                </a:cubicBezTo>
                <a:cubicBezTo>
                  <a:pt x="3913976" y="5890837"/>
                  <a:pt x="3908155" y="5902464"/>
                  <a:pt x="3896513" y="5911497"/>
                </a:cubicBezTo>
                <a:cubicBezTo>
                  <a:pt x="3884808" y="5920571"/>
                  <a:pt x="3869549" y="5925108"/>
                  <a:pt x="3850734" y="5925108"/>
                </a:cubicBezTo>
                <a:cubicBezTo>
                  <a:pt x="3842373" y="5925108"/>
                  <a:pt x="3833581" y="5924118"/>
                  <a:pt x="3824359" y="5922137"/>
                </a:cubicBezTo>
                <a:cubicBezTo>
                  <a:pt x="3815138" y="5920156"/>
                  <a:pt x="3808116" y="5917513"/>
                  <a:pt x="3803295" y="5914206"/>
                </a:cubicBezTo>
                <a:cubicBezTo>
                  <a:pt x="3800438" y="5912476"/>
                  <a:pt x="3797728" y="5908034"/>
                  <a:pt x="3795167" y="5900881"/>
                </a:cubicBezTo>
                <a:cubicBezTo>
                  <a:pt x="3792605" y="5893729"/>
                  <a:pt x="3791324" y="5886757"/>
                  <a:pt x="3791324" y="5879967"/>
                </a:cubicBezTo>
                <a:cubicBezTo>
                  <a:pt x="3791324" y="5876401"/>
                  <a:pt x="3791963" y="5874194"/>
                  <a:pt x="3793240" y="5873346"/>
                </a:cubicBezTo>
                <a:cubicBezTo>
                  <a:pt x="3795498" y="5869690"/>
                  <a:pt x="3798160" y="5867862"/>
                  <a:pt x="3801226" y="5867862"/>
                </a:cubicBezTo>
                <a:cubicBezTo>
                  <a:pt x="3804254" y="5867862"/>
                  <a:pt x="3806950" y="5869179"/>
                  <a:pt x="3809314" y="5871813"/>
                </a:cubicBezTo>
                <a:cubicBezTo>
                  <a:pt x="3810999" y="5873580"/>
                  <a:pt x="3814360" y="5878303"/>
                  <a:pt x="3819395" y="5885985"/>
                </a:cubicBezTo>
                <a:cubicBezTo>
                  <a:pt x="3821565" y="5889269"/>
                  <a:pt x="3825057" y="5892017"/>
                  <a:pt x="3829871" y="5894230"/>
                </a:cubicBezTo>
                <a:cubicBezTo>
                  <a:pt x="3834686" y="5896443"/>
                  <a:pt x="3839692" y="5897549"/>
                  <a:pt x="3844892" y="5897549"/>
                </a:cubicBezTo>
                <a:cubicBezTo>
                  <a:pt x="3849286" y="5897549"/>
                  <a:pt x="3852709" y="5896817"/>
                  <a:pt x="3855160" y="5895352"/>
                </a:cubicBezTo>
                <a:cubicBezTo>
                  <a:pt x="3857611" y="5893887"/>
                  <a:pt x="3858836" y="5892142"/>
                  <a:pt x="3858836" y="5890117"/>
                </a:cubicBezTo>
                <a:cubicBezTo>
                  <a:pt x="3858836" y="5888203"/>
                  <a:pt x="3857857" y="5886458"/>
                  <a:pt x="3855900" y="5884882"/>
                </a:cubicBezTo>
                <a:cubicBezTo>
                  <a:pt x="3853944" y="5883306"/>
                  <a:pt x="3850038" y="5881596"/>
                  <a:pt x="3844185" y="5879752"/>
                </a:cubicBezTo>
                <a:cubicBezTo>
                  <a:pt x="3835894" y="5877180"/>
                  <a:pt x="3829279" y="5874659"/>
                  <a:pt x="3824339" y="5872190"/>
                </a:cubicBezTo>
                <a:cubicBezTo>
                  <a:pt x="3819399" y="5869720"/>
                  <a:pt x="3815908" y="5866771"/>
                  <a:pt x="3813867" y="5863342"/>
                </a:cubicBezTo>
                <a:cubicBezTo>
                  <a:pt x="3801137" y="5853701"/>
                  <a:pt x="3794772" y="5842899"/>
                  <a:pt x="3794772" y="5830938"/>
                </a:cubicBezTo>
                <a:cubicBezTo>
                  <a:pt x="3794772" y="5824998"/>
                  <a:pt x="3796141" y="5819240"/>
                  <a:pt x="3798879" y="5813664"/>
                </a:cubicBezTo>
                <a:cubicBezTo>
                  <a:pt x="3801616" y="5808088"/>
                  <a:pt x="3805259" y="5803522"/>
                  <a:pt x="3809806" y="5799968"/>
                </a:cubicBezTo>
                <a:cubicBezTo>
                  <a:pt x="3821342" y="5790137"/>
                  <a:pt x="3835081" y="5785221"/>
                  <a:pt x="3851021" y="5785221"/>
                </a:cubicBezTo>
                <a:close/>
                <a:moveTo>
                  <a:pt x="3095201" y="5785221"/>
                </a:moveTo>
                <a:cubicBezTo>
                  <a:pt x="3112048" y="5785221"/>
                  <a:pt x="3127064" y="5790610"/>
                  <a:pt x="3140249" y="5801388"/>
                </a:cubicBezTo>
                <a:cubicBezTo>
                  <a:pt x="3148275" y="5806931"/>
                  <a:pt x="3154935" y="5814964"/>
                  <a:pt x="3160230" y="5825487"/>
                </a:cubicBezTo>
                <a:cubicBezTo>
                  <a:pt x="3165422" y="5836005"/>
                  <a:pt x="3168019" y="5846505"/>
                  <a:pt x="3168019" y="5856985"/>
                </a:cubicBezTo>
                <a:cubicBezTo>
                  <a:pt x="3168019" y="5872523"/>
                  <a:pt x="3162879" y="5886421"/>
                  <a:pt x="3152600" y="5898677"/>
                </a:cubicBezTo>
                <a:cubicBezTo>
                  <a:pt x="3143968" y="5909009"/>
                  <a:pt x="3132635" y="5916449"/>
                  <a:pt x="3118602" y="5920996"/>
                </a:cubicBezTo>
                <a:cubicBezTo>
                  <a:pt x="3110048" y="5923737"/>
                  <a:pt x="3101449" y="5925108"/>
                  <a:pt x="3092807" y="5925108"/>
                </a:cubicBezTo>
                <a:cubicBezTo>
                  <a:pt x="3081436" y="5925108"/>
                  <a:pt x="3070596" y="5922759"/>
                  <a:pt x="3060286" y="5918061"/>
                </a:cubicBezTo>
                <a:cubicBezTo>
                  <a:pt x="3047735" y="5912344"/>
                  <a:pt x="3037907" y="5903695"/>
                  <a:pt x="3030799" y="5892113"/>
                </a:cubicBezTo>
                <a:cubicBezTo>
                  <a:pt x="3023913" y="5880964"/>
                  <a:pt x="3020469" y="5868648"/>
                  <a:pt x="3020469" y="5855166"/>
                </a:cubicBezTo>
                <a:cubicBezTo>
                  <a:pt x="3020469" y="5839527"/>
                  <a:pt x="3024901" y="5825734"/>
                  <a:pt x="3033763" y="5813786"/>
                </a:cubicBezTo>
                <a:cubicBezTo>
                  <a:pt x="3041635" y="5803158"/>
                  <a:pt x="3052241" y="5795347"/>
                  <a:pt x="3065580" y="5790353"/>
                </a:cubicBezTo>
                <a:cubicBezTo>
                  <a:pt x="3074528" y="5786932"/>
                  <a:pt x="3084402" y="5785221"/>
                  <a:pt x="3095201" y="5785221"/>
                </a:cubicBezTo>
                <a:close/>
                <a:moveTo>
                  <a:pt x="6041235" y="5690814"/>
                </a:moveTo>
                <a:cubicBezTo>
                  <a:pt x="6041005" y="5690814"/>
                  <a:pt x="6040891" y="5691089"/>
                  <a:pt x="6040891" y="5691638"/>
                </a:cubicBezTo>
                <a:cubicBezTo>
                  <a:pt x="6040891" y="5694687"/>
                  <a:pt x="6042678" y="5697230"/>
                  <a:pt x="6046250" y="5699268"/>
                </a:cubicBezTo>
                <a:cubicBezTo>
                  <a:pt x="6049822" y="5701306"/>
                  <a:pt x="6054694" y="5702325"/>
                  <a:pt x="6060866" y="5702325"/>
                </a:cubicBezTo>
                <a:cubicBezTo>
                  <a:pt x="6066856" y="5702325"/>
                  <a:pt x="6071364" y="5701616"/>
                  <a:pt x="6074389" y="5700199"/>
                </a:cubicBezTo>
                <a:cubicBezTo>
                  <a:pt x="6077414" y="5698782"/>
                  <a:pt x="6078927" y="5696982"/>
                  <a:pt x="6078927" y="5694798"/>
                </a:cubicBezTo>
                <a:cubicBezTo>
                  <a:pt x="6078927" y="5693830"/>
                  <a:pt x="6078459" y="5692956"/>
                  <a:pt x="6077523" y="5692176"/>
                </a:cubicBezTo>
                <a:cubicBezTo>
                  <a:pt x="6076587" y="5691396"/>
                  <a:pt x="6075376" y="5691006"/>
                  <a:pt x="6073889" y="5691006"/>
                </a:cubicBezTo>
                <a:cubicBezTo>
                  <a:pt x="6073039" y="5691006"/>
                  <a:pt x="6071789" y="5691116"/>
                  <a:pt x="6070140" y="5691336"/>
                </a:cubicBezTo>
                <a:cubicBezTo>
                  <a:pt x="6066343" y="5691945"/>
                  <a:pt x="6062134" y="5692250"/>
                  <a:pt x="6057514" y="5692250"/>
                </a:cubicBezTo>
                <a:cubicBezTo>
                  <a:pt x="6054116" y="5692250"/>
                  <a:pt x="6050875" y="5692086"/>
                  <a:pt x="6047793" y="5691758"/>
                </a:cubicBezTo>
                <a:cubicBezTo>
                  <a:pt x="6045514" y="5691563"/>
                  <a:pt x="6043665" y="5691302"/>
                  <a:pt x="6042243" y="5690976"/>
                </a:cubicBezTo>
                <a:cubicBezTo>
                  <a:pt x="6041729" y="5690868"/>
                  <a:pt x="6041392" y="5690814"/>
                  <a:pt x="6041235" y="5690814"/>
                </a:cubicBezTo>
                <a:close/>
                <a:moveTo>
                  <a:pt x="5279235" y="5690814"/>
                </a:moveTo>
                <a:cubicBezTo>
                  <a:pt x="5279006" y="5690814"/>
                  <a:pt x="5278892" y="5691089"/>
                  <a:pt x="5278892" y="5691638"/>
                </a:cubicBezTo>
                <a:cubicBezTo>
                  <a:pt x="5278892" y="5694687"/>
                  <a:pt x="5280677" y="5697230"/>
                  <a:pt x="5284250" y="5699268"/>
                </a:cubicBezTo>
                <a:cubicBezTo>
                  <a:pt x="5287823" y="5701306"/>
                  <a:pt x="5292694" y="5702325"/>
                  <a:pt x="5298866" y="5702325"/>
                </a:cubicBezTo>
                <a:cubicBezTo>
                  <a:pt x="5304856" y="5702325"/>
                  <a:pt x="5309364" y="5701616"/>
                  <a:pt x="5312389" y="5700199"/>
                </a:cubicBezTo>
                <a:cubicBezTo>
                  <a:pt x="5315414" y="5698782"/>
                  <a:pt x="5316927" y="5696982"/>
                  <a:pt x="5316927" y="5694798"/>
                </a:cubicBezTo>
                <a:cubicBezTo>
                  <a:pt x="5316927" y="5693830"/>
                  <a:pt x="5316459" y="5692956"/>
                  <a:pt x="5315523" y="5692176"/>
                </a:cubicBezTo>
                <a:cubicBezTo>
                  <a:pt x="5314587" y="5691396"/>
                  <a:pt x="5313376" y="5691006"/>
                  <a:pt x="5311889" y="5691006"/>
                </a:cubicBezTo>
                <a:cubicBezTo>
                  <a:pt x="5311039" y="5691006"/>
                  <a:pt x="5309789" y="5691116"/>
                  <a:pt x="5308140" y="5691336"/>
                </a:cubicBezTo>
                <a:cubicBezTo>
                  <a:pt x="5304343" y="5691945"/>
                  <a:pt x="5300134" y="5692250"/>
                  <a:pt x="5295515" y="5692250"/>
                </a:cubicBezTo>
                <a:cubicBezTo>
                  <a:pt x="5292116" y="5692250"/>
                  <a:pt x="5288875" y="5692086"/>
                  <a:pt x="5285794" y="5691758"/>
                </a:cubicBezTo>
                <a:cubicBezTo>
                  <a:pt x="5283515" y="5691563"/>
                  <a:pt x="5281664" y="5691302"/>
                  <a:pt x="5280243" y="5690976"/>
                </a:cubicBezTo>
                <a:cubicBezTo>
                  <a:pt x="5279728" y="5690868"/>
                  <a:pt x="5279392" y="5690814"/>
                  <a:pt x="5279235" y="5690814"/>
                </a:cubicBezTo>
                <a:close/>
                <a:moveTo>
                  <a:pt x="9975257" y="5644369"/>
                </a:moveTo>
                <a:cubicBezTo>
                  <a:pt x="9973131" y="5644369"/>
                  <a:pt x="9971218" y="5645311"/>
                  <a:pt x="9969517" y="5647194"/>
                </a:cubicBezTo>
                <a:cubicBezTo>
                  <a:pt x="9967817" y="5649077"/>
                  <a:pt x="9966966" y="5651379"/>
                  <a:pt x="9966966" y="5654100"/>
                </a:cubicBezTo>
                <a:cubicBezTo>
                  <a:pt x="9966966" y="5656754"/>
                  <a:pt x="9967526" y="5658800"/>
                  <a:pt x="9968646" y="5660237"/>
                </a:cubicBezTo>
                <a:cubicBezTo>
                  <a:pt x="9969766" y="5661674"/>
                  <a:pt x="9971204" y="5662392"/>
                  <a:pt x="9972959" y="5662392"/>
                </a:cubicBezTo>
                <a:cubicBezTo>
                  <a:pt x="9976764" y="5662392"/>
                  <a:pt x="9978667" y="5658734"/>
                  <a:pt x="9978667" y="5651418"/>
                </a:cubicBezTo>
                <a:cubicBezTo>
                  <a:pt x="9978667" y="5648296"/>
                  <a:pt x="9978434" y="5646351"/>
                  <a:pt x="9977970" y="5645583"/>
                </a:cubicBezTo>
                <a:cubicBezTo>
                  <a:pt x="9977506" y="5644816"/>
                  <a:pt x="9976602" y="5644411"/>
                  <a:pt x="9975257" y="5644369"/>
                </a:cubicBezTo>
                <a:close/>
                <a:moveTo>
                  <a:pt x="9422807" y="5644369"/>
                </a:moveTo>
                <a:cubicBezTo>
                  <a:pt x="9420681" y="5644369"/>
                  <a:pt x="9418768" y="5645311"/>
                  <a:pt x="9417067" y="5647194"/>
                </a:cubicBezTo>
                <a:cubicBezTo>
                  <a:pt x="9415367" y="5649077"/>
                  <a:pt x="9414516" y="5651379"/>
                  <a:pt x="9414516" y="5654100"/>
                </a:cubicBezTo>
                <a:cubicBezTo>
                  <a:pt x="9414516" y="5656754"/>
                  <a:pt x="9415077" y="5658800"/>
                  <a:pt x="9416197" y="5660237"/>
                </a:cubicBezTo>
                <a:cubicBezTo>
                  <a:pt x="9417316" y="5661674"/>
                  <a:pt x="9418754" y="5662392"/>
                  <a:pt x="9420509" y="5662392"/>
                </a:cubicBezTo>
                <a:cubicBezTo>
                  <a:pt x="9424314" y="5662392"/>
                  <a:pt x="9426217" y="5658734"/>
                  <a:pt x="9426217" y="5651418"/>
                </a:cubicBezTo>
                <a:cubicBezTo>
                  <a:pt x="9426217" y="5648296"/>
                  <a:pt x="9425985" y="5646351"/>
                  <a:pt x="9425520" y="5645583"/>
                </a:cubicBezTo>
                <a:cubicBezTo>
                  <a:pt x="9425056" y="5644816"/>
                  <a:pt x="9424151" y="5644411"/>
                  <a:pt x="9422807" y="5644369"/>
                </a:cubicBezTo>
                <a:close/>
                <a:moveTo>
                  <a:pt x="8346483" y="5644369"/>
                </a:moveTo>
                <a:cubicBezTo>
                  <a:pt x="8344356" y="5644369"/>
                  <a:pt x="8342443" y="5645311"/>
                  <a:pt x="8340742" y="5647194"/>
                </a:cubicBezTo>
                <a:cubicBezTo>
                  <a:pt x="8339042" y="5649077"/>
                  <a:pt x="8338191" y="5651379"/>
                  <a:pt x="8338191" y="5654100"/>
                </a:cubicBezTo>
                <a:cubicBezTo>
                  <a:pt x="8338191" y="5656754"/>
                  <a:pt x="8338752" y="5658800"/>
                  <a:pt x="8339871" y="5660237"/>
                </a:cubicBezTo>
                <a:cubicBezTo>
                  <a:pt x="8340992" y="5661674"/>
                  <a:pt x="8342429" y="5662392"/>
                  <a:pt x="8344185" y="5662392"/>
                </a:cubicBezTo>
                <a:cubicBezTo>
                  <a:pt x="8347989" y="5662392"/>
                  <a:pt x="8349892" y="5658734"/>
                  <a:pt x="8349892" y="5651418"/>
                </a:cubicBezTo>
                <a:cubicBezTo>
                  <a:pt x="8349892" y="5648296"/>
                  <a:pt x="8349659" y="5646351"/>
                  <a:pt x="8349195" y="5645583"/>
                </a:cubicBezTo>
                <a:cubicBezTo>
                  <a:pt x="8348731" y="5644816"/>
                  <a:pt x="8347827" y="5644411"/>
                  <a:pt x="8346483" y="5644369"/>
                </a:cubicBezTo>
                <a:close/>
                <a:moveTo>
                  <a:pt x="5546133" y="5644369"/>
                </a:moveTo>
                <a:cubicBezTo>
                  <a:pt x="5544007" y="5644369"/>
                  <a:pt x="5542093" y="5645311"/>
                  <a:pt x="5540392" y="5647194"/>
                </a:cubicBezTo>
                <a:cubicBezTo>
                  <a:pt x="5538692" y="5649077"/>
                  <a:pt x="5537842" y="5651379"/>
                  <a:pt x="5537842" y="5654100"/>
                </a:cubicBezTo>
                <a:cubicBezTo>
                  <a:pt x="5537842" y="5656754"/>
                  <a:pt x="5538402" y="5658800"/>
                  <a:pt x="5539522" y="5660237"/>
                </a:cubicBezTo>
                <a:cubicBezTo>
                  <a:pt x="5540642" y="5661674"/>
                  <a:pt x="5542079" y="5662392"/>
                  <a:pt x="5543835" y="5662392"/>
                </a:cubicBezTo>
                <a:cubicBezTo>
                  <a:pt x="5547640" y="5662392"/>
                  <a:pt x="5549542" y="5658734"/>
                  <a:pt x="5549542" y="5651418"/>
                </a:cubicBezTo>
                <a:cubicBezTo>
                  <a:pt x="5549542" y="5648296"/>
                  <a:pt x="5549310" y="5646351"/>
                  <a:pt x="5548845" y="5645583"/>
                </a:cubicBezTo>
                <a:cubicBezTo>
                  <a:pt x="5548381" y="5644816"/>
                  <a:pt x="5547477" y="5644411"/>
                  <a:pt x="5546133" y="5644369"/>
                </a:cubicBezTo>
                <a:close/>
                <a:moveTo>
                  <a:pt x="1201522" y="5637878"/>
                </a:moveTo>
                <a:cubicBezTo>
                  <a:pt x="1206749" y="5637878"/>
                  <a:pt x="1211792" y="5640168"/>
                  <a:pt x="1216650" y="5644748"/>
                </a:cubicBezTo>
                <a:cubicBezTo>
                  <a:pt x="1221631" y="5649448"/>
                  <a:pt x="1224121" y="5655438"/>
                  <a:pt x="1224121" y="5662717"/>
                </a:cubicBezTo>
                <a:cubicBezTo>
                  <a:pt x="1224121" y="5669586"/>
                  <a:pt x="1221855" y="5674766"/>
                  <a:pt x="1217323" y="5678259"/>
                </a:cubicBezTo>
                <a:cubicBezTo>
                  <a:pt x="1212037" y="5684075"/>
                  <a:pt x="1206087" y="5686983"/>
                  <a:pt x="1199471" y="5686983"/>
                </a:cubicBezTo>
                <a:cubicBezTo>
                  <a:pt x="1192878" y="5686983"/>
                  <a:pt x="1186960" y="5684098"/>
                  <a:pt x="1181716" y="5678326"/>
                </a:cubicBezTo>
                <a:cubicBezTo>
                  <a:pt x="1177184" y="5674827"/>
                  <a:pt x="1174918" y="5669529"/>
                  <a:pt x="1174918" y="5662430"/>
                </a:cubicBezTo>
                <a:cubicBezTo>
                  <a:pt x="1174918" y="5655234"/>
                  <a:pt x="1177387" y="5649339"/>
                  <a:pt x="1182327" y="5644748"/>
                </a:cubicBezTo>
                <a:cubicBezTo>
                  <a:pt x="1187162" y="5640257"/>
                  <a:pt x="1193561" y="5637967"/>
                  <a:pt x="1201522" y="5637878"/>
                </a:cubicBezTo>
                <a:close/>
                <a:moveTo>
                  <a:pt x="9856066" y="5636632"/>
                </a:moveTo>
                <a:cubicBezTo>
                  <a:pt x="9859502" y="5636632"/>
                  <a:pt x="9862889" y="5637449"/>
                  <a:pt x="9866227" y="5639084"/>
                </a:cubicBezTo>
                <a:cubicBezTo>
                  <a:pt x="9869564" y="5640718"/>
                  <a:pt x="9872352" y="5642933"/>
                  <a:pt x="9874587" y="5645728"/>
                </a:cubicBezTo>
                <a:cubicBezTo>
                  <a:pt x="9879759" y="5652193"/>
                  <a:pt x="9882345" y="5660251"/>
                  <a:pt x="9882345" y="5669901"/>
                </a:cubicBezTo>
                <a:cubicBezTo>
                  <a:pt x="9882345" y="5675178"/>
                  <a:pt x="9881377" y="5681081"/>
                  <a:pt x="9879442" y="5687610"/>
                </a:cubicBezTo>
                <a:cubicBezTo>
                  <a:pt x="9877506" y="5694139"/>
                  <a:pt x="9875058" y="5699076"/>
                  <a:pt x="9872099" y="5702421"/>
                </a:cubicBezTo>
                <a:cubicBezTo>
                  <a:pt x="9866465" y="5713453"/>
                  <a:pt x="9860514" y="5718968"/>
                  <a:pt x="9854247" y="5718968"/>
                </a:cubicBezTo>
                <a:cubicBezTo>
                  <a:pt x="9851352" y="5718968"/>
                  <a:pt x="9848723" y="5718077"/>
                  <a:pt x="9846359" y="5716295"/>
                </a:cubicBezTo>
                <a:cubicBezTo>
                  <a:pt x="9843996" y="5714512"/>
                  <a:pt x="9842814" y="5712326"/>
                  <a:pt x="9842814" y="5709737"/>
                </a:cubicBezTo>
                <a:cubicBezTo>
                  <a:pt x="9842814" y="5708338"/>
                  <a:pt x="9844026" y="5705783"/>
                  <a:pt x="9846452" y="5702070"/>
                </a:cubicBezTo>
                <a:cubicBezTo>
                  <a:pt x="9848036" y="5699414"/>
                  <a:pt x="9849358" y="5696722"/>
                  <a:pt x="9850417" y="5693996"/>
                </a:cubicBezTo>
                <a:cubicBezTo>
                  <a:pt x="9851477" y="5691270"/>
                  <a:pt x="9852007" y="5689303"/>
                  <a:pt x="9852007" y="5688094"/>
                </a:cubicBezTo>
                <a:cubicBezTo>
                  <a:pt x="9852007" y="5686698"/>
                  <a:pt x="9851338" y="5685744"/>
                  <a:pt x="9850002" y="5685233"/>
                </a:cubicBezTo>
                <a:cubicBezTo>
                  <a:pt x="9845501" y="5683554"/>
                  <a:pt x="9842277" y="5681879"/>
                  <a:pt x="9840325" y="5680206"/>
                </a:cubicBezTo>
                <a:cubicBezTo>
                  <a:pt x="9834515" y="5675226"/>
                  <a:pt x="9831609" y="5668822"/>
                  <a:pt x="9831609" y="5660994"/>
                </a:cubicBezTo>
                <a:cubicBezTo>
                  <a:pt x="9831609" y="5654726"/>
                  <a:pt x="9833656" y="5649373"/>
                  <a:pt x="9837747" y="5644934"/>
                </a:cubicBezTo>
                <a:cubicBezTo>
                  <a:pt x="9842798" y="5639400"/>
                  <a:pt x="9848904" y="5636632"/>
                  <a:pt x="9856066" y="5636632"/>
                </a:cubicBezTo>
                <a:close/>
                <a:moveTo>
                  <a:pt x="3132867" y="5616696"/>
                </a:moveTo>
                <a:cubicBezTo>
                  <a:pt x="3129605" y="5616696"/>
                  <a:pt x="3127816" y="5619140"/>
                  <a:pt x="3127503" y="5624028"/>
                </a:cubicBezTo>
                <a:lnTo>
                  <a:pt x="3126076" y="5650199"/>
                </a:lnTo>
                <a:cubicBezTo>
                  <a:pt x="3126034" y="5650926"/>
                  <a:pt x="3126012" y="5651939"/>
                  <a:pt x="3126012" y="5653237"/>
                </a:cubicBezTo>
                <a:cubicBezTo>
                  <a:pt x="3126012" y="5654579"/>
                  <a:pt x="3126638" y="5655691"/>
                  <a:pt x="3127889" y="5656571"/>
                </a:cubicBezTo>
                <a:cubicBezTo>
                  <a:pt x="3129140" y="5657452"/>
                  <a:pt x="3130992" y="5657892"/>
                  <a:pt x="3133442" y="5657892"/>
                </a:cubicBezTo>
                <a:cubicBezTo>
                  <a:pt x="3140950" y="5657892"/>
                  <a:pt x="3144703" y="5651297"/>
                  <a:pt x="3144703" y="5638108"/>
                </a:cubicBezTo>
                <a:cubicBezTo>
                  <a:pt x="3144703" y="5629280"/>
                  <a:pt x="3143030" y="5623130"/>
                  <a:pt x="3139684" y="5619658"/>
                </a:cubicBezTo>
                <a:cubicBezTo>
                  <a:pt x="3137772" y="5617683"/>
                  <a:pt x="3135500" y="5616696"/>
                  <a:pt x="3132867" y="5616696"/>
                </a:cubicBezTo>
                <a:close/>
                <a:moveTo>
                  <a:pt x="5378649" y="5612117"/>
                </a:moveTo>
                <a:cubicBezTo>
                  <a:pt x="5379510" y="5612117"/>
                  <a:pt x="5380928" y="5612224"/>
                  <a:pt x="5382906" y="5612436"/>
                </a:cubicBezTo>
                <a:cubicBezTo>
                  <a:pt x="5390445" y="5613245"/>
                  <a:pt x="5396287" y="5613650"/>
                  <a:pt x="5400430" y="5613650"/>
                </a:cubicBezTo>
                <a:cubicBezTo>
                  <a:pt x="5404473" y="5613650"/>
                  <a:pt x="5407311" y="5613510"/>
                  <a:pt x="5408942" y="5613230"/>
                </a:cubicBezTo>
                <a:cubicBezTo>
                  <a:pt x="5411376" y="5612872"/>
                  <a:pt x="5412976" y="5612693"/>
                  <a:pt x="5413740" y="5612693"/>
                </a:cubicBezTo>
                <a:cubicBezTo>
                  <a:pt x="5417086" y="5612693"/>
                  <a:pt x="5418761" y="5614812"/>
                  <a:pt x="5418761" y="5619050"/>
                </a:cubicBezTo>
                <a:cubicBezTo>
                  <a:pt x="5418761" y="5621937"/>
                  <a:pt x="5418129" y="5625604"/>
                  <a:pt x="5416868" y="5630052"/>
                </a:cubicBezTo>
                <a:cubicBezTo>
                  <a:pt x="5415606" y="5634500"/>
                  <a:pt x="5414066" y="5638441"/>
                  <a:pt x="5412248" y="5641874"/>
                </a:cubicBezTo>
                <a:cubicBezTo>
                  <a:pt x="5410479" y="5645596"/>
                  <a:pt x="5408931" y="5648139"/>
                  <a:pt x="5407606" y="5649505"/>
                </a:cubicBezTo>
                <a:cubicBezTo>
                  <a:pt x="5406280" y="5650870"/>
                  <a:pt x="5404622" y="5651553"/>
                  <a:pt x="5402631" y="5651553"/>
                </a:cubicBezTo>
                <a:cubicBezTo>
                  <a:pt x="5401194" y="5651553"/>
                  <a:pt x="5399519" y="5651393"/>
                  <a:pt x="5397605" y="5651073"/>
                </a:cubicBezTo>
                <a:cubicBezTo>
                  <a:pt x="5391922" y="5650116"/>
                  <a:pt x="5385490" y="5649637"/>
                  <a:pt x="5378309" y="5649637"/>
                </a:cubicBezTo>
                <a:cubicBezTo>
                  <a:pt x="5375308" y="5649637"/>
                  <a:pt x="5372494" y="5649765"/>
                  <a:pt x="5369865" y="5650020"/>
                </a:cubicBezTo>
                <a:cubicBezTo>
                  <a:pt x="5367754" y="5650212"/>
                  <a:pt x="5366099" y="5650307"/>
                  <a:pt x="5364902" y="5650307"/>
                </a:cubicBezTo>
                <a:cubicBezTo>
                  <a:pt x="5360982" y="5650307"/>
                  <a:pt x="5359022" y="5648124"/>
                  <a:pt x="5359022" y="5643757"/>
                </a:cubicBezTo>
                <a:cubicBezTo>
                  <a:pt x="5359022" y="5641480"/>
                  <a:pt x="5359792" y="5637850"/>
                  <a:pt x="5361333" y="5632868"/>
                </a:cubicBezTo>
                <a:cubicBezTo>
                  <a:pt x="5362873" y="5627887"/>
                  <a:pt x="5364305" y="5624198"/>
                  <a:pt x="5365630" y="5621802"/>
                </a:cubicBezTo>
                <a:cubicBezTo>
                  <a:pt x="5367652" y="5618138"/>
                  <a:pt x="5369467" y="5615633"/>
                  <a:pt x="5371076" y="5614286"/>
                </a:cubicBezTo>
                <a:cubicBezTo>
                  <a:pt x="5372685" y="5612939"/>
                  <a:pt x="5375209" y="5612216"/>
                  <a:pt x="5378649" y="5612117"/>
                </a:cubicBezTo>
                <a:close/>
                <a:moveTo>
                  <a:pt x="11235915" y="5611045"/>
                </a:moveTo>
                <a:cubicBezTo>
                  <a:pt x="11233831" y="5611045"/>
                  <a:pt x="11232119" y="5611867"/>
                  <a:pt x="11230778" y="5613512"/>
                </a:cubicBezTo>
                <a:cubicBezTo>
                  <a:pt x="11229437" y="5615156"/>
                  <a:pt x="11228767" y="5617482"/>
                  <a:pt x="11228767" y="5620488"/>
                </a:cubicBezTo>
                <a:cubicBezTo>
                  <a:pt x="11228767" y="5624250"/>
                  <a:pt x="11229470" y="5629365"/>
                  <a:pt x="11230876" y="5635833"/>
                </a:cubicBezTo>
                <a:cubicBezTo>
                  <a:pt x="11232283" y="5642300"/>
                  <a:pt x="11233788" y="5647610"/>
                  <a:pt x="11235390" y="5651763"/>
                </a:cubicBezTo>
                <a:cubicBezTo>
                  <a:pt x="11237375" y="5656998"/>
                  <a:pt x="11240134" y="5659615"/>
                  <a:pt x="11243666" y="5659615"/>
                </a:cubicBezTo>
                <a:cubicBezTo>
                  <a:pt x="11248046" y="5659615"/>
                  <a:pt x="11250235" y="5656659"/>
                  <a:pt x="11250235" y="5650748"/>
                </a:cubicBezTo>
                <a:cubicBezTo>
                  <a:pt x="11250235" y="5645574"/>
                  <a:pt x="11249528" y="5639628"/>
                  <a:pt x="11248117" y="5632909"/>
                </a:cubicBezTo>
                <a:cubicBezTo>
                  <a:pt x="11246704" y="5626191"/>
                  <a:pt x="11245014" y="5620771"/>
                  <a:pt x="11243045" y="5616650"/>
                </a:cubicBezTo>
                <a:cubicBezTo>
                  <a:pt x="11241279" y="5613015"/>
                  <a:pt x="11238902" y="5611146"/>
                  <a:pt x="11235915" y="5611045"/>
                </a:cubicBezTo>
                <a:close/>
                <a:moveTo>
                  <a:pt x="8797515" y="5611045"/>
                </a:moveTo>
                <a:cubicBezTo>
                  <a:pt x="8795431" y="5611045"/>
                  <a:pt x="8793719" y="5611867"/>
                  <a:pt x="8792378" y="5613512"/>
                </a:cubicBezTo>
                <a:cubicBezTo>
                  <a:pt x="8791038" y="5615156"/>
                  <a:pt x="8790366" y="5617482"/>
                  <a:pt x="8790366" y="5620488"/>
                </a:cubicBezTo>
                <a:cubicBezTo>
                  <a:pt x="8790366" y="5624250"/>
                  <a:pt x="8791070" y="5629365"/>
                  <a:pt x="8792476" y="5635833"/>
                </a:cubicBezTo>
                <a:cubicBezTo>
                  <a:pt x="8793883" y="5642300"/>
                  <a:pt x="8795387" y="5647610"/>
                  <a:pt x="8796990" y="5651763"/>
                </a:cubicBezTo>
                <a:cubicBezTo>
                  <a:pt x="8798974" y="5656998"/>
                  <a:pt x="8801733" y="5659615"/>
                  <a:pt x="8805266" y="5659615"/>
                </a:cubicBezTo>
                <a:cubicBezTo>
                  <a:pt x="8809646" y="5659615"/>
                  <a:pt x="8811836" y="5656659"/>
                  <a:pt x="8811836" y="5650748"/>
                </a:cubicBezTo>
                <a:cubicBezTo>
                  <a:pt x="8811836" y="5645574"/>
                  <a:pt x="8811129" y="5639628"/>
                  <a:pt x="8809716" y="5632909"/>
                </a:cubicBezTo>
                <a:cubicBezTo>
                  <a:pt x="8808304" y="5626191"/>
                  <a:pt x="8806613" y="5620771"/>
                  <a:pt x="8804644" y="5616650"/>
                </a:cubicBezTo>
                <a:cubicBezTo>
                  <a:pt x="8802880" y="5613015"/>
                  <a:pt x="8800502" y="5611146"/>
                  <a:pt x="8797515" y="5611045"/>
                </a:cubicBezTo>
                <a:close/>
                <a:moveTo>
                  <a:pt x="8111715" y="5611045"/>
                </a:moveTo>
                <a:cubicBezTo>
                  <a:pt x="8109631" y="5611045"/>
                  <a:pt x="8107919" y="5611867"/>
                  <a:pt x="8106578" y="5613512"/>
                </a:cubicBezTo>
                <a:cubicBezTo>
                  <a:pt x="8105237" y="5615156"/>
                  <a:pt x="8104567" y="5617482"/>
                  <a:pt x="8104567" y="5620488"/>
                </a:cubicBezTo>
                <a:cubicBezTo>
                  <a:pt x="8104567" y="5624250"/>
                  <a:pt x="8105270" y="5629365"/>
                  <a:pt x="8106676" y="5635833"/>
                </a:cubicBezTo>
                <a:cubicBezTo>
                  <a:pt x="8108083" y="5642300"/>
                  <a:pt x="8109588" y="5647610"/>
                  <a:pt x="8111190" y="5651763"/>
                </a:cubicBezTo>
                <a:cubicBezTo>
                  <a:pt x="8113175" y="5656998"/>
                  <a:pt x="8115933" y="5659615"/>
                  <a:pt x="8119466" y="5659615"/>
                </a:cubicBezTo>
                <a:cubicBezTo>
                  <a:pt x="8123846" y="5659615"/>
                  <a:pt x="8126036" y="5656659"/>
                  <a:pt x="8126036" y="5650748"/>
                </a:cubicBezTo>
                <a:cubicBezTo>
                  <a:pt x="8126036" y="5645574"/>
                  <a:pt x="8125329" y="5639628"/>
                  <a:pt x="8123917" y="5632909"/>
                </a:cubicBezTo>
                <a:cubicBezTo>
                  <a:pt x="8122504" y="5626191"/>
                  <a:pt x="8120813" y="5620771"/>
                  <a:pt x="8118845" y="5616650"/>
                </a:cubicBezTo>
                <a:cubicBezTo>
                  <a:pt x="8117079" y="5613015"/>
                  <a:pt x="8114703" y="5611146"/>
                  <a:pt x="8111715" y="5611045"/>
                </a:cubicBezTo>
                <a:close/>
                <a:moveTo>
                  <a:pt x="7635465" y="5611045"/>
                </a:moveTo>
                <a:cubicBezTo>
                  <a:pt x="7633381" y="5611045"/>
                  <a:pt x="7631669" y="5611867"/>
                  <a:pt x="7630328" y="5613512"/>
                </a:cubicBezTo>
                <a:cubicBezTo>
                  <a:pt x="7628988" y="5615156"/>
                  <a:pt x="7628317" y="5617482"/>
                  <a:pt x="7628317" y="5620488"/>
                </a:cubicBezTo>
                <a:cubicBezTo>
                  <a:pt x="7628317" y="5624250"/>
                  <a:pt x="7629020" y="5629365"/>
                  <a:pt x="7630427" y="5635833"/>
                </a:cubicBezTo>
                <a:cubicBezTo>
                  <a:pt x="7631833" y="5642300"/>
                  <a:pt x="7633338" y="5647610"/>
                  <a:pt x="7634940" y="5651763"/>
                </a:cubicBezTo>
                <a:cubicBezTo>
                  <a:pt x="7636925" y="5656998"/>
                  <a:pt x="7639684" y="5659615"/>
                  <a:pt x="7643216" y="5659615"/>
                </a:cubicBezTo>
                <a:cubicBezTo>
                  <a:pt x="7647596" y="5659615"/>
                  <a:pt x="7649786" y="5656659"/>
                  <a:pt x="7649786" y="5650748"/>
                </a:cubicBezTo>
                <a:cubicBezTo>
                  <a:pt x="7649786" y="5645574"/>
                  <a:pt x="7649079" y="5639628"/>
                  <a:pt x="7647667" y="5632909"/>
                </a:cubicBezTo>
                <a:cubicBezTo>
                  <a:pt x="7646254" y="5626191"/>
                  <a:pt x="7644563" y="5620771"/>
                  <a:pt x="7642595" y="5616650"/>
                </a:cubicBezTo>
                <a:cubicBezTo>
                  <a:pt x="7640830" y="5613015"/>
                  <a:pt x="7638453" y="5611146"/>
                  <a:pt x="7635465" y="5611045"/>
                </a:cubicBezTo>
                <a:close/>
                <a:moveTo>
                  <a:pt x="7235415" y="5611045"/>
                </a:moveTo>
                <a:cubicBezTo>
                  <a:pt x="7233331" y="5611045"/>
                  <a:pt x="7231619" y="5611867"/>
                  <a:pt x="7230278" y="5613512"/>
                </a:cubicBezTo>
                <a:cubicBezTo>
                  <a:pt x="7228938" y="5615156"/>
                  <a:pt x="7228267" y="5617482"/>
                  <a:pt x="7228267" y="5620488"/>
                </a:cubicBezTo>
                <a:cubicBezTo>
                  <a:pt x="7228267" y="5624250"/>
                  <a:pt x="7228970" y="5629365"/>
                  <a:pt x="7230377" y="5635833"/>
                </a:cubicBezTo>
                <a:cubicBezTo>
                  <a:pt x="7231783" y="5642300"/>
                  <a:pt x="7233288" y="5647610"/>
                  <a:pt x="7234890" y="5651763"/>
                </a:cubicBezTo>
                <a:cubicBezTo>
                  <a:pt x="7236875" y="5656998"/>
                  <a:pt x="7239634" y="5659615"/>
                  <a:pt x="7243166" y="5659615"/>
                </a:cubicBezTo>
                <a:cubicBezTo>
                  <a:pt x="7247546" y="5659615"/>
                  <a:pt x="7249736" y="5656659"/>
                  <a:pt x="7249736" y="5650748"/>
                </a:cubicBezTo>
                <a:cubicBezTo>
                  <a:pt x="7249736" y="5645574"/>
                  <a:pt x="7249029" y="5639628"/>
                  <a:pt x="7247617" y="5632909"/>
                </a:cubicBezTo>
                <a:cubicBezTo>
                  <a:pt x="7246204" y="5626191"/>
                  <a:pt x="7244513" y="5620771"/>
                  <a:pt x="7242545" y="5616650"/>
                </a:cubicBezTo>
                <a:cubicBezTo>
                  <a:pt x="7240780" y="5613015"/>
                  <a:pt x="7238403" y="5611146"/>
                  <a:pt x="7235415" y="5611045"/>
                </a:cubicBezTo>
                <a:close/>
                <a:moveTo>
                  <a:pt x="5025615" y="5611045"/>
                </a:moveTo>
                <a:cubicBezTo>
                  <a:pt x="5023532" y="5611045"/>
                  <a:pt x="5021819" y="5611867"/>
                  <a:pt x="5020479" y="5613512"/>
                </a:cubicBezTo>
                <a:cubicBezTo>
                  <a:pt x="5019137" y="5615156"/>
                  <a:pt x="5018467" y="5617482"/>
                  <a:pt x="5018467" y="5620488"/>
                </a:cubicBezTo>
                <a:cubicBezTo>
                  <a:pt x="5018467" y="5624250"/>
                  <a:pt x="5019170" y="5629365"/>
                  <a:pt x="5020577" y="5635833"/>
                </a:cubicBezTo>
                <a:cubicBezTo>
                  <a:pt x="5021984" y="5642300"/>
                  <a:pt x="5023488" y="5647610"/>
                  <a:pt x="5025091" y="5651763"/>
                </a:cubicBezTo>
                <a:cubicBezTo>
                  <a:pt x="5027075" y="5656998"/>
                  <a:pt x="5029833" y="5659615"/>
                  <a:pt x="5033366" y="5659615"/>
                </a:cubicBezTo>
                <a:cubicBezTo>
                  <a:pt x="5037746" y="5659615"/>
                  <a:pt x="5039936" y="5656659"/>
                  <a:pt x="5039936" y="5650748"/>
                </a:cubicBezTo>
                <a:cubicBezTo>
                  <a:pt x="5039936" y="5645574"/>
                  <a:pt x="5039230" y="5639628"/>
                  <a:pt x="5037817" y="5632909"/>
                </a:cubicBezTo>
                <a:cubicBezTo>
                  <a:pt x="5036404" y="5626191"/>
                  <a:pt x="5034714" y="5620771"/>
                  <a:pt x="5032745" y="5616650"/>
                </a:cubicBezTo>
                <a:cubicBezTo>
                  <a:pt x="5030980" y="5613015"/>
                  <a:pt x="5028603" y="5611146"/>
                  <a:pt x="5025615" y="5611045"/>
                </a:cubicBezTo>
                <a:close/>
                <a:moveTo>
                  <a:pt x="4092166" y="5611045"/>
                </a:moveTo>
                <a:cubicBezTo>
                  <a:pt x="4090082" y="5611045"/>
                  <a:pt x="4088370" y="5611867"/>
                  <a:pt x="4087030" y="5613512"/>
                </a:cubicBezTo>
                <a:cubicBezTo>
                  <a:pt x="4085689" y="5615156"/>
                  <a:pt x="4085018" y="5617482"/>
                  <a:pt x="4085018" y="5620488"/>
                </a:cubicBezTo>
                <a:cubicBezTo>
                  <a:pt x="4085018" y="5624250"/>
                  <a:pt x="4085721" y="5629365"/>
                  <a:pt x="4087128" y="5635833"/>
                </a:cubicBezTo>
                <a:cubicBezTo>
                  <a:pt x="4088534" y="5642300"/>
                  <a:pt x="4090038" y="5647610"/>
                  <a:pt x="4091641" y="5651763"/>
                </a:cubicBezTo>
                <a:cubicBezTo>
                  <a:pt x="4093626" y="5656998"/>
                  <a:pt x="4096385" y="5659615"/>
                  <a:pt x="4099917" y="5659615"/>
                </a:cubicBezTo>
                <a:cubicBezTo>
                  <a:pt x="4104297" y="5659615"/>
                  <a:pt x="4106487" y="5656659"/>
                  <a:pt x="4106487" y="5650748"/>
                </a:cubicBezTo>
                <a:cubicBezTo>
                  <a:pt x="4106487" y="5645574"/>
                  <a:pt x="4105780" y="5639628"/>
                  <a:pt x="4104368" y="5632909"/>
                </a:cubicBezTo>
                <a:cubicBezTo>
                  <a:pt x="4102955" y="5626191"/>
                  <a:pt x="4101265" y="5620771"/>
                  <a:pt x="4099296" y="5616650"/>
                </a:cubicBezTo>
                <a:cubicBezTo>
                  <a:pt x="4097531" y="5613015"/>
                  <a:pt x="4095154" y="5611146"/>
                  <a:pt x="4092166" y="5611045"/>
                </a:cubicBezTo>
                <a:close/>
                <a:moveTo>
                  <a:pt x="3368266" y="5611045"/>
                </a:moveTo>
                <a:cubicBezTo>
                  <a:pt x="3366182" y="5611045"/>
                  <a:pt x="3364470" y="5611867"/>
                  <a:pt x="3363129" y="5613512"/>
                </a:cubicBezTo>
                <a:cubicBezTo>
                  <a:pt x="3361788" y="5615156"/>
                  <a:pt x="3361118" y="5617482"/>
                  <a:pt x="3361118" y="5620488"/>
                </a:cubicBezTo>
                <a:cubicBezTo>
                  <a:pt x="3361118" y="5624250"/>
                  <a:pt x="3361821" y="5629365"/>
                  <a:pt x="3363228" y="5635833"/>
                </a:cubicBezTo>
                <a:cubicBezTo>
                  <a:pt x="3364634" y="5642300"/>
                  <a:pt x="3366139" y="5647610"/>
                  <a:pt x="3367741" y="5651763"/>
                </a:cubicBezTo>
                <a:cubicBezTo>
                  <a:pt x="3369726" y="5656998"/>
                  <a:pt x="3372484" y="5659615"/>
                  <a:pt x="3376017" y="5659615"/>
                </a:cubicBezTo>
                <a:cubicBezTo>
                  <a:pt x="3380397" y="5659615"/>
                  <a:pt x="3382587" y="5656659"/>
                  <a:pt x="3382587" y="5650748"/>
                </a:cubicBezTo>
                <a:cubicBezTo>
                  <a:pt x="3382587" y="5645574"/>
                  <a:pt x="3381880" y="5639628"/>
                  <a:pt x="3380468" y="5632909"/>
                </a:cubicBezTo>
                <a:cubicBezTo>
                  <a:pt x="3379055" y="5626191"/>
                  <a:pt x="3377364" y="5620771"/>
                  <a:pt x="3375396" y="5616650"/>
                </a:cubicBezTo>
                <a:cubicBezTo>
                  <a:pt x="3373630" y="5613015"/>
                  <a:pt x="3371254" y="5611146"/>
                  <a:pt x="3368266" y="5611045"/>
                </a:cubicBezTo>
                <a:close/>
                <a:moveTo>
                  <a:pt x="2949165" y="5611045"/>
                </a:moveTo>
                <a:cubicBezTo>
                  <a:pt x="2947082" y="5611045"/>
                  <a:pt x="2945370" y="5611867"/>
                  <a:pt x="2944029" y="5613512"/>
                </a:cubicBezTo>
                <a:cubicBezTo>
                  <a:pt x="2942688" y="5615156"/>
                  <a:pt x="2942017" y="5617482"/>
                  <a:pt x="2942017" y="5620488"/>
                </a:cubicBezTo>
                <a:cubicBezTo>
                  <a:pt x="2942017" y="5624250"/>
                  <a:pt x="2942721" y="5629365"/>
                  <a:pt x="2944127" y="5635833"/>
                </a:cubicBezTo>
                <a:cubicBezTo>
                  <a:pt x="2945534" y="5642300"/>
                  <a:pt x="2947039" y="5647610"/>
                  <a:pt x="2948641" y="5651763"/>
                </a:cubicBezTo>
                <a:cubicBezTo>
                  <a:pt x="2950626" y="5656998"/>
                  <a:pt x="2953385" y="5659615"/>
                  <a:pt x="2956917" y="5659615"/>
                </a:cubicBezTo>
                <a:cubicBezTo>
                  <a:pt x="2961296" y="5659615"/>
                  <a:pt x="2963487" y="5656659"/>
                  <a:pt x="2963487" y="5650748"/>
                </a:cubicBezTo>
                <a:cubicBezTo>
                  <a:pt x="2963487" y="5645574"/>
                  <a:pt x="2962780" y="5639628"/>
                  <a:pt x="2961368" y="5632909"/>
                </a:cubicBezTo>
                <a:cubicBezTo>
                  <a:pt x="2959955" y="5626191"/>
                  <a:pt x="2958264" y="5620771"/>
                  <a:pt x="2956296" y="5616650"/>
                </a:cubicBezTo>
                <a:cubicBezTo>
                  <a:pt x="2954531" y="5613015"/>
                  <a:pt x="2952154" y="5611146"/>
                  <a:pt x="2949165" y="5611045"/>
                </a:cubicBezTo>
                <a:close/>
                <a:moveTo>
                  <a:pt x="2330040" y="5611045"/>
                </a:moveTo>
                <a:cubicBezTo>
                  <a:pt x="2327957" y="5611045"/>
                  <a:pt x="2326245" y="5611867"/>
                  <a:pt x="2324904" y="5613512"/>
                </a:cubicBezTo>
                <a:cubicBezTo>
                  <a:pt x="2323563" y="5615156"/>
                  <a:pt x="2322892" y="5617482"/>
                  <a:pt x="2322892" y="5620488"/>
                </a:cubicBezTo>
                <a:cubicBezTo>
                  <a:pt x="2322892" y="5624250"/>
                  <a:pt x="2323596" y="5629365"/>
                  <a:pt x="2325003" y="5635833"/>
                </a:cubicBezTo>
                <a:cubicBezTo>
                  <a:pt x="2326409" y="5642300"/>
                  <a:pt x="2327914" y="5647610"/>
                  <a:pt x="2329516" y="5651763"/>
                </a:cubicBezTo>
                <a:cubicBezTo>
                  <a:pt x="2331500" y="5656998"/>
                  <a:pt x="2334260" y="5659615"/>
                  <a:pt x="2337792" y="5659615"/>
                </a:cubicBezTo>
                <a:cubicBezTo>
                  <a:pt x="2342172" y="5659615"/>
                  <a:pt x="2344362" y="5656659"/>
                  <a:pt x="2344362" y="5650748"/>
                </a:cubicBezTo>
                <a:cubicBezTo>
                  <a:pt x="2344362" y="5645574"/>
                  <a:pt x="2343655" y="5639628"/>
                  <a:pt x="2342243" y="5632909"/>
                </a:cubicBezTo>
                <a:cubicBezTo>
                  <a:pt x="2340830" y="5626191"/>
                  <a:pt x="2339139" y="5620771"/>
                  <a:pt x="2337171" y="5616650"/>
                </a:cubicBezTo>
                <a:cubicBezTo>
                  <a:pt x="2335406" y="5613015"/>
                  <a:pt x="2333029" y="5611146"/>
                  <a:pt x="2330040" y="5611045"/>
                </a:cubicBezTo>
                <a:close/>
                <a:moveTo>
                  <a:pt x="777466" y="5611045"/>
                </a:moveTo>
                <a:cubicBezTo>
                  <a:pt x="775382" y="5611045"/>
                  <a:pt x="773670" y="5611867"/>
                  <a:pt x="772329" y="5613512"/>
                </a:cubicBezTo>
                <a:cubicBezTo>
                  <a:pt x="770988" y="5615156"/>
                  <a:pt x="770318" y="5617482"/>
                  <a:pt x="770318" y="5620488"/>
                </a:cubicBezTo>
                <a:cubicBezTo>
                  <a:pt x="770318" y="5624250"/>
                  <a:pt x="771021" y="5629365"/>
                  <a:pt x="772427" y="5635833"/>
                </a:cubicBezTo>
                <a:cubicBezTo>
                  <a:pt x="773834" y="5642300"/>
                  <a:pt x="775338" y="5647610"/>
                  <a:pt x="776941" y="5651763"/>
                </a:cubicBezTo>
                <a:cubicBezTo>
                  <a:pt x="778926" y="5656998"/>
                  <a:pt x="781684" y="5659615"/>
                  <a:pt x="785217" y="5659615"/>
                </a:cubicBezTo>
                <a:cubicBezTo>
                  <a:pt x="789596" y="5659615"/>
                  <a:pt x="791786" y="5656659"/>
                  <a:pt x="791786" y="5650748"/>
                </a:cubicBezTo>
                <a:cubicBezTo>
                  <a:pt x="791786" y="5645574"/>
                  <a:pt x="791080" y="5639628"/>
                  <a:pt x="789667" y="5632909"/>
                </a:cubicBezTo>
                <a:cubicBezTo>
                  <a:pt x="788255" y="5626191"/>
                  <a:pt x="786564" y="5620771"/>
                  <a:pt x="784596" y="5616650"/>
                </a:cubicBezTo>
                <a:cubicBezTo>
                  <a:pt x="782830" y="5613015"/>
                  <a:pt x="780454" y="5611146"/>
                  <a:pt x="777466" y="5611045"/>
                </a:cubicBezTo>
                <a:close/>
                <a:moveTo>
                  <a:pt x="10253657" y="5609512"/>
                </a:moveTo>
                <a:cubicBezTo>
                  <a:pt x="10250386" y="5609512"/>
                  <a:pt x="10247808" y="5610413"/>
                  <a:pt x="10245923" y="5612214"/>
                </a:cubicBezTo>
                <a:cubicBezTo>
                  <a:pt x="10242668" y="5619693"/>
                  <a:pt x="10241040" y="5628069"/>
                  <a:pt x="10241040" y="5637342"/>
                </a:cubicBezTo>
                <a:cubicBezTo>
                  <a:pt x="10241040" y="5645633"/>
                  <a:pt x="10241971" y="5651525"/>
                  <a:pt x="10243833" y="5655018"/>
                </a:cubicBezTo>
                <a:cubicBezTo>
                  <a:pt x="10246678" y="5658211"/>
                  <a:pt x="10249660" y="5659807"/>
                  <a:pt x="10252779" y="5659807"/>
                </a:cubicBezTo>
                <a:cubicBezTo>
                  <a:pt x="10256032" y="5659807"/>
                  <a:pt x="10258499" y="5657658"/>
                  <a:pt x="10260180" y="5653359"/>
                </a:cubicBezTo>
                <a:cubicBezTo>
                  <a:pt x="10261860" y="5649060"/>
                  <a:pt x="10262699" y="5641678"/>
                  <a:pt x="10262699" y="5631213"/>
                </a:cubicBezTo>
                <a:cubicBezTo>
                  <a:pt x="10262699" y="5621809"/>
                  <a:pt x="10261582" y="5615367"/>
                  <a:pt x="10259347" y="5611889"/>
                </a:cubicBezTo>
                <a:cubicBezTo>
                  <a:pt x="10258194" y="5610407"/>
                  <a:pt x="10256297" y="5609615"/>
                  <a:pt x="10253657" y="5609512"/>
                </a:cubicBezTo>
                <a:close/>
                <a:moveTo>
                  <a:pt x="9548806" y="5609512"/>
                </a:moveTo>
                <a:cubicBezTo>
                  <a:pt x="9545536" y="5609512"/>
                  <a:pt x="9542959" y="5610413"/>
                  <a:pt x="9541073" y="5612214"/>
                </a:cubicBezTo>
                <a:cubicBezTo>
                  <a:pt x="9537818" y="5619693"/>
                  <a:pt x="9536190" y="5628069"/>
                  <a:pt x="9536190" y="5637342"/>
                </a:cubicBezTo>
                <a:cubicBezTo>
                  <a:pt x="9536190" y="5645633"/>
                  <a:pt x="9537121" y="5651525"/>
                  <a:pt x="9538983" y="5655018"/>
                </a:cubicBezTo>
                <a:cubicBezTo>
                  <a:pt x="9541828" y="5658211"/>
                  <a:pt x="9544810" y="5659807"/>
                  <a:pt x="9547929" y="5659807"/>
                </a:cubicBezTo>
                <a:cubicBezTo>
                  <a:pt x="9551182" y="5659807"/>
                  <a:pt x="9553649" y="5657658"/>
                  <a:pt x="9555330" y="5653359"/>
                </a:cubicBezTo>
                <a:cubicBezTo>
                  <a:pt x="9557010" y="5649060"/>
                  <a:pt x="9557850" y="5641678"/>
                  <a:pt x="9557850" y="5631213"/>
                </a:cubicBezTo>
                <a:cubicBezTo>
                  <a:pt x="9557850" y="5621809"/>
                  <a:pt x="9556732" y="5615367"/>
                  <a:pt x="9554497" y="5611889"/>
                </a:cubicBezTo>
                <a:cubicBezTo>
                  <a:pt x="9553344" y="5610407"/>
                  <a:pt x="9551447" y="5609615"/>
                  <a:pt x="9548806" y="5609512"/>
                </a:cubicBezTo>
                <a:close/>
                <a:moveTo>
                  <a:pt x="9082081" y="5609512"/>
                </a:moveTo>
                <a:cubicBezTo>
                  <a:pt x="9078811" y="5609512"/>
                  <a:pt x="9076234" y="5610413"/>
                  <a:pt x="9074348" y="5612214"/>
                </a:cubicBezTo>
                <a:cubicBezTo>
                  <a:pt x="9071093" y="5619693"/>
                  <a:pt x="9069465" y="5628069"/>
                  <a:pt x="9069465" y="5637342"/>
                </a:cubicBezTo>
                <a:cubicBezTo>
                  <a:pt x="9069465" y="5645633"/>
                  <a:pt x="9070396" y="5651525"/>
                  <a:pt x="9072258" y="5655018"/>
                </a:cubicBezTo>
                <a:cubicBezTo>
                  <a:pt x="9075104" y="5658211"/>
                  <a:pt x="9078085" y="5659807"/>
                  <a:pt x="9081204" y="5659807"/>
                </a:cubicBezTo>
                <a:cubicBezTo>
                  <a:pt x="9084457" y="5659807"/>
                  <a:pt x="9086924" y="5657658"/>
                  <a:pt x="9088605" y="5653359"/>
                </a:cubicBezTo>
                <a:cubicBezTo>
                  <a:pt x="9090285" y="5649060"/>
                  <a:pt x="9091125" y="5641678"/>
                  <a:pt x="9091125" y="5631213"/>
                </a:cubicBezTo>
                <a:cubicBezTo>
                  <a:pt x="9091125" y="5621809"/>
                  <a:pt x="9090007" y="5615367"/>
                  <a:pt x="9087772" y="5611889"/>
                </a:cubicBezTo>
                <a:cubicBezTo>
                  <a:pt x="9086619" y="5610407"/>
                  <a:pt x="9084722" y="5609615"/>
                  <a:pt x="9082081" y="5609512"/>
                </a:cubicBezTo>
                <a:close/>
                <a:moveTo>
                  <a:pt x="3690933" y="5609512"/>
                </a:moveTo>
                <a:cubicBezTo>
                  <a:pt x="3687663" y="5609512"/>
                  <a:pt x="3685085" y="5610413"/>
                  <a:pt x="3683200" y="5612214"/>
                </a:cubicBezTo>
                <a:cubicBezTo>
                  <a:pt x="3679944" y="5619693"/>
                  <a:pt x="3678316" y="5628069"/>
                  <a:pt x="3678316" y="5637342"/>
                </a:cubicBezTo>
                <a:cubicBezTo>
                  <a:pt x="3678316" y="5645633"/>
                  <a:pt x="3679247" y="5651525"/>
                  <a:pt x="3681109" y="5655018"/>
                </a:cubicBezTo>
                <a:cubicBezTo>
                  <a:pt x="3683955" y="5658211"/>
                  <a:pt x="3686937" y="5659807"/>
                  <a:pt x="3690055" y="5659807"/>
                </a:cubicBezTo>
                <a:cubicBezTo>
                  <a:pt x="3693309" y="5659807"/>
                  <a:pt x="3695776" y="5657658"/>
                  <a:pt x="3697456" y="5653359"/>
                </a:cubicBezTo>
                <a:cubicBezTo>
                  <a:pt x="3699136" y="5649060"/>
                  <a:pt x="3699976" y="5641678"/>
                  <a:pt x="3699976" y="5631213"/>
                </a:cubicBezTo>
                <a:cubicBezTo>
                  <a:pt x="3699976" y="5621809"/>
                  <a:pt x="3698858" y="5615367"/>
                  <a:pt x="3696623" y="5611889"/>
                </a:cubicBezTo>
                <a:cubicBezTo>
                  <a:pt x="3695471" y="5610407"/>
                  <a:pt x="3693573" y="5609615"/>
                  <a:pt x="3690933" y="5609512"/>
                </a:cubicBezTo>
                <a:close/>
                <a:moveTo>
                  <a:pt x="11568804" y="5606257"/>
                </a:moveTo>
                <a:cubicBezTo>
                  <a:pt x="11565935" y="5606257"/>
                  <a:pt x="11563671" y="5607397"/>
                  <a:pt x="11562012" y="5609677"/>
                </a:cubicBezTo>
                <a:cubicBezTo>
                  <a:pt x="11560375" y="5611916"/>
                  <a:pt x="11559556" y="5614178"/>
                  <a:pt x="11559556" y="5616465"/>
                </a:cubicBezTo>
                <a:cubicBezTo>
                  <a:pt x="11559556" y="5617808"/>
                  <a:pt x="11559799" y="5618680"/>
                  <a:pt x="11560284" y="5619082"/>
                </a:cubicBezTo>
                <a:cubicBezTo>
                  <a:pt x="11560769" y="5619483"/>
                  <a:pt x="11561918" y="5619684"/>
                  <a:pt x="11563730" y="5619684"/>
                </a:cubicBezTo>
                <a:lnTo>
                  <a:pt x="11573401" y="5619684"/>
                </a:lnTo>
                <a:cubicBezTo>
                  <a:pt x="11576184" y="5619684"/>
                  <a:pt x="11577576" y="5618451"/>
                  <a:pt x="11577576" y="5615986"/>
                </a:cubicBezTo>
                <a:cubicBezTo>
                  <a:pt x="11577576" y="5613077"/>
                  <a:pt x="11576761" y="5610729"/>
                  <a:pt x="11575131" y="5608940"/>
                </a:cubicBezTo>
                <a:cubicBezTo>
                  <a:pt x="11573501" y="5607152"/>
                  <a:pt x="11571391" y="5606257"/>
                  <a:pt x="11568804" y="5606257"/>
                </a:cubicBezTo>
                <a:close/>
                <a:moveTo>
                  <a:pt x="10654404" y="5606257"/>
                </a:moveTo>
                <a:cubicBezTo>
                  <a:pt x="10651535" y="5606257"/>
                  <a:pt x="10649270" y="5607397"/>
                  <a:pt x="10647612" y="5609677"/>
                </a:cubicBezTo>
                <a:cubicBezTo>
                  <a:pt x="10645975" y="5611916"/>
                  <a:pt x="10645156" y="5614178"/>
                  <a:pt x="10645156" y="5616465"/>
                </a:cubicBezTo>
                <a:cubicBezTo>
                  <a:pt x="10645156" y="5617808"/>
                  <a:pt x="10645399" y="5618680"/>
                  <a:pt x="10645884" y="5619082"/>
                </a:cubicBezTo>
                <a:cubicBezTo>
                  <a:pt x="10646369" y="5619483"/>
                  <a:pt x="10647518" y="5619684"/>
                  <a:pt x="10649330" y="5619684"/>
                </a:cubicBezTo>
                <a:lnTo>
                  <a:pt x="10659001" y="5619684"/>
                </a:lnTo>
                <a:cubicBezTo>
                  <a:pt x="10661784" y="5619684"/>
                  <a:pt x="10663176" y="5618451"/>
                  <a:pt x="10663176" y="5615986"/>
                </a:cubicBezTo>
                <a:cubicBezTo>
                  <a:pt x="10663176" y="5613077"/>
                  <a:pt x="10662361" y="5610729"/>
                  <a:pt x="10660731" y="5608940"/>
                </a:cubicBezTo>
                <a:cubicBezTo>
                  <a:pt x="10659101" y="5607152"/>
                  <a:pt x="10656991" y="5606257"/>
                  <a:pt x="10654404" y="5606257"/>
                </a:cubicBezTo>
                <a:close/>
                <a:moveTo>
                  <a:pt x="10416279" y="5606257"/>
                </a:moveTo>
                <a:cubicBezTo>
                  <a:pt x="10413410" y="5606257"/>
                  <a:pt x="10411145" y="5607397"/>
                  <a:pt x="10409487" y="5609677"/>
                </a:cubicBezTo>
                <a:cubicBezTo>
                  <a:pt x="10407850" y="5611916"/>
                  <a:pt x="10407031" y="5614178"/>
                  <a:pt x="10407031" y="5616465"/>
                </a:cubicBezTo>
                <a:cubicBezTo>
                  <a:pt x="10407031" y="5617808"/>
                  <a:pt x="10407274" y="5618680"/>
                  <a:pt x="10407759" y="5619082"/>
                </a:cubicBezTo>
                <a:cubicBezTo>
                  <a:pt x="10408244" y="5619483"/>
                  <a:pt x="10409393" y="5619684"/>
                  <a:pt x="10411205" y="5619684"/>
                </a:cubicBezTo>
                <a:lnTo>
                  <a:pt x="10420876" y="5619684"/>
                </a:lnTo>
                <a:cubicBezTo>
                  <a:pt x="10423659" y="5619684"/>
                  <a:pt x="10425051" y="5618451"/>
                  <a:pt x="10425051" y="5615986"/>
                </a:cubicBezTo>
                <a:cubicBezTo>
                  <a:pt x="10425051" y="5613077"/>
                  <a:pt x="10424236" y="5610729"/>
                  <a:pt x="10422606" y="5608940"/>
                </a:cubicBezTo>
                <a:cubicBezTo>
                  <a:pt x="10420976" y="5607152"/>
                  <a:pt x="10418866" y="5606257"/>
                  <a:pt x="10416279" y="5606257"/>
                </a:cubicBezTo>
                <a:close/>
                <a:moveTo>
                  <a:pt x="9673329" y="5606257"/>
                </a:moveTo>
                <a:cubicBezTo>
                  <a:pt x="9670459" y="5606257"/>
                  <a:pt x="9668195" y="5607397"/>
                  <a:pt x="9666537" y="5609677"/>
                </a:cubicBezTo>
                <a:cubicBezTo>
                  <a:pt x="9664900" y="5611916"/>
                  <a:pt x="9664081" y="5614178"/>
                  <a:pt x="9664081" y="5616465"/>
                </a:cubicBezTo>
                <a:cubicBezTo>
                  <a:pt x="9664081" y="5617808"/>
                  <a:pt x="9664324" y="5618680"/>
                  <a:pt x="9664808" y="5619082"/>
                </a:cubicBezTo>
                <a:cubicBezTo>
                  <a:pt x="9665293" y="5619483"/>
                  <a:pt x="9666442" y="5619684"/>
                  <a:pt x="9668255" y="5619684"/>
                </a:cubicBezTo>
                <a:lnTo>
                  <a:pt x="9677926" y="5619684"/>
                </a:lnTo>
                <a:cubicBezTo>
                  <a:pt x="9680709" y="5619684"/>
                  <a:pt x="9682101" y="5618451"/>
                  <a:pt x="9682101" y="5615986"/>
                </a:cubicBezTo>
                <a:cubicBezTo>
                  <a:pt x="9682101" y="5613077"/>
                  <a:pt x="9681286" y="5610729"/>
                  <a:pt x="9679656" y="5608940"/>
                </a:cubicBezTo>
                <a:cubicBezTo>
                  <a:pt x="9678026" y="5607152"/>
                  <a:pt x="9675916" y="5606257"/>
                  <a:pt x="9673329" y="5606257"/>
                </a:cubicBezTo>
                <a:close/>
                <a:moveTo>
                  <a:pt x="9216129" y="5606257"/>
                </a:moveTo>
                <a:cubicBezTo>
                  <a:pt x="9213259" y="5606257"/>
                  <a:pt x="9210995" y="5607397"/>
                  <a:pt x="9209337" y="5609677"/>
                </a:cubicBezTo>
                <a:cubicBezTo>
                  <a:pt x="9207700" y="5611916"/>
                  <a:pt x="9206881" y="5614178"/>
                  <a:pt x="9206881" y="5616465"/>
                </a:cubicBezTo>
                <a:cubicBezTo>
                  <a:pt x="9206881" y="5617808"/>
                  <a:pt x="9207124" y="5618680"/>
                  <a:pt x="9207608" y="5619082"/>
                </a:cubicBezTo>
                <a:cubicBezTo>
                  <a:pt x="9208093" y="5619483"/>
                  <a:pt x="9209242" y="5619684"/>
                  <a:pt x="9211055" y="5619684"/>
                </a:cubicBezTo>
                <a:lnTo>
                  <a:pt x="9220726" y="5619684"/>
                </a:lnTo>
                <a:cubicBezTo>
                  <a:pt x="9223509" y="5619684"/>
                  <a:pt x="9224901" y="5618451"/>
                  <a:pt x="9224901" y="5615986"/>
                </a:cubicBezTo>
                <a:cubicBezTo>
                  <a:pt x="9224901" y="5613077"/>
                  <a:pt x="9224086" y="5610729"/>
                  <a:pt x="9222456" y="5608940"/>
                </a:cubicBezTo>
                <a:cubicBezTo>
                  <a:pt x="9220825" y="5607152"/>
                  <a:pt x="9218716" y="5606257"/>
                  <a:pt x="9216129" y="5606257"/>
                </a:cubicBezTo>
                <a:close/>
                <a:moveTo>
                  <a:pt x="6777730" y="5606257"/>
                </a:moveTo>
                <a:cubicBezTo>
                  <a:pt x="6774860" y="5606257"/>
                  <a:pt x="6772596" y="5607397"/>
                  <a:pt x="6770937" y="5609677"/>
                </a:cubicBezTo>
                <a:cubicBezTo>
                  <a:pt x="6769300" y="5611916"/>
                  <a:pt x="6768482" y="5614178"/>
                  <a:pt x="6768482" y="5616465"/>
                </a:cubicBezTo>
                <a:cubicBezTo>
                  <a:pt x="6768482" y="5617808"/>
                  <a:pt x="6768724" y="5618680"/>
                  <a:pt x="6769209" y="5619082"/>
                </a:cubicBezTo>
                <a:cubicBezTo>
                  <a:pt x="6769694" y="5619483"/>
                  <a:pt x="6770843" y="5619684"/>
                  <a:pt x="6772655" y="5619684"/>
                </a:cubicBezTo>
                <a:lnTo>
                  <a:pt x="6782326" y="5619684"/>
                </a:lnTo>
                <a:cubicBezTo>
                  <a:pt x="6785110" y="5619684"/>
                  <a:pt x="6786502" y="5618451"/>
                  <a:pt x="6786502" y="5615986"/>
                </a:cubicBezTo>
                <a:cubicBezTo>
                  <a:pt x="6786502" y="5613077"/>
                  <a:pt x="6785687" y="5610729"/>
                  <a:pt x="6784056" y="5608940"/>
                </a:cubicBezTo>
                <a:cubicBezTo>
                  <a:pt x="6782426" y="5607152"/>
                  <a:pt x="6780317" y="5606257"/>
                  <a:pt x="6777730" y="5606257"/>
                </a:cubicBezTo>
                <a:close/>
                <a:moveTo>
                  <a:pt x="6596755" y="5606257"/>
                </a:moveTo>
                <a:cubicBezTo>
                  <a:pt x="6593885" y="5606257"/>
                  <a:pt x="6591621" y="5607397"/>
                  <a:pt x="6589962" y="5609677"/>
                </a:cubicBezTo>
                <a:cubicBezTo>
                  <a:pt x="6588325" y="5611916"/>
                  <a:pt x="6587507" y="5614178"/>
                  <a:pt x="6587507" y="5616465"/>
                </a:cubicBezTo>
                <a:cubicBezTo>
                  <a:pt x="6587507" y="5617808"/>
                  <a:pt x="6587749" y="5618680"/>
                  <a:pt x="6588234" y="5619082"/>
                </a:cubicBezTo>
                <a:cubicBezTo>
                  <a:pt x="6588719" y="5619483"/>
                  <a:pt x="6589868" y="5619684"/>
                  <a:pt x="6591680" y="5619684"/>
                </a:cubicBezTo>
                <a:lnTo>
                  <a:pt x="6601351" y="5619684"/>
                </a:lnTo>
                <a:cubicBezTo>
                  <a:pt x="6604135" y="5619684"/>
                  <a:pt x="6605527" y="5618451"/>
                  <a:pt x="6605527" y="5615986"/>
                </a:cubicBezTo>
                <a:cubicBezTo>
                  <a:pt x="6605527" y="5613077"/>
                  <a:pt x="6604712" y="5610729"/>
                  <a:pt x="6603081" y="5608940"/>
                </a:cubicBezTo>
                <a:cubicBezTo>
                  <a:pt x="6601451" y="5607152"/>
                  <a:pt x="6599342" y="5606257"/>
                  <a:pt x="6596755" y="5606257"/>
                </a:cubicBezTo>
                <a:close/>
                <a:moveTo>
                  <a:pt x="3815456" y="5606257"/>
                </a:moveTo>
                <a:cubicBezTo>
                  <a:pt x="3812586" y="5606257"/>
                  <a:pt x="3810321" y="5607397"/>
                  <a:pt x="3808663" y="5609677"/>
                </a:cubicBezTo>
                <a:cubicBezTo>
                  <a:pt x="3807026" y="5611916"/>
                  <a:pt x="3806208" y="5614178"/>
                  <a:pt x="3806208" y="5616465"/>
                </a:cubicBezTo>
                <a:cubicBezTo>
                  <a:pt x="3806208" y="5617808"/>
                  <a:pt x="3806450" y="5618680"/>
                  <a:pt x="3806935" y="5619082"/>
                </a:cubicBezTo>
                <a:cubicBezTo>
                  <a:pt x="3807420" y="5619483"/>
                  <a:pt x="3808569" y="5619684"/>
                  <a:pt x="3810381" y="5619684"/>
                </a:cubicBezTo>
                <a:lnTo>
                  <a:pt x="3820052" y="5619684"/>
                </a:lnTo>
                <a:cubicBezTo>
                  <a:pt x="3822836" y="5619684"/>
                  <a:pt x="3824228" y="5618451"/>
                  <a:pt x="3824228" y="5615986"/>
                </a:cubicBezTo>
                <a:cubicBezTo>
                  <a:pt x="3824228" y="5613077"/>
                  <a:pt x="3823412" y="5610729"/>
                  <a:pt x="3821782" y="5608940"/>
                </a:cubicBezTo>
                <a:cubicBezTo>
                  <a:pt x="3820151" y="5607152"/>
                  <a:pt x="3818043" y="5606257"/>
                  <a:pt x="3815456" y="5606257"/>
                </a:cubicBezTo>
                <a:close/>
                <a:moveTo>
                  <a:pt x="1110355" y="5606257"/>
                </a:moveTo>
                <a:cubicBezTo>
                  <a:pt x="1107485" y="5606257"/>
                  <a:pt x="1105221" y="5607397"/>
                  <a:pt x="1103563" y="5609677"/>
                </a:cubicBezTo>
                <a:cubicBezTo>
                  <a:pt x="1101926" y="5611916"/>
                  <a:pt x="1101107" y="5614178"/>
                  <a:pt x="1101107" y="5616465"/>
                </a:cubicBezTo>
                <a:cubicBezTo>
                  <a:pt x="1101107" y="5617808"/>
                  <a:pt x="1101350" y="5618680"/>
                  <a:pt x="1101835" y="5619082"/>
                </a:cubicBezTo>
                <a:cubicBezTo>
                  <a:pt x="1102319" y="5619483"/>
                  <a:pt x="1103468" y="5619684"/>
                  <a:pt x="1105281" y="5619684"/>
                </a:cubicBezTo>
                <a:lnTo>
                  <a:pt x="1114952" y="5619684"/>
                </a:lnTo>
                <a:cubicBezTo>
                  <a:pt x="1117735" y="5619684"/>
                  <a:pt x="1119127" y="5618451"/>
                  <a:pt x="1119127" y="5615986"/>
                </a:cubicBezTo>
                <a:cubicBezTo>
                  <a:pt x="1119127" y="5613077"/>
                  <a:pt x="1118312" y="5610729"/>
                  <a:pt x="1116682" y="5608940"/>
                </a:cubicBezTo>
                <a:cubicBezTo>
                  <a:pt x="1115051" y="5607152"/>
                  <a:pt x="1112943" y="5606257"/>
                  <a:pt x="1110355" y="5606257"/>
                </a:cubicBezTo>
                <a:close/>
                <a:moveTo>
                  <a:pt x="6062021" y="5603672"/>
                </a:moveTo>
                <a:cubicBezTo>
                  <a:pt x="6059560" y="5603672"/>
                  <a:pt x="6057530" y="5604668"/>
                  <a:pt x="6055931" y="5606660"/>
                </a:cubicBezTo>
                <a:cubicBezTo>
                  <a:pt x="6054331" y="5608652"/>
                  <a:pt x="6053531" y="5611442"/>
                  <a:pt x="6053531" y="5615029"/>
                </a:cubicBezTo>
                <a:cubicBezTo>
                  <a:pt x="6053531" y="5621648"/>
                  <a:pt x="6054455" y="5626776"/>
                  <a:pt x="6056300" y="5630412"/>
                </a:cubicBezTo>
                <a:cubicBezTo>
                  <a:pt x="6058147" y="5634048"/>
                  <a:pt x="6060371" y="5635866"/>
                  <a:pt x="6062971" y="5635866"/>
                </a:cubicBezTo>
                <a:cubicBezTo>
                  <a:pt x="6065723" y="5635866"/>
                  <a:pt x="6067921" y="5634792"/>
                  <a:pt x="6069565" y="5632644"/>
                </a:cubicBezTo>
                <a:cubicBezTo>
                  <a:pt x="6071210" y="5630496"/>
                  <a:pt x="6072032" y="5627465"/>
                  <a:pt x="6072032" y="5623552"/>
                </a:cubicBezTo>
                <a:cubicBezTo>
                  <a:pt x="6072032" y="5617091"/>
                  <a:pt x="6071119" y="5612188"/>
                  <a:pt x="6069292" y="5608843"/>
                </a:cubicBezTo>
                <a:cubicBezTo>
                  <a:pt x="6067465" y="5605497"/>
                  <a:pt x="6065042" y="5603774"/>
                  <a:pt x="6062021" y="5603672"/>
                </a:cubicBezTo>
                <a:close/>
                <a:moveTo>
                  <a:pt x="5300021" y="5603672"/>
                </a:moveTo>
                <a:cubicBezTo>
                  <a:pt x="5297560" y="5603672"/>
                  <a:pt x="5295530" y="5604668"/>
                  <a:pt x="5293931" y="5606660"/>
                </a:cubicBezTo>
                <a:cubicBezTo>
                  <a:pt x="5292331" y="5608652"/>
                  <a:pt x="5291532" y="5611442"/>
                  <a:pt x="5291532" y="5615029"/>
                </a:cubicBezTo>
                <a:cubicBezTo>
                  <a:pt x="5291532" y="5621648"/>
                  <a:pt x="5292455" y="5626776"/>
                  <a:pt x="5294301" y="5630412"/>
                </a:cubicBezTo>
                <a:cubicBezTo>
                  <a:pt x="5296146" y="5634048"/>
                  <a:pt x="5298371" y="5635866"/>
                  <a:pt x="5300972" y="5635866"/>
                </a:cubicBezTo>
                <a:cubicBezTo>
                  <a:pt x="5303722" y="5635866"/>
                  <a:pt x="5305921" y="5634792"/>
                  <a:pt x="5307565" y="5632644"/>
                </a:cubicBezTo>
                <a:cubicBezTo>
                  <a:pt x="5309210" y="5630496"/>
                  <a:pt x="5310032" y="5627465"/>
                  <a:pt x="5310032" y="5623552"/>
                </a:cubicBezTo>
                <a:cubicBezTo>
                  <a:pt x="5310032" y="5617091"/>
                  <a:pt x="5309119" y="5612188"/>
                  <a:pt x="5307292" y="5608843"/>
                </a:cubicBezTo>
                <a:cubicBezTo>
                  <a:pt x="5305465" y="5605497"/>
                  <a:pt x="5303041" y="5603774"/>
                  <a:pt x="5300021" y="5603672"/>
                </a:cubicBezTo>
                <a:close/>
                <a:moveTo>
                  <a:pt x="11366234" y="5585784"/>
                </a:moveTo>
                <a:cubicBezTo>
                  <a:pt x="11369873" y="5585784"/>
                  <a:pt x="11371693" y="5589020"/>
                  <a:pt x="11371693" y="5595494"/>
                </a:cubicBezTo>
                <a:cubicBezTo>
                  <a:pt x="11371693" y="5595558"/>
                  <a:pt x="11371693" y="5595981"/>
                  <a:pt x="11371693" y="5596764"/>
                </a:cubicBezTo>
                <a:cubicBezTo>
                  <a:pt x="11371629" y="5597779"/>
                  <a:pt x="11371597" y="5598728"/>
                  <a:pt x="11371597" y="5599611"/>
                </a:cubicBezTo>
                <a:cubicBezTo>
                  <a:pt x="11371597" y="5601757"/>
                  <a:pt x="11371934" y="5602830"/>
                  <a:pt x="11372611" y="5602830"/>
                </a:cubicBezTo>
                <a:cubicBezTo>
                  <a:pt x="11373070" y="5602830"/>
                  <a:pt x="11374224" y="5601725"/>
                  <a:pt x="11376074" y="5599517"/>
                </a:cubicBezTo>
                <a:cubicBezTo>
                  <a:pt x="11379780" y="5595263"/>
                  <a:pt x="11384385" y="5591911"/>
                  <a:pt x="11389891" y="5589460"/>
                </a:cubicBezTo>
                <a:cubicBezTo>
                  <a:pt x="11395397" y="5587009"/>
                  <a:pt x="11401032" y="5585784"/>
                  <a:pt x="11406797" y="5585784"/>
                </a:cubicBezTo>
                <a:cubicBezTo>
                  <a:pt x="11418287" y="5585784"/>
                  <a:pt x="11426376" y="5590235"/>
                  <a:pt x="11431065" y="5599137"/>
                </a:cubicBezTo>
                <a:cubicBezTo>
                  <a:pt x="11432095" y="5600896"/>
                  <a:pt x="11432721" y="5601775"/>
                  <a:pt x="11432941" y="5601775"/>
                </a:cubicBezTo>
                <a:cubicBezTo>
                  <a:pt x="11433123" y="5601775"/>
                  <a:pt x="11434325" y="5600692"/>
                  <a:pt x="11436546" y="5598525"/>
                </a:cubicBezTo>
                <a:cubicBezTo>
                  <a:pt x="11445241" y="5590031"/>
                  <a:pt x="11455115" y="5585784"/>
                  <a:pt x="11466169" y="5585784"/>
                </a:cubicBezTo>
                <a:cubicBezTo>
                  <a:pt x="11474904" y="5585784"/>
                  <a:pt x="11482077" y="5588213"/>
                  <a:pt x="11487688" y="5593071"/>
                </a:cubicBezTo>
                <a:cubicBezTo>
                  <a:pt x="11493671" y="5598219"/>
                  <a:pt x="11496661" y="5605793"/>
                  <a:pt x="11496661" y="5615795"/>
                </a:cubicBezTo>
                <a:cubicBezTo>
                  <a:pt x="11496661" y="5617070"/>
                  <a:pt x="11496584" y="5620589"/>
                  <a:pt x="11496432" y="5626351"/>
                </a:cubicBezTo>
                <a:cubicBezTo>
                  <a:pt x="11496330" y="5627695"/>
                  <a:pt x="11496279" y="5632635"/>
                  <a:pt x="11496279" y="5641172"/>
                </a:cubicBezTo>
                <a:cubicBezTo>
                  <a:pt x="11496279" y="5645852"/>
                  <a:pt x="11496234" y="5649687"/>
                  <a:pt x="11496145" y="5652677"/>
                </a:cubicBezTo>
                <a:cubicBezTo>
                  <a:pt x="11496105" y="5653519"/>
                  <a:pt x="11496086" y="5654408"/>
                  <a:pt x="11496086" y="5655345"/>
                </a:cubicBezTo>
                <a:cubicBezTo>
                  <a:pt x="11496086" y="5659001"/>
                  <a:pt x="11497203" y="5662170"/>
                  <a:pt x="11499435" y="5664849"/>
                </a:cubicBezTo>
                <a:cubicBezTo>
                  <a:pt x="11501082" y="5666838"/>
                  <a:pt x="11502132" y="5668225"/>
                  <a:pt x="11502586" y="5669010"/>
                </a:cubicBezTo>
                <a:cubicBezTo>
                  <a:pt x="11503042" y="5669795"/>
                  <a:pt x="11503269" y="5670858"/>
                  <a:pt x="11503269" y="5672199"/>
                </a:cubicBezTo>
                <a:cubicBezTo>
                  <a:pt x="11503269" y="5681673"/>
                  <a:pt x="11492978" y="5686410"/>
                  <a:pt x="11472394" y="5686410"/>
                </a:cubicBezTo>
                <a:cubicBezTo>
                  <a:pt x="11463621" y="5686410"/>
                  <a:pt x="11456379" y="5685288"/>
                  <a:pt x="11450665" y="5683045"/>
                </a:cubicBezTo>
                <a:cubicBezTo>
                  <a:pt x="11444951" y="5680801"/>
                  <a:pt x="11442095" y="5677569"/>
                  <a:pt x="11442095" y="5673348"/>
                </a:cubicBezTo>
                <a:cubicBezTo>
                  <a:pt x="11442095" y="5671753"/>
                  <a:pt x="11442318" y="5670531"/>
                  <a:pt x="11442762" y="5669682"/>
                </a:cubicBezTo>
                <a:cubicBezTo>
                  <a:pt x="11443206" y="5668833"/>
                  <a:pt x="11444767" y="5666658"/>
                  <a:pt x="11447442" y="5663158"/>
                </a:cubicBezTo>
                <a:cubicBezTo>
                  <a:pt x="11448665" y="5661392"/>
                  <a:pt x="11449277" y="5653329"/>
                  <a:pt x="11449277" y="5638969"/>
                </a:cubicBezTo>
                <a:cubicBezTo>
                  <a:pt x="11449277" y="5630628"/>
                  <a:pt x="11448701" y="5624851"/>
                  <a:pt x="11447549" y="5621637"/>
                </a:cubicBezTo>
                <a:cubicBezTo>
                  <a:pt x="11446442" y="5618470"/>
                  <a:pt x="11444254" y="5616886"/>
                  <a:pt x="11440984" y="5616886"/>
                </a:cubicBezTo>
                <a:cubicBezTo>
                  <a:pt x="11439377" y="5616886"/>
                  <a:pt x="11437934" y="5617401"/>
                  <a:pt x="11436654" y="5618430"/>
                </a:cubicBezTo>
                <a:cubicBezTo>
                  <a:pt x="11435373" y="5619459"/>
                  <a:pt x="11434564" y="5619941"/>
                  <a:pt x="11434225" y="5619874"/>
                </a:cubicBezTo>
                <a:cubicBezTo>
                  <a:pt x="11433650" y="5623633"/>
                  <a:pt x="11433327" y="5630840"/>
                  <a:pt x="11433258" y="5641497"/>
                </a:cubicBezTo>
                <a:cubicBezTo>
                  <a:pt x="11433432" y="5651193"/>
                  <a:pt x="11433743" y="5657109"/>
                  <a:pt x="11434187" y="5659244"/>
                </a:cubicBezTo>
                <a:cubicBezTo>
                  <a:pt x="11434631" y="5661380"/>
                  <a:pt x="11436154" y="5664384"/>
                  <a:pt x="11438756" y="5668257"/>
                </a:cubicBezTo>
                <a:cubicBezTo>
                  <a:pt x="11439630" y="5669566"/>
                  <a:pt x="11440067" y="5671136"/>
                  <a:pt x="11440067" y="5672965"/>
                </a:cubicBezTo>
                <a:cubicBezTo>
                  <a:pt x="11440067" y="5681864"/>
                  <a:pt x="11429456" y="5686313"/>
                  <a:pt x="11408233" y="5686313"/>
                </a:cubicBezTo>
                <a:cubicBezTo>
                  <a:pt x="11396002" y="5686313"/>
                  <a:pt x="11387307" y="5685116"/>
                  <a:pt x="11382148" y="5682721"/>
                </a:cubicBezTo>
                <a:cubicBezTo>
                  <a:pt x="11378829" y="5681486"/>
                  <a:pt x="11377168" y="5678649"/>
                  <a:pt x="11377168" y="5674209"/>
                </a:cubicBezTo>
                <a:cubicBezTo>
                  <a:pt x="11377168" y="5672235"/>
                  <a:pt x="11377457" y="5670805"/>
                  <a:pt x="11378033" y="5669917"/>
                </a:cubicBezTo>
                <a:cubicBezTo>
                  <a:pt x="11378610" y="5669030"/>
                  <a:pt x="11380144" y="5667407"/>
                  <a:pt x="11382633" y="5665049"/>
                </a:cubicBezTo>
                <a:cubicBezTo>
                  <a:pt x="11383817" y="5663920"/>
                  <a:pt x="11384577" y="5662872"/>
                  <a:pt x="11384917" y="5661905"/>
                </a:cubicBezTo>
                <a:cubicBezTo>
                  <a:pt x="11385256" y="5660938"/>
                  <a:pt x="11385527" y="5658791"/>
                  <a:pt x="11385731" y="5655464"/>
                </a:cubicBezTo>
                <a:cubicBezTo>
                  <a:pt x="11386152" y="5648856"/>
                  <a:pt x="11386361" y="5642017"/>
                  <a:pt x="11386361" y="5634947"/>
                </a:cubicBezTo>
                <a:cubicBezTo>
                  <a:pt x="11386361" y="5623737"/>
                  <a:pt x="11383820" y="5618132"/>
                  <a:pt x="11378739" y="5618132"/>
                </a:cubicBezTo>
                <a:cubicBezTo>
                  <a:pt x="11375117" y="5618132"/>
                  <a:pt x="11372934" y="5620367"/>
                  <a:pt x="11372188" y="5624839"/>
                </a:cubicBezTo>
                <a:cubicBezTo>
                  <a:pt x="11371476" y="5629531"/>
                  <a:pt x="11371119" y="5636539"/>
                  <a:pt x="11371119" y="5645863"/>
                </a:cubicBezTo>
                <a:cubicBezTo>
                  <a:pt x="11371119" y="5652885"/>
                  <a:pt x="11371250" y="5657385"/>
                  <a:pt x="11371512" y="5659362"/>
                </a:cubicBezTo>
                <a:cubicBezTo>
                  <a:pt x="11371772" y="5661338"/>
                  <a:pt x="11372567" y="5663673"/>
                  <a:pt x="11373895" y="5666365"/>
                </a:cubicBezTo>
                <a:cubicBezTo>
                  <a:pt x="11375427" y="5668883"/>
                  <a:pt x="11376193" y="5671146"/>
                  <a:pt x="11376193" y="5673156"/>
                </a:cubicBezTo>
                <a:cubicBezTo>
                  <a:pt x="11376193" y="5678285"/>
                  <a:pt x="11372776" y="5681789"/>
                  <a:pt x="11365941" y="5683667"/>
                </a:cubicBezTo>
                <a:cubicBezTo>
                  <a:pt x="11359474" y="5685431"/>
                  <a:pt x="11352344" y="5686313"/>
                  <a:pt x="11344553" y="5686313"/>
                </a:cubicBezTo>
                <a:cubicBezTo>
                  <a:pt x="11334473" y="5686313"/>
                  <a:pt x="11326871" y="5685442"/>
                  <a:pt x="11321747" y="5683698"/>
                </a:cubicBezTo>
                <a:cubicBezTo>
                  <a:pt x="11316624" y="5681954"/>
                  <a:pt x="11314062" y="5678919"/>
                  <a:pt x="11314062" y="5674592"/>
                </a:cubicBezTo>
                <a:cubicBezTo>
                  <a:pt x="11314062" y="5672932"/>
                  <a:pt x="11314457" y="5671521"/>
                  <a:pt x="11315247" y="5670357"/>
                </a:cubicBezTo>
                <a:cubicBezTo>
                  <a:pt x="11316036" y="5669193"/>
                  <a:pt x="11317572" y="5667605"/>
                  <a:pt x="11319853" y="5665592"/>
                </a:cubicBezTo>
                <a:cubicBezTo>
                  <a:pt x="11322300" y="5663364"/>
                  <a:pt x="11323731" y="5660097"/>
                  <a:pt x="11324150" y="5655789"/>
                </a:cubicBezTo>
                <a:cubicBezTo>
                  <a:pt x="11324830" y="5648111"/>
                  <a:pt x="11325170" y="5640078"/>
                  <a:pt x="11325170" y="5631691"/>
                </a:cubicBezTo>
                <a:cubicBezTo>
                  <a:pt x="11325170" y="5625871"/>
                  <a:pt x="11324901" y="5621899"/>
                  <a:pt x="11324362" y="5619773"/>
                </a:cubicBezTo>
                <a:cubicBezTo>
                  <a:pt x="11323824" y="5617647"/>
                  <a:pt x="11323159" y="5616111"/>
                  <a:pt x="11322368" y="5615164"/>
                </a:cubicBezTo>
                <a:cubicBezTo>
                  <a:pt x="11319456" y="5613290"/>
                  <a:pt x="11317646" y="5611854"/>
                  <a:pt x="11316941" y="5610858"/>
                </a:cubicBezTo>
                <a:cubicBezTo>
                  <a:pt x="11316234" y="5609861"/>
                  <a:pt x="11315881" y="5608475"/>
                  <a:pt x="11315881" y="5606698"/>
                </a:cubicBezTo>
                <a:cubicBezTo>
                  <a:pt x="11315881" y="5601530"/>
                  <a:pt x="11320225" y="5597495"/>
                  <a:pt x="11328912" y="5594594"/>
                </a:cubicBezTo>
                <a:cubicBezTo>
                  <a:pt x="11344098" y="5588807"/>
                  <a:pt x="11356539" y="5585870"/>
                  <a:pt x="11366234" y="5585784"/>
                </a:cubicBezTo>
                <a:close/>
                <a:moveTo>
                  <a:pt x="11032859" y="5585784"/>
                </a:moveTo>
                <a:cubicBezTo>
                  <a:pt x="11036498" y="5585784"/>
                  <a:pt x="11038318" y="5589020"/>
                  <a:pt x="11038318" y="5595494"/>
                </a:cubicBezTo>
                <a:cubicBezTo>
                  <a:pt x="11038318" y="5595558"/>
                  <a:pt x="11038318" y="5595981"/>
                  <a:pt x="11038318" y="5596764"/>
                </a:cubicBezTo>
                <a:cubicBezTo>
                  <a:pt x="11038254" y="5597779"/>
                  <a:pt x="11038222" y="5598728"/>
                  <a:pt x="11038222" y="5599611"/>
                </a:cubicBezTo>
                <a:cubicBezTo>
                  <a:pt x="11038222" y="5601757"/>
                  <a:pt x="11038560" y="5602830"/>
                  <a:pt x="11039236" y="5602830"/>
                </a:cubicBezTo>
                <a:cubicBezTo>
                  <a:pt x="11039695" y="5602830"/>
                  <a:pt x="11040849" y="5601725"/>
                  <a:pt x="11042699" y="5599517"/>
                </a:cubicBezTo>
                <a:cubicBezTo>
                  <a:pt x="11046405" y="5595263"/>
                  <a:pt x="11051010" y="5591911"/>
                  <a:pt x="11056516" y="5589460"/>
                </a:cubicBezTo>
                <a:cubicBezTo>
                  <a:pt x="11062022" y="5587009"/>
                  <a:pt x="11067657" y="5585784"/>
                  <a:pt x="11073422" y="5585784"/>
                </a:cubicBezTo>
                <a:cubicBezTo>
                  <a:pt x="11084911" y="5585784"/>
                  <a:pt x="11093001" y="5590235"/>
                  <a:pt x="11097690" y="5599137"/>
                </a:cubicBezTo>
                <a:cubicBezTo>
                  <a:pt x="11098720" y="5600896"/>
                  <a:pt x="11099346" y="5601775"/>
                  <a:pt x="11099566" y="5601775"/>
                </a:cubicBezTo>
                <a:cubicBezTo>
                  <a:pt x="11099748" y="5601775"/>
                  <a:pt x="11100950" y="5600692"/>
                  <a:pt x="11103171" y="5598525"/>
                </a:cubicBezTo>
                <a:cubicBezTo>
                  <a:pt x="11111866" y="5590031"/>
                  <a:pt x="11121740" y="5585784"/>
                  <a:pt x="11132794" y="5585784"/>
                </a:cubicBezTo>
                <a:cubicBezTo>
                  <a:pt x="11141529" y="5585784"/>
                  <a:pt x="11148702" y="5588213"/>
                  <a:pt x="11154313" y="5593071"/>
                </a:cubicBezTo>
                <a:cubicBezTo>
                  <a:pt x="11160296" y="5598219"/>
                  <a:pt x="11163286" y="5605793"/>
                  <a:pt x="11163286" y="5615795"/>
                </a:cubicBezTo>
                <a:cubicBezTo>
                  <a:pt x="11163286" y="5617070"/>
                  <a:pt x="11163209" y="5620589"/>
                  <a:pt x="11163057" y="5626351"/>
                </a:cubicBezTo>
                <a:cubicBezTo>
                  <a:pt x="11162955" y="5627695"/>
                  <a:pt x="11162904" y="5632635"/>
                  <a:pt x="11162904" y="5641172"/>
                </a:cubicBezTo>
                <a:cubicBezTo>
                  <a:pt x="11162904" y="5645852"/>
                  <a:pt x="11162859" y="5649687"/>
                  <a:pt x="11162770" y="5652677"/>
                </a:cubicBezTo>
                <a:cubicBezTo>
                  <a:pt x="11162730" y="5653519"/>
                  <a:pt x="11162711" y="5654408"/>
                  <a:pt x="11162711" y="5655345"/>
                </a:cubicBezTo>
                <a:cubicBezTo>
                  <a:pt x="11162711" y="5659001"/>
                  <a:pt x="11163827" y="5662170"/>
                  <a:pt x="11166060" y="5664849"/>
                </a:cubicBezTo>
                <a:cubicBezTo>
                  <a:pt x="11167707" y="5666838"/>
                  <a:pt x="11168757" y="5668225"/>
                  <a:pt x="11169212" y="5669010"/>
                </a:cubicBezTo>
                <a:cubicBezTo>
                  <a:pt x="11169667" y="5669795"/>
                  <a:pt x="11169894" y="5670858"/>
                  <a:pt x="11169894" y="5672199"/>
                </a:cubicBezTo>
                <a:cubicBezTo>
                  <a:pt x="11169894" y="5681673"/>
                  <a:pt x="11159603" y="5686410"/>
                  <a:pt x="11139019" y="5686410"/>
                </a:cubicBezTo>
                <a:cubicBezTo>
                  <a:pt x="11130246" y="5686410"/>
                  <a:pt x="11123004" y="5685288"/>
                  <a:pt x="11117290" y="5683045"/>
                </a:cubicBezTo>
                <a:cubicBezTo>
                  <a:pt x="11111576" y="5680801"/>
                  <a:pt x="11108720" y="5677569"/>
                  <a:pt x="11108720" y="5673348"/>
                </a:cubicBezTo>
                <a:cubicBezTo>
                  <a:pt x="11108720" y="5671753"/>
                  <a:pt x="11108942" y="5670531"/>
                  <a:pt x="11109387" y="5669682"/>
                </a:cubicBezTo>
                <a:cubicBezTo>
                  <a:pt x="11109831" y="5668833"/>
                  <a:pt x="11111392" y="5666658"/>
                  <a:pt x="11114067" y="5663158"/>
                </a:cubicBezTo>
                <a:cubicBezTo>
                  <a:pt x="11115290" y="5661392"/>
                  <a:pt x="11115902" y="5653329"/>
                  <a:pt x="11115902" y="5638969"/>
                </a:cubicBezTo>
                <a:cubicBezTo>
                  <a:pt x="11115902" y="5630628"/>
                  <a:pt x="11115326" y="5624851"/>
                  <a:pt x="11114174" y="5621637"/>
                </a:cubicBezTo>
                <a:cubicBezTo>
                  <a:pt x="11113067" y="5618470"/>
                  <a:pt x="11110879" y="5616886"/>
                  <a:pt x="11107609" y="5616886"/>
                </a:cubicBezTo>
                <a:cubicBezTo>
                  <a:pt x="11106002" y="5616886"/>
                  <a:pt x="11104559" y="5617401"/>
                  <a:pt x="11103279" y="5618430"/>
                </a:cubicBezTo>
                <a:cubicBezTo>
                  <a:pt x="11101998" y="5619459"/>
                  <a:pt x="11101189" y="5619941"/>
                  <a:pt x="11100850" y="5619874"/>
                </a:cubicBezTo>
                <a:cubicBezTo>
                  <a:pt x="11100274" y="5623633"/>
                  <a:pt x="11099952" y="5630840"/>
                  <a:pt x="11099883" y="5641497"/>
                </a:cubicBezTo>
                <a:cubicBezTo>
                  <a:pt x="11100057" y="5651193"/>
                  <a:pt x="11100367" y="5657109"/>
                  <a:pt x="11100812" y="5659244"/>
                </a:cubicBezTo>
                <a:cubicBezTo>
                  <a:pt x="11101256" y="5661380"/>
                  <a:pt x="11102779" y="5664384"/>
                  <a:pt x="11105381" y="5668257"/>
                </a:cubicBezTo>
                <a:cubicBezTo>
                  <a:pt x="11106255" y="5669566"/>
                  <a:pt x="11106692" y="5671136"/>
                  <a:pt x="11106692" y="5672965"/>
                </a:cubicBezTo>
                <a:cubicBezTo>
                  <a:pt x="11106692" y="5681864"/>
                  <a:pt x="11096081" y="5686313"/>
                  <a:pt x="11074858" y="5686313"/>
                </a:cubicBezTo>
                <a:cubicBezTo>
                  <a:pt x="11062627" y="5686313"/>
                  <a:pt x="11053932" y="5685116"/>
                  <a:pt x="11048773" y="5682721"/>
                </a:cubicBezTo>
                <a:cubicBezTo>
                  <a:pt x="11045453" y="5681486"/>
                  <a:pt x="11043793" y="5678649"/>
                  <a:pt x="11043793" y="5674209"/>
                </a:cubicBezTo>
                <a:cubicBezTo>
                  <a:pt x="11043793" y="5672235"/>
                  <a:pt x="11044082" y="5670805"/>
                  <a:pt x="11044658" y="5669917"/>
                </a:cubicBezTo>
                <a:cubicBezTo>
                  <a:pt x="11045235" y="5669030"/>
                  <a:pt x="11046769" y="5667407"/>
                  <a:pt x="11049258" y="5665049"/>
                </a:cubicBezTo>
                <a:cubicBezTo>
                  <a:pt x="11050442" y="5663920"/>
                  <a:pt x="11051202" y="5662872"/>
                  <a:pt x="11051542" y="5661905"/>
                </a:cubicBezTo>
                <a:cubicBezTo>
                  <a:pt x="11051881" y="5660938"/>
                  <a:pt x="11052152" y="5658791"/>
                  <a:pt x="11052356" y="5655464"/>
                </a:cubicBezTo>
                <a:cubicBezTo>
                  <a:pt x="11052777" y="5648856"/>
                  <a:pt x="11052987" y="5642017"/>
                  <a:pt x="11052987" y="5634947"/>
                </a:cubicBezTo>
                <a:cubicBezTo>
                  <a:pt x="11052987" y="5623737"/>
                  <a:pt x="11050445" y="5618132"/>
                  <a:pt x="11045364" y="5618132"/>
                </a:cubicBezTo>
                <a:cubicBezTo>
                  <a:pt x="11041741" y="5618132"/>
                  <a:pt x="11039559" y="5620367"/>
                  <a:pt x="11038813" y="5624839"/>
                </a:cubicBezTo>
                <a:cubicBezTo>
                  <a:pt x="11038101" y="5629531"/>
                  <a:pt x="11037744" y="5636539"/>
                  <a:pt x="11037744" y="5645863"/>
                </a:cubicBezTo>
                <a:cubicBezTo>
                  <a:pt x="11037744" y="5652885"/>
                  <a:pt x="11037875" y="5657385"/>
                  <a:pt x="11038137" y="5659362"/>
                </a:cubicBezTo>
                <a:cubicBezTo>
                  <a:pt x="11038397" y="5661338"/>
                  <a:pt x="11039192" y="5663673"/>
                  <a:pt x="11040520" y="5666365"/>
                </a:cubicBezTo>
                <a:cubicBezTo>
                  <a:pt x="11042052" y="5668883"/>
                  <a:pt x="11042818" y="5671146"/>
                  <a:pt x="11042818" y="5673156"/>
                </a:cubicBezTo>
                <a:cubicBezTo>
                  <a:pt x="11042818" y="5678285"/>
                  <a:pt x="11039401" y="5681789"/>
                  <a:pt x="11032566" y="5683667"/>
                </a:cubicBezTo>
                <a:cubicBezTo>
                  <a:pt x="11026099" y="5685431"/>
                  <a:pt x="11018969" y="5686313"/>
                  <a:pt x="11011178" y="5686313"/>
                </a:cubicBezTo>
                <a:cubicBezTo>
                  <a:pt x="11001098" y="5686313"/>
                  <a:pt x="10993496" y="5685442"/>
                  <a:pt x="10988372" y="5683698"/>
                </a:cubicBezTo>
                <a:cubicBezTo>
                  <a:pt x="10983249" y="5681954"/>
                  <a:pt x="10980688" y="5678919"/>
                  <a:pt x="10980688" y="5674592"/>
                </a:cubicBezTo>
                <a:cubicBezTo>
                  <a:pt x="10980688" y="5672932"/>
                  <a:pt x="10981082" y="5671521"/>
                  <a:pt x="10981872" y="5670357"/>
                </a:cubicBezTo>
                <a:cubicBezTo>
                  <a:pt x="10982661" y="5669193"/>
                  <a:pt x="10984197" y="5667605"/>
                  <a:pt x="10986478" y="5665592"/>
                </a:cubicBezTo>
                <a:cubicBezTo>
                  <a:pt x="10988925" y="5663364"/>
                  <a:pt x="10990357" y="5660097"/>
                  <a:pt x="10990775" y="5655789"/>
                </a:cubicBezTo>
                <a:cubicBezTo>
                  <a:pt x="10991456" y="5648111"/>
                  <a:pt x="10991795" y="5640078"/>
                  <a:pt x="10991795" y="5631691"/>
                </a:cubicBezTo>
                <a:cubicBezTo>
                  <a:pt x="10991795" y="5625871"/>
                  <a:pt x="10991527" y="5621899"/>
                  <a:pt x="10990987" y="5619773"/>
                </a:cubicBezTo>
                <a:cubicBezTo>
                  <a:pt x="10990449" y="5617647"/>
                  <a:pt x="10989784" y="5616111"/>
                  <a:pt x="10988993" y="5615164"/>
                </a:cubicBezTo>
                <a:cubicBezTo>
                  <a:pt x="10986081" y="5613290"/>
                  <a:pt x="10984271" y="5611854"/>
                  <a:pt x="10983566" y="5610858"/>
                </a:cubicBezTo>
                <a:cubicBezTo>
                  <a:pt x="10982860" y="5609861"/>
                  <a:pt x="10982506" y="5608475"/>
                  <a:pt x="10982506" y="5606698"/>
                </a:cubicBezTo>
                <a:cubicBezTo>
                  <a:pt x="10982506" y="5601530"/>
                  <a:pt x="10986850" y="5597495"/>
                  <a:pt x="10995537" y="5594594"/>
                </a:cubicBezTo>
                <a:cubicBezTo>
                  <a:pt x="11010724" y="5588807"/>
                  <a:pt x="11023164" y="5585870"/>
                  <a:pt x="11032859" y="5585784"/>
                </a:cubicBezTo>
                <a:close/>
                <a:moveTo>
                  <a:pt x="7356209" y="5585784"/>
                </a:moveTo>
                <a:cubicBezTo>
                  <a:pt x="7359848" y="5585784"/>
                  <a:pt x="7361668" y="5589020"/>
                  <a:pt x="7361668" y="5595494"/>
                </a:cubicBezTo>
                <a:cubicBezTo>
                  <a:pt x="7361668" y="5595558"/>
                  <a:pt x="7361668" y="5595981"/>
                  <a:pt x="7361668" y="5596764"/>
                </a:cubicBezTo>
                <a:cubicBezTo>
                  <a:pt x="7361604" y="5597779"/>
                  <a:pt x="7361572" y="5598728"/>
                  <a:pt x="7361572" y="5599611"/>
                </a:cubicBezTo>
                <a:cubicBezTo>
                  <a:pt x="7361572" y="5601757"/>
                  <a:pt x="7361910" y="5602830"/>
                  <a:pt x="7362585" y="5602830"/>
                </a:cubicBezTo>
                <a:cubicBezTo>
                  <a:pt x="7363045" y="5602830"/>
                  <a:pt x="7364200" y="5601725"/>
                  <a:pt x="7366050" y="5599517"/>
                </a:cubicBezTo>
                <a:cubicBezTo>
                  <a:pt x="7369755" y="5595263"/>
                  <a:pt x="7374361" y="5591911"/>
                  <a:pt x="7379867" y="5589460"/>
                </a:cubicBezTo>
                <a:cubicBezTo>
                  <a:pt x="7385373" y="5587009"/>
                  <a:pt x="7391008" y="5585784"/>
                  <a:pt x="7396772" y="5585784"/>
                </a:cubicBezTo>
                <a:cubicBezTo>
                  <a:pt x="7408261" y="5585784"/>
                  <a:pt x="7416351" y="5590235"/>
                  <a:pt x="7421040" y="5599137"/>
                </a:cubicBezTo>
                <a:cubicBezTo>
                  <a:pt x="7422070" y="5600896"/>
                  <a:pt x="7422695" y="5601775"/>
                  <a:pt x="7422915" y="5601775"/>
                </a:cubicBezTo>
                <a:cubicBezTo>
                  <a:pt x="7423098" y="5601775"/>
                  <a:pt x="7424301" y="5600692"/>
                  <a:pt x="7426521" y="5598525"/>
                </a:cubicBezTo>
                <a:cubicBezTo>
                  <a:pt x="7435216" y="5590031"/>
                  <a:pt x="7445090" y="5585784"/>
                  <a:pt x="7456144" y="5585784"/>
                </a:cubicBezTo>
                <a:cubicBezTo>
                  <a:pt x="7464879" y="5585784"/>
                  <a:pt x="7472052" y="5588213"/>
                  <a:pt x="7477663" y="5593071"/>
                </a:cubicBezTo>
                <a:cubicBezTo>
                  <a:pt x="7483645" y="5598219"/>
                  <a:pt x="7486636" y="5605793"/>
                  <a:pt x="7486636" y="5615795"/>
                </a:cubicBezTo>
                <a:cubicBezTo>
                  <a:pt x="7486636" y="5617070"/>
                  <a:pt x="7486560" y="5620589"/>
                  <a:pt x="7486407" y="5626351"/>
                </a:cubicBezTo>
                <a:cubicBezTo>
                  <a:pt x="7486305" y="5627695"/>
                  <a:pt x="7486253" y="5632635"/>
                  <a:pt x="7486253" y="5641172"/>
                </a:cubicBezTo>
                <a:cubicBezTo>
                  <a:pt x="7486253" y="5645852"/>
                  <a:pt x="7486209" y="5649687"/>
                  <a:pt x="7486121" y="5652677"/>
                </a:cubicBezTo>
                <a:cubicBezTo>
                  <a:pt x="7486081" y="5653519"/>
                  <a:pt x="7486061" y="5654408"/>
                  <a:pt x="7486061" y="5655345"/>
                </a:cubicBezTo>
                <a:cubicBezTo>
                  <a:pt x="7486061" y="5659001"/>
                  <a:pt x="7487178" y="5662170"/>
                  <a:pt x="7489411" y="5664849"/>
                </a:cubicBezTo>
                <a:cubicBezTo>
                  <a:pt x="7491057" y="5666838"/>
                  <a:pt x="7492108" y="5668225"/>
                  <a:pt x="7492562" y="5669010"/>
                </a:cubicBezTo>
                <a:cubicBezTo>
                  <a:pt x="7493017" y="5669795"/>
                  <a:pt x="7493244" y="5670858"/>
                  <a:pt x="7493244" y="5672199"/>
                </a:cubicBezTo>
                <a:cubicBezTo>
                  <a:pt x="7493244" y="5681673"/>
                  <a:pt x="7482952" y="5686410"/>
                  <a:pt x="7462369" y="5686410"/>
                </a:cubicBezTo>
                <a:cubicBezTo>
                  <a:pt x="7453597" y="5686410"/>
                  <a:pt x="7446354" y="5685288"/>
                  <a:pt x="7440641" y="5683045"/>
                </a:cubicBezTo>
                <a:cubicBezTo>
                  <a:pt x="7434927" y="5680801"/>
                  <a:pt x="7432070" y="5677569"/>
                  <a:pt x="7432070" y="5673348"/>
                </a:cubicBezTo>
                <a:cubicBezTo>
                  <a:pt x="7432070" y="5671753"/>
                  <a:pt x="7432293" y="5670531"/>
                  <a:pt x="7432737" y="5669682"/>
                </a:cubicBezTo>
                <a:cubicBezTo>
                  <a:pt x="7433181" y="5668833"/>
                  <a:pt x="7434742" y="5666658"/>
                  <a:pt x="7437418" y="5663158"/>
                </a:cubicBezTo>
                <a:cubicBezTo>
                  <a:pt x="7438640" y="5661392"/>
                  <a:pt x="7439252" y="5653329"/>
                  <a:pt x="7439252" y="5638969"/>
                </a:cubicBezTo>
                <a:cubicBezTo>
                  <a:pt x="7439252" y="5630628"/>
                  <a:pt x="7438676" y="5624851"/>
                  <a:pt x="7437524" y="5621637"/>
                </a:cubicBezTo>
                <a:cubicBezTo>
                  <a:pt x="7436417" y="5618470"/>
                  <a:pt x="7434229" y="5616886"/>
                  <a:pt x="7430960" y="5616886"/>
                </a:cubicBezTo>
                <a:cubicBezTo>
                  <a:pt x="7429353" y="5616886"/>
                  <a:pt x="7427910" y="5617401"/>
                  <a:pt x="7426629" y="5618430"/>
                </a:cubicBezTo>
                <a:cubicBezTo>
                  <a:pt x="7425349" y="5619459"/>
                  <a:pt x="7424539" y="5619941"/>
                  <a:pt x="7424201" y="5619874"/>
                </a:cubicBezTo>
                <a:cubicBezTo>
                  <a:pt x="7423624" y="5623633"/>
                  <a:pt x="7423302" y="5630840"/>
                  <a:pt x="7423233" y="5641497"/>
                </a:cubicBezTo>
                <a:cubicBezTo>
                  <a:pt x="7423408" y="5651193"/>
                  <a:pt x="7423718" y="5657109"/>
                  <a:pt x="7424162" y="5659244"/>
                </a:cubicBezTo>
                <a:cubicBezTo>
                  <a:pt x="7424607" y="5661380"/>
                  <a:pt x="7426130" y="5664384"/>
                  <a:pt x="7428731" y="5668257"/>
                </a:cubicBezTo>
                <a:cubicBezTo>
                  <a:pt x="7429605" y="5669566"/>
                  <a:pt x="7430042" y="5671136"/>
                  <a:pt x="7430042" y="5672965"/>
                </a:cubicBezTo>
                <a:cubicBezTo>
                  <a:pt x="7430042" y="5681864"/>
                  <a:pt x="7419431" y="5686313"/>
                  <a:pt x="7398209" y="5686313"/>
                </a:cubicBezTo>
                <a:cubicBezTo>
                  <a:pt x="7385977" y="5686313"/>
                  <a:pt x="7377283" y="5685116"/>
                  <a:pt x="7372123" y="5682721"/>
                </a:cubicBezTo>
                <a:cubicBezTo>
                  <a:pt x="7368803" y="5681486"/>
                  <a:pt x="7367144" y="5678649"/>
                  <a:pt x="7367144" y="5674209"/>
                </a:cubicBezTo>
                <a:cubicBezTo>
                  <a:pt x="7367144" y="5672235"/>
                  <a:pt x="7367432" y="5670805"/>
                  <a:pt x="7368009" y="5669917"/>
                </a:cubicBezTo>
                <a:cubicBezTo>
                  <a:pt x="7368586" y="5669030"/>
                  <a:pt x="7370119" y="5667407"/>
                  <a:pt x="7372608" y="5665049"/>
                </a:cubicBezTo>
                <a:cubicBezTo>
                  <a:pt x="7373791" y="5663920"/>
                  <a:pt x="7374553" y="5662872"/>
                  <a:pt x="7374892" y="5661905"/>
                </a:cubicBezTo>
                <a:cubicBezTo>
                  <a:pt x="7375232" y="5660938"/>
                  <a:pt x="7375503" y="5658791"/>
                  <a:pt x="7375706" y="5655464"/>
                </a:cubicBezTo>
                <a:cubicBezTo>
                  <a:pt x="7376126" y="5648856"/>
                  <a:pt x="7376337" y="5642017"/>
                  <a:pt x="7376337" y="5634947"/>
                </a:cubicBezTo>
                <a:cubicBezTo>
                  <a:pt x="7376337" y="5623737"/>
                  <a:pt x="7373796" y="5618132"/>
                  <a:pt x="7368714" y="5618132"/>
                </a:cubicBezTo>
                <a:cubicBezTo>
                  <a:pt x="7365092" y="5618132"/>
                  <a:pt x="7362909" y="5620367"/>
                  <a:pt x="7362164" y="5624839"/>
                </a:cubicBezTo>
                <a:cubicBezTo>
                  <a:pt x="7361451" y="5629531"/>
                  <a:pt x="7361095" y="5636539"/>
                  <a:pt x="7361095" y="5645863"/>
                </a:cubicBezTo>
                <a:cubicBezTo>
                  <a:pt x="7361095" y="5652885"/>
                  <a:pt x="7361225" y="5657385"/>
                  <a:pt x="7361486" y="5659362"/>
                </a:cubicBezTo>
                <a:cubicBezTo>
                  <a:pt x="7361747" y="5661338"/>
                  <a:pt x="7362543" y="5663673"/>
                  <a:pt x="7363870" y="5666365"/>
                </a:cubicBezTo>
                <a:cubicBezTo>
                  <a:pt x="7365402" y="5668883"/>
                  <a:pt x="7366168" y="5671146"/>
                  <a:pt x="7366168" y="5673156"/>
                </a:cubicBezTo>
                <a:cubicBezTo>
                  <a:pt x="7366168" y="5678285"/>
                  <a:pt x="7362751" y="5681789"/>
                  <a:pt x="7355916" y="5683667"/>
                </a:cubicBezTo>
                <a:cubicBezTo>
                  <a:pt x="7349449" y="5685431"/>
                  <a:pt x="7342320" y="5686313"/>
                  <a:pt x="7334528" y="5686313"/>
                </a:cubicBezTo>
                <a:cubicBezTo>
                  <a:pt x="7324448" y="5686313"/>
                  <a:pt x="7316846" y="5685442"/>
                  <a:pt x="7311723" y="5683698"/>
                </a:cubicBezTo>
                <a:cubicBezTo>
                  <a:pt x="7306599" y="5681954"/>
                  <a:pt x="7304038" y="5678919"/>
                  <a:pt x="7304038" y="5674592"/>
                </a:cubicBezTo>
                <a:cubicBezTo>
                  <a:pt x="7304038" y="5672932"/>
                  <a:pt x="7304432" y="5671521"/>
                  <a:pt x="7305222" y="5670357"/>
                </a:cubicBezTo>
                <a:cubicBezTo>
                  <a:pt x="7306011" y="5669193"/>
                  <a:pt x="7307547" y="5667605"/>
                  <a:pt x="7309829" y="5665592"/>
                </a:cubicBezTo>
                <a:cubicBezTo>
                  <a:pt x="7312275" y="5663364"/>
                  <a:pt x="7313707" y="5660097"/>
                  <a:pt x="7314125" y="5655789"/>
                </a:cubicBezTo>
                <a:cubicBezTo>
                  <a:pt x="7314806" y="5648111"/>
                  <a:pt x="7315146" y="5640078"/>
                  <a:pt x="7315146" y="5631691"/>
                </a:cubicBezTo>
                <a:cubicBezTo>
                  <a:pt x="7315146" y="5625871"/>
                  <a:pt x="7314876" y="5621899"/>
                  <a:pt x="7314338" y="5619773"/>
                </a:cubicBezTo>
                <a:cubicBezTo>
                  <a:pt x="7313799" y="5617647"/>
                  <a:pt x="7313135" y="5616111"/>
                  <a:pt x="7312344" y="5615164"/>
                </a:cubicBezTo>
                <a:cubicBezTo>
                  <a:pt x="7309431" y="5613290"/>
                  <a:pt x="7307622" y="5611854"/>
                  <a:pt x="7306916" y="5610858"/>
                </a:cubicBezTo>
                <a:cubicBezTo>
                  <a:pt x="7306210" y="5609861"/>
                  <a:pt x="7305857" y="5608475"/>
                  <a:pt x="7305857" y="5606698"/>
                </a:cubicBezTo>
                <a:cubicBezTo>
                  <a:pt x="7305857" y="5601530"/>
                  <a:pt x="7310200" y="5597495"/>
                  <a:pt x="7318888" y="5594594"/>
                </a:cubicBezTo>
                <a:cubicBezTo>
                  <a:pt x="7334074" y="5588807"/>
                  <a:pt x="7346515" y="5585870"/>
                  <a:pt x="7356209" y="5585784"/>
                </a:cubicBezTo>
                <a:close/>
                <a:moveTo>
                  <a:pt x="6394184" y="5585784"/>
                </a:moveTo>
                <a:cubicBezTo>
                  <a:pt x="6397824" y="5585784"/>
                  <a:pt x="6399643" y="5589020"/>
                  <a:pt x="6399643" y="5595494"/>
                </a:cubicBezTo>
                <a:cubicBezTo>
                  <a:pt x="6399643" y="5595558"/>
                  <a:pt x="6399643" y="5595981"/>
                  <a:pt x="6399643" y="5596764"/>
                </a:cubicBezTo>
                <a:cubicBezTo>
                  <a:pt x="6399579" y="5597779"/>
                  <a:pt x="6399547" y="5598728"/>
                  <a:pt x="6399547" y="5599611"/>
                </a:cubicBezTo>
                <a:cubicBezTo>
                  <a:pt x="6399547" y="5601757"/>
                  <a:pt x="6399885" y="5602830"/>
                  <a:pt x="6400560" y="5602830"/>
                </a:cubicBezTo>
                <a:cubicBezTo>
                  <a:pt x="6401020" y="5602830"/>
                  <a:pt x="6402175" y="5601725"/>
                  <a:pt x="6404025" y="5599517"/>
                </a:cubicBezTo>
                <a:cubicBezTo>
                  <a:pt x="6407730" y="5595263"/>
                  <a:pt x="6412336" y="5591911"/>
                  <a:pt x="6417842" y="5589460"/>
                </a:cubicBezTo>
                <a:cubicBezTo>
                  <a:pt x="6423348" y="5587009"/>
                  <a:pt x="6428983" y="5585784"/>
                  <a:pt x="6434747" y="5585784"/>
                </a:cubicBezTo>
                <a:cubicBezTo>
                  <a:pt x="6446236" y="5585784"/>
                  <a:pt x="6454326" y="5590235"/>
                  <a:pt x="6459015" y="5599137"/>
                </a:cubicBezTo>
                <a:cubicBezTo>
                  <a:pt x="6460046" y="5600896"/>
                  <a:pt x="6460670" y="5601775"/>
                  <a:pt x="6460890" y="5601775"/>
                </a:cubicBezTo>
                <a:cubicBezTo>
                  <a:pt x="6461073" y="5601775"/>
                  <a:pt x="6462276" y="5600692"/>
                  <a:pt x="6464496" y="5598525"/>
                </a:cubicBezTo>
                <a:cubicBezTo>
                  <a:pt x="6473191" y="5590031"/>
                  <a:pt x="6483065" y="5585784"/>
                  <a:pt x="6494119" y="5585784"/>
                </a:cubicBezTo>
                <a:cubicBezTo>
                  <a:pt x="6502855" y="5585784"/>
                  <a:pt x="6510027" y="5588213"/>
                  <a:pt x="6515638" y="5593071"/>
                </a:cubicBezTo>
                <a:cubicBezTo>
                  <a:pt x="6521620" y="5598219"/>
                  <a:pt x="6524611" y="5605793"/>
                  <a:pt x="6524611" y="5615795"/>
                </a:cubicBezTo>
                <a:cubicBezTo>
                  <a:pt x="6524611" y="5617070"/>
                  <a:pt x="6524535" y="5620589"/>
                  <a:pt x="6524382" y="5626351"/>
                </a:cubicBezTo>
                <a:cubicBezTo>
                  <a:pt x="6524280" y="5627695"/>
                  <a:pt x="6524228" y="5632635"/>
                  <a:pt x="6524228" y="5641172"/>
                </a:cubicBezTo>
                <a:cubicBezTo>
                  <a:pt x="6524228" y="5645852"/>
                  <a:pt x="6524184" y="5649687"/>
                  <a:pt x="6524096" y="5652677"/>
                </a:cubicBezTo>
                <a:cubicBezTo>
                  <a:pt x="6524056" y="5653519"/>
                  <a:pt x="6524036" y="5654408"/>
                  <a:pt x="6524036" y="5655345"/>
                </a:cubicBezTo>
                <a:cubicBezTo>
                  <a:pt x="6524036" y="5659001"/>
                  <a:pt x="6525153" y="5662170"/>
                  <a:pt x="6527386" y="5664849"/>
                </a:cubicBezTo>
                <a:cubicBezTo>
                  <a:pt x="6529032" y="5666838"/>
                  <a:pt x="6530083" y="5668225"/>
                  <a:pt x="6530537" y="5669010"/>
                </a:cubicBezTo>
                <a:cubicBezTo>
                  <a:pt x="6530992" y="5669795"/>
                  <a:pt x="6531219" y="5670858"/>
                  <a:pt x="6531219" y="5672199"/>
                </a:cubicBezTo>
                <a:cubicBezTo>
                  <a:pt x="6531219" y="5681673"/>
                  <a:pt x="6520927" y="5686410"/>
                  <a:pt x="6500344" y="5686410"/>
                </a:cubicBezTo>
                <a:cubicBezTo>
                  <a:pt x="6491572" y="5686410"/>
                  <a:pt x="6484329" y="5685288"/>
                  <a:pt x="6478616" y="5683045"/>
                </a:cubicBezTo>
                <a:cubicBezTo>
                  <a:pt x="6472902" y="5680801"/>
                  <a:pt x="6470045" y="5677569"/>
                  <a:pt x="6470045" y="5673348"/>
                </a:cubicBezTo>
                <a:cubicBezTo>
                  <a:pt x="6470045" y="5671753"/>
                  <a:pt x="6470268" y="5670531"/>
                  <a:pt x="6470712" y="5669682"/>
                </a:cubicBezTo>
                <a:cubicBezTo>
                  <a:pt x="6471156" y="5668833"/>
                  <a:pt x="6472717" y="5666658"/>
                  <a:pt x="6475393" y="5663158"/>
                </a:cubicBezTo>
                <a:cubicBezTo>
                  <a:pt x="6476615" y="5661392"/>
                  <a:pt x="6477227" y="5653329"/>
                  <a:pt x="6477227" y="5638969"/>
                </a:cubicBezTo>
                <a:cubicBezTo>
                  <a:pt x="6477227" y="5630628"/>
                  <a:pt x="6476651" y="5624851"/>
                  <a:pt x="6475499" y="5621637"/>
                </a:cubicBezTo>
                <a:cubicBezTo>
                  <a:pt x="6474392" y="5618470"/>
                  <a:pt x="6472204" y="5616886"/>
                  <a:pt x="6468935" y="5616886"/>
                </a:cubicBezTo>
                <a:cubicBezTo>
                  <a:pt x="6467328" y="5616886"/>
                  <a:pt x="6465885" y="5617401"/>
                  <a:pt x="6464604" y="5618430"/>
                </a:cubicBezTo>
                <a:cubicBezTo>
                  <a:pt x="6463324" y="5619459"/>
                  <a:pt x="6462514" y="5619941"/>
                  <a:pt x="6462176" y="5619874"/>
                </a:cubicBezTo>
                <a:cubicBezTo>
                  <a:pt x="6461599" y="5623633"/>
                  <a:pt x="6461277" y="5630840"/>
                  <a:pt x="6461208" y="5641497"/>
                </a:cubicBezTo>
                <a:cubicBezTo>
                  <a:pt x="6461383" y="5651193"/>
                  <a:pt x="6461693" y="5657109"/>
                  <a:pt x="6462137" y="5659244"/>
                </a:cubicBezTo>
                <a:cubicBezTo>
                  <a:pt x="6462582" y="5661380"/>
                  <a:pt x="6464105" y="5664384"/>
                  <a:pt x="6466706" y="5668257"/>
                </a:cubicBezTo>
                <a:cubicBezTo>
                  <a:pt x="6467580" y="5669566"/>
                  <a:pt x="6468017" y="5671136"/>
                  <a:pt x="6468017" y="5672965"/>
                </a:cubicBezTo>
                <a:cubicBezTo>
                  <a:pt x="6468017" y="5681864"/>
                  <a:pt x="6457406" y="5686313"/>
                  <a:pt x="6436183" y="5686313"/>
                </a:cubicBezTo>
                <a:cubicBezTo>
                  <a:pt x="6423952" y="5686313"/>
                  <a:pt x="6415258" y="5685116"/>
                  <a:pt x="6410098" y="5682721"/>
                </a:cubicBezTo>
                <a:cubicBezTo>
                  <a:pt x="6406778" y="5681486"/>
                  <a:pt x="6405119" y="5678649"/>
                  <a:pt x="6405119" y="5674209"/>
                </a:cubicBezTo>
                <a:cubicBezTo>
                  <a:pt x="6405119" y="5672235"/>
                  <a:pt x="6405407" y="5670805"/>
                  <a:pt x="6405984" y="5669917"/>
                </a:cubicBezTo>
                <a:cubicBezTo>
                  <a:pt x="6406561" y="5669030"/>
                  <a:pt x="6408094" y="5667407"/>
                  <a:pt x="6410583" y="5665049"/>
                </a:cubicBezTo>
                <a:cubicBezTo>
                  <a:pt x="6411766" y="5663920"/>
                  <a:pt x="6412528" y="5662872"/>
                  <a:pt x="6412868" y="5661905"/>
                </a:cubicBezTo>
                <a:cubicBezTo>
                  <a:pt x="6413207" y="5660938"/>
                  <a:pt x="6413478" y="5658791"/>
                  <a:pt x="6413681" y="5655464"/>
                </a:cubicBezTo>
                <a:cubicBezTo>
                  <a:pt x="6414102" y="5648856"/>
                  <a:pt x="6414312" y="5642017"/>
                  <a:pt x="6414312" y="5634947"/>
                </a:cubicBezTo>
                <a:cubicBezTo>
                  <a:pt x="6414312" y="5623737"/>
                  <a:pt x="6411771" y="5618132"/>
                  <a:pt x="6406689" y="5618132"/>
                </a:cubicBezTo>
                <a:cubicBezTo>
                  <a:pt x="6403067" y="5618132"/>
                  <a:pt x="6400884" y="5620367"/>
                  <a:pt x="6400139" y="5624839"/>
                </a:cubicBezTo>
                <a:cubicBezTo>
                  <a:pt x="6399426" y="5629531"/>
                  <a:pt x="6399069" y="5636539"/>
                  <a:pt x="6399069" y="5645863"/>
                </a:cubicBezTo>
                <a:cubicBezTo>
                  <a:pt x="6399069" y="5652885"/>
                  <a:pt x="6399200" y="5657385"/>
                  <a:pt x="6399461" y="5659362"/>
                </a:cubicBezTo>
                <a:cubicBezTo>
                  <a:pt x="6399723" y="5661338"/>
                  <a:pt x="6400518" y="5663673"/>
                  <a:pt x="6401845" y="5666365"/>
                </a:cubicBezTo>
                <a:cubicBezTo>
                  <a:pt x="6403377" y="5668883"/>
                  <a:pt x="6404144" y="5671146"/>
                  <a:pt x="6404144" y="5673156"/>
                </a:cubicBezTo>
                <a:cubicBezTo>
                  <a:pt x="6404144" y="5678285"/>
                  <a:pt x="6400726" y="5681789"/>
                  <a:pt x="6393891" y="5683667"/>
                </a:cubicBezTo>
                <a:cubicBezTo>
                  <a:pt x="6387424" y="5685431"/>
                  <a:pt x="6380295" y="5686313"/>
                  <a:pt x="6372503" y="5686313"/>
                </a:cubicBezTo>
                <a:cubicBezTo>
                  <a:pt x="6362424" y="5686313"/>
                  <a:pt x="6354822" y="5685442"/>
                  <a:pt x="6349698" y="5683698"/>
                </a:cubicBezTo>
                <a:cubicBezTo>
                  <a:pt x="6344575" y="5681954"/>
                  <a:pt x="6342013" y="5678919"/>
                  <a:pt x="6342013" y="5674592"/>
                </a:cubicBezTo>
                <a:cubicBezTo>
                  <a:pt x="6342013" y="5672932"/>
                  <a:pt x="6342407" y="5671521"/>
                  <a:pt x="6343197" y="5670357"/>
                </a:cubicBezTo>
                <a:cubicBezTo>
                  <a:pt x="6343986" y="5669193"/>
                  <a:pt x="6345522" y="5667605"/>
                  <a:pt x="6347804" y="5665592"/>
                </a:cubicBezTo>
                <a:cubicBezTo>
                  <a:pt x="6350250" y="5663364"/>
                  <a:pt x="6351682" y="5660097"/>
                  <a:pt x="6352100" y="5655789"/>
                </a:cubicBezTo>
                <a:cubicBezTo>
                  <a:pt x="6352781" y="5648111"/>
                  <a:pt x="6353121" y="5640078"/>
                  <a:pt x="6353121" y="5631691"/>
                </a:cubicBezTo>
                <a:cubicBezTo>
                  <a:pt x="6353121" y="5625871"/>
                  <a:pt x="6352851" y="5621899"/>
                  <a:pt x="6352313" y="5619773"/>
                </a:cubicBezTo>
                <a:cubicBezTo>
                  <a:pt x="6351774" y="5617647"/>
                  <a:pt x="6351110" y="5616111"/>
                  <a:pt x="6350319" y="5615164"/>
                </a:cubicBezTo>
                <a:cubicBezTo>
                  <a:pt x="6347406" y="5613290"/>
                  <a:pt x="6345597" y="5611854"/>
                  <a:pt x="6344891" y="5610858"/>
                </a:cubicBezTo>
                <a:cubicBezTo>
                  <a:pt x="6344185" y="5609861"/>
                  <a:pt x="6343832" y="5608475"/>
                  <a:pt x="6343832" y="5606698"/>
                </a:cubicBezTo>
                <a:cubicBezTo>
                  <a:pt x="6343832" y="5601530"/>
                  <a:pt x="6348176" y="5597495"/>
                  <a:pt x="6356863" y="5594594"/>
                </a:cubicBezTo>
                <a:cubicBezTo>
                  <a:pt x="6372049" y="5588807"/>
                  <a:pt x="6384490" y="5585870"/>
                  <a:pt x="6394184" y="5585784"/>
                </a:cubicBezTo>
                <a:close/>
                <a:moveTo>
                  <a:pt x="6317465" y="5585784"/>
                </a:moveTo>
                <a:cubicBezTo>
                  <a:pt x="6322345" y="5585784"/>
                  <a:pt x="6324785" y="5588414"/>
                  <a:pt x="6324785" y="5593675"/>
                </a:cubicBezTo>
                <a:lnTo>
                  <a:pt x="6324785" y="5649311"/>
                </a:lnTo>
                <a:cubicBezTo>
                  <a:pt x="6324785" y="5653522"/>
                  <a:pt x="6325122" y="5656492"/>
                  <a:pt x="6325797" y="5658221"/>
                </a:cubicBezTo>
                <a:cubicBezTo>
                  <a:pt x="6326472" y="5659950"/>
                  <a:pt x="6327857" y="5661558"/>
                  <a:pt x="6329952" y="5663045"/>
                </a:cubicBezTo>
                <a:cubicBezTo>
                  <a:pt x="6332096" y="5664568"/>
                  <a:pt x="6333607" y="5665977"/>
                  <a:pt x="6334483" y="5667270"/>
                </a:cubicBezTo>
                <a:cubicBezTo>
                  <a:pt x="6335359" y="5668563"/>
                  <a:pt x="6335797" y="5670142"/>
                  <a:pt x="6335797" y="5672007"/>
                </a:cubicBezTo>
                <a:cubicBezTo>
                  <a:pt x="6335797" y="5681544"/>
                  <a:pt x="6324675" y="5686313"/>
                  <a:pt x="6302432" y="5686313"/>
                </a:cubicBezTo>
                <a:cubicBezTo>
                  <a:pt x="6291000" y="5686313"/>
                  <a:pt x="6281731" y="5685348"/>
                  <a:pt x="6274624" y="5683417"/>
                </a:cubicBezTo>
                <a:cubicBezTo>
                  <a:pt x="6272378" y="5682775"/>
                  <a:pt x="6270427" y="5681492"/>
                  <a:pt x="6268773" y="5679568"/>
                </a:cubicBezTo>
                <a:cubicBezTo>
                  <a:pt x="6267119" y="5677644"/>
                  <a:pt x="6266292" y="5675411"/>
                  <a:pt x="6266292" y="5672869"/>
                </a:cubicBezTo>
                <a:cubicBezTo>
                  <a:pt x="6266292" y="5670725"/>
                  <a:pt x="6266734" y="5669050"/>
                  <a:pt x="6267618" y="5667844"/>
                </a:cubicBezTo>
                <a:cubicBezTo>
                  <a:pt x="6268502" y="5666638"/>
                  <a:pt x="6270198" y="5665569"/>
                  <a:pt x="6272708" y="5664636"/>
                </a:cubicBezTo>
                <a:cubicBezTo>
                  <a:pt x="6274821" y="5662150"/>
                  <a:pt x="6276258" y="5659382"/>
                  <a:pt x="6277022" y="5656330"/>
                </a:cubicBezTo>
                <a:cubicBezTo>
                  <a:pt x="6277785" y="5653278"/>
                  <a:pt x="6278166" y="5648577"/>
                  <a:pt x="6278166" y="5642225"/>
                </a:cubicBezTo>
                <a:cubicBezTo>
                  <a:pt x="6278166" y="5640200"/>
                  <a:pt x="6278025" y="5636339"/>
                  <a:pt x="6277741" y="5630642"/>
                </a:cubicBezTo>
                <a:cubicBezTo>
                  <a:pt x="6277458" y="5624946"/>
                  <a:pt x="6277265" y="5621711"/>
                  <a:pt x="6277162" y="5620938"/>
                </a:cubicBezTo>
                <a:cubicBezTo>
                  <a:pt x="6276850" y="5618798"/>
                  <a:pt x="6275432" y="5617173"/>
                  <a:pt x="6272910" y="5616064"/>
                </a:cubicBezTo>
                <a:cubicBezTo>
                  <a:pt x="6268179" y="5614004"/>
                  <a:pt x="6265813" y="5610850"/>
                  <a:pt x="6265813" y="5606602"/>
                </a:cubicBezTo>
                <a:cubicBezTo>
                  <a:pt x="6265813" y="5601700"/>
                  <a:pt x="6268815" y="5598099"/>
                  <a:pt x="6274821" y="5595799"/>
                </a:cubicBezTo>
                <a:cubicBezTo>
                  <a:pt x="6282127" y="5592995"/>
                  <a:pt x="6289911" y="5590625"/>
                  <a:pt x="6298173" y="5588688"/>
                </a:cubicBezTo>
                <a:cubicBezTo>
                  <a:pt x="6306436" y="5586752"/>
                  <a:pt x="6312867" y="5585784"/>
                  <a:pt x="6317465" y="5585784"/>
                </a:cubicBezTo>
                <a:close/>
                <a:moveTo>
                  <a:pt x="5850741" y="5585784"/>
                </a:moveTo>
                <a:cubicBezTo>
                  <a:pt x="5855620" y="5585784"/>
                  <a:pt x="5858060" y="5588414"/>
                  <a:pt x="5858060" y="5593675"/>
                </a:cubicBezTo>
                <a:lnTo>
                  <a:pt x="5858060" y="5649311"/>
                </a:lnTo>
                <a:cubicBezTo>
                  <a:pt x="5858060" y="5653522"/>
                  <a:pt x="5858397" y="5656492"/>
                  <a:pt x="5859072" y="5658221"/>
                </a:cubicBezTo>
                <a:cubicBezTo>
                  <a:pt x="5859747" y="5659950"/>
                  <a:pt x="5861133" y="5661558"/>
                  <a:pt x="5863227" y="5663045"/>
                </a:cubicBezTo>
                <a:cubicBezTo>
                  <a:pt x="5865372" y="5664568"/>
                  <a:pt x="5866882" y="5665977"/>
                  <a:pt x="5867758" y="5667270"/>
                </a:cubicBezTo>
                <a:cubicBezTo>
                  <a:pt x="5868633" y="5668563"/>
                  <a:pt x="5869072" y="5670142"/>
                  <a:pt x="5869072" y="5672007"/>
                </a:cubicBezTo>
                <a:cubicBezTo>
                  <a:pt x="5869072" y="5681544"/>
                  <a:pt x="5857950" y="5686313"/>
                  <a:pt x="5835707" y="5686313"/>
                </a:cubicBezTo>
                <a:cubicBezTo>
                  <a:pt x="5824275" y="5686313"/>
                  <a:pt x="5815005" y="5685348"/>
                  <a:pt x="5807899" y="5683417"/>
                </a:cubicBezTo>
                <a:cubicBezTo>
                  <a:pt x="5805653" y="5682775"/>
                  <a:pt x="5803703" y="5681492"/>
                  <a:pt x="5802048" y="5679568"/>
                </a:cubicBezTo>
                <a:cubicBezTo>
                  <a:pt x="5800394" y="5677644"/>
                  <a:pt x="5799567" y="5675411"/>
                  <a:pt x="5799567" y="5672869"/>
                </a:cubicBezTo>
                <a:cubicBezTo>
                  <a:pt x="5799567" y="5670725"/>
                  <a:pt x="5800009" y="5669050"/>
                  <a:pt x="5800893" y="5667844"/>
                </a:cubicBezTo>
                <a:cubicBezTo>
                  <a:pt x="5801777" y="5666638"/>
                  <a:pt x="5803473" y="5665569"/>
                  <a:pt x="5805983" y="5664636"/>
                </a:cubicBezTo>
                <a:cubicBezTo>
                  <a:pt x="5808095" y="5662150"/>
                  <a:pt x="5809533" y="5659382"/>
                  <a:pt x="5810297" y="5656330"/>
                </a:cubicBezTo>
                <a:cubicBezTo>
                  <a:pt x="5811061" y="5653278"/>
                  <a:pt x="5811441" y="5648577"/>
                  <a:pt x="5811441" y="5642225"/>
                </a:cubicBezTo>
                <a:cubicBezTo>
                  <a:pt x="5811441" y="5640200"/>
                  <a:pt x="5811300" y="5636339"/>
                  <a:pt x="5811016" y="5630642"/>
                </a:cubicBezTo>
                <a:cubicBezTo>
                  <a:pt x="5810733" y="5624946"/>
                  <a:pt x="5810540" y="5621711"/>
                  <a:pt x="5810437" y="5620938"/>
                </a:cubicBezTo>
                <a:cubicBezTo>
                  <a:pt x="5810125" y="5618798"/>
                  <a:pt x="5808707" y="5617173"/>
                  <a:pt x="5806185" y="5616064"/>
                </a:cubicBezTo>
                <a:cubicBezTo>
                  <a:pt x="5801454" y="5614004"/>
                  <a:pt x="5799088" y="5610850"/>
                  <a:pt x="5799088" y="5606602"/>
                </a:cubicBezTo>
                <a:cubicBezTo>
                  <a:pt x="5799088" y="5601700"/>
                  <a:pt x="5802091" y="5598099"/>
                  <a:pt x="5808096" y="5595799"/>
                </a:cubicBezTo>
                <a:cubicBezTo>
                  <a:pt x="5815402" y="5592995"/>
                  <a:pt x="5823186" y="5590625"/>
                  <a:pt x="5831448" y="5588688"/>
                </a:cubicBezTo>
                <a:cubicBezTo>
                  <a:pt x="5839711" y="5586752"/>
                  <a:pt x="5846142" y="5585784"/>
                  <a:pt x="5850741" y="5585784"/>
                </a:cubicBezTo>
                <a:close/>
                <a:moveTo>
                  <a:pt x="4602965" y="5585784"/>
                </a:moveTo>
                <a:cubicBezTo>
                  <a:pt x="4607844" y="5585784"/>
                  <a:pt x="4610284" y="5588414"/>
                  <a:pt x="4610284" y="5593675"/>
                </a:cubicBezTo>
                <a:lnTo>
                  <a:pt x="4610284" y="5649311"/>
                </a:lnTo>
                <a:cubicBezTo>
                  <a:pt x="4610284" y="5653522"/>
                  <a:pt x="4610622" y="5656492"/>
                  <a:pt x="4611297" y="5658221"/>
                </a:cubicBezTo>
                <a:cubicBezTo>
                  <a:pt x="4611972" y="5659950"/>
                  <a:pt x="4613357" y="5661558"/>
                  <a:pt x="4615452" y="5663045"/>
                </a:cubicBezTo>
                <a:cubicBezTo>
                  <a:pt x="4617596" y="5664568"/>
                  <a:pt x="4619107" y="5665977"/>
                  <a:pt x="4619983" y="5667270"/>
                </a:cubicBezTo>
                <a:cubicBezTo>
                  <a:pt x="4620859" y="5668563"/>
                  <a:pt x="4621297" y="5670142"/>
                  <a:pt x="4621297" y="5672007"/>
                </a:cubicBezTo>
                <a:cubicBezTo>
                  <a:pt x="4621297" y="5681544"/>
                  <a:pt x="4610175" y="5686313"/>
                  <a:pt x="4587932" y="5686313"/>
                </a:cubicBezTo>
                <a:cubicBezTo>
                  <a:pt x="4576500" y="5686313"/>
                  <a:pt x="4567230" y="5685348"/>
                  <a:pt x="4560125" y="5683417"/>
                </a:cubicBezTo>
                <a:cubicBezTo>
                  <a:pt x="4557878" y="5682775"/>
                  <a:pt x="4555927" y="5681492"/>
                  <a:pt x="4554273" y="5679568"/>
                </a:cubicBezTo>
                <a:cubicBezTo>
                  <a:pt x="4552619" y="5677644"/>
                  <a:pt x="4551792" y="5675411"/>
                  <a:pt x="4551792" y="5672869"/>
                </a:cubicBezTo>
                <a:cubicBezTo>
                  <a:pt x="4551792" y="5670725"/>
                  <a:pt x="4552234" y="5669050"/>
                  <a:pt x="4553118" y="5667844"/>
                </a:cubicBezTo>
                <a:cubicBezTo>
                  <a:pt x="4554002" y="5666638"/>
                  <a:pt x="4555699" y="5665569"/>
                  <a:pt x="4558207" y="5664636"/>
                </a:cubicBezTo>
                <a:cubicBezTo>
                  <a:pt x="4560320" y="5662150"/>
                  <a:pt x="4561759" y="5659382"/>
                  <a:pt x="4562521" y="5656330"/>
                </a:cubicBezTo>
                <a:cubicBezTo>
                  <a:pt x="4563284" y="5653278"/>
                  <a:pt x="4563666" y="5648577"/>
                  <a:pt x="4563666" y="5642225"/>
                </a:cubicBezTo>
                <a:cubicBezTo>
                  <a:pt x="4563666" y="5640200"/>
                  <a:pt x="4563524" y="5636339"/>
                  <a:pt x="4563242" y="5630642"/>
                </a:cubicBezTo>
                <a:cubicBezTo>
                  <a:pt x="4562958" y="5624946"/>
                  <a:pt x="4562764" y="5621711"/>
                  <a:pt x="4562663" y="5620938"/>
                </a:cubicBezTo>
                <a:cubicBezTo>
                  <a:pt x="4562349" y="5618798"/>
                  <a:pt x="4560932" y="5617173"/>
                  <a:pt x="4558410" y="5616064"/>
                </a:cubicBezTo>
                <a:cubicBezTo>
                  <a:pt x="4553679" y="5614004"/>
                  <a:pt x="4551312" y="5610850"/>
                  <a:pt x="4551312" y="5606602"/>
                </a:cubicBezTo>
                <a:cubicBezTo>
                  <a:pt x="4551312" y="5601700"/>
                  <a:pt x="4554315" y="5598099"/>
                  <a:pt x="4560322" y="5595799"/>
                </a:cubicBezTo>
                <a:cubicBezTo>
                  <a:pt x="4567627" y="5592995"/>
                  <a:pt x="4575411" y="5590625"/>
                  <a:pt x="4583674" y="5588688"/>
                </a:cubicBezTo>
                <a:cubicBezTo>
                  <a:pt x="4591936" y="5586752"/>
                  <a:pt x="4598367" y="5585784"/>
                  <a:pt x="4602965" y="5585784"/>
                </a:cubicBezTo>
                <a:close/>
                <a:moveTo>
                  <a:pt x="4211291" y="5585784"/>
                </a:moveTo>
                <a:cubicBezTo>
                  <a:pt x="4216426" y="5585784"/>
                  <a:pt x="4218993" y="5588031"/>
                  <a:pt x="4218993" y="5592526"/>
                </a:cubicBezTo>
                <a:lnTo>
                  <a:pt x="4218993" y="5644427"/>
                </a:lnTo>
                <a:cubicBezTo>
                  <a:pt x="4218993" y="5654234"/>
                  <a:pt x="4221981" y="5659137"/>
                  <a:pt x="4227954" y="5659137"/>
                </a:cubicBezTo>
                <a:cubicBezTo>
                  <a:pt x="4229445" y="5659137"/>
                  <a:pt x="4230918" y="5658708"/>
                  <a:pt x="4232373" y="5657851"/>
                </a:cubicBezTo>
                <a:cubicBezTo>
                  <a:pt x="4233829" y="5656993"/>
                  <a:pt x="4234819" y="5655989"/>
                  <a:pt x="4235347" y="5654838"/>
                </a:cubicBezTo>
                <a:cubicBezTo>
                  <a:pt x="4236649" y="5651997"/>
                  <a:pt x="4237300" y="5645430"/>
                  <a:pt x="4237300" y="5635138"/>
                </a:cubicBezTo>
                <a:cubicBezTo>
                  <a:pt x="4237300" y="5624802"/>
                  <a:pt x="4236949" y="5617409"/>
                  <a:pt x="4236247" y="5612960"/>
                </a:cubicBezTo>
                <a:cubicBezTo>
                  <a:pt x="4236046" y="5612417"/>
                  <a:pt x="4235734" y="5611901"/>
                  <a:pt x="4235310" y="5611412"/>
                </a:cubicBezTo>
                <a:cubicBezTo>
                  <a:pt x="4234886" y="5610924"/>
                  <a:pt x="4233538" y="5609942"/>
                  <a:pt x="4231267" y="5608466"/>
                </a:cubicBezTo>
                <a:cubicBezTo>
                  <a:pt x="4227628" y="5606806"/>
                  <a:pt x="4225809" y="5604110"/>
                  <a:pt x="4225809" y="5600377"/>
                </a:cubicBezTo>
                <a:cubicBezTo>
                  <a:pt x="4225809" y="5595397"/>
                  <a:pt x="4229425" y="5592022"/>
                  <a:pt x="4236659" y="5590250"/>
                </a:cubicBezTo>
                <a:cubicBezTo>
                  <a:pt x="4248698" y="5587273"/>
                  <a:pt x="4260575" y="5585784"/>
                  <a:pt x="4272291" y="5585784"/>
                </a:cubicBezTo>
                <a:cubicBezTo>
                  <a:pt x="4280107" y="5585784"/>
                  <a:pt x="4284015" y="5589850"/>
                  <a:pt x="4284015" y="5597983"/>
                </a:cubicBezTo>
                <a:cubicBezTo>
                  <a:pt x="4284015" y="5598003"/>
                  <a:pt x="4283970" y="5599513"/>
                  <a:pt x="4283882" y="5602512"/>
                </a:cubicBezTo>
                <a:cubicBezTo>
                  <a:pt x="4283757" y="5605526"/>
                  <a:pt x="4283673" y="5608536"/>
                  <a:pt x="4283631" y="5611544"/>
                </a:cubicBezTo>
                <a:lnTo>
                  <a:pt x="4283631" y="5655728"/>
                </a:lnTo>
                <a:cubicBezTo>
                  <a:pt x="4283631" y="5657120"/>
                  <a:pt x="4285482" y="5658883"/>
                  <a:pt x="4289185" y="5661019"/>
                </a:cubicBezTo>
                <a:cubicBezTo>
                  <a:pt x="4292314" y="5662198"/>
                  <a:pt x="4293878" y="5664648"/>
                  <a:pt x="4293878" y="5668368"/>
                </a:cubicBezTo>
                <a:cubicBezTo>
                  <a:pt x="4293878" y="5675149"/>
                  <a:pt x="4286544" y="5680227"/>
                  <a:pt x="4271878" y="5683602"/>
                </a:cubicBezTo>
                <a:cubicBezTo>
                  <a:pt x="4263810" y="5685474"/>
                  <a:pt x="4255936" y="5686410"/>
                  <a:pt x="4248256" y="5686410"/>
                </a:cubicBezTo>
                <a:cubicBezTo>
                  <a:pt x="4244770" y="5686410"/>
                  <a:pt x="4242264" y="5685930"/>
                  <a:pt x="4240738" y="5684970"/>
                </a:cubicBezTo>
                <a:cubicBezTo>
                  <a:pt x="4239212" y="5684010"/>
                  <a:pt x="4238321" y="5682176"/>
                  <a:pt x="4238066" y="5679468"/>
                </a:cubicBezTo>
                <a:cubicBezTo>
                  <a:pt x="4237842" y="5676690"/>
                  <a:pt x="4237280" y="5675301"/>
                  <a:pt x="4236381" y="5675301"/>
                </a:cubicBezTo>
                <a:cubicBezTo>
                  <a:pt x="4235998" y="5675301"/>
                  <a:pt x="4235561" y="5675435"/>
                  <a:pt x="4235076" y="5675702"/>
                </a:cubicBezTo>
                <a:cubicBezTo>
                  <a:pt x="4234590" y="5675969"/>
                  <a:pt x="4232760" y="5677192"/>
                  <a:pt x="4229587" y="5679370"/>
                </a:cubicBezTo>
                <a:cubicBezTo>
                  <a:pt x="4222810" y="5683999"/>
                  <a:pt x="4215499" y="5686313"/>
                  <a:pt x="4207653" y="5686313"/>
                </a:cubicBezTo>
                <a:cubicBezTo>
                  <a:pt x="4194694" y="5686313"/>
                  <a:pt x="4185393" y="5681468"/>
                  <a:pt x="4179750" y="5671778"/>
                </a:cubicBezTo>
                <a:cubicBezTo>
                  <a:pt x="4175472" y="5667577"/>
                  <a:pt x="4173333" y="5658237"/>
                  <a:pt x="4173333" y="5643757"/>
                </a:cubicBezTo>
                <a:cubicBezTo>
                  <a:pt x="4173333" y="5638502"/>
                  <a:pt x="4173365" y="5634033"/>
                  <a:pt x="4173429" y="5630351"/>
                </a:cubicBezTo>
                <a:cubicBezTo>
                  <a:pt x="4173429" y="5628180"/>
                  <a:pt x="4173429" y="5626711"/>
                  <a:pt x="4173429" y="5625945"/>
                </a:cubicBezTo>
                <a:cubicBezTo>
                  <a:pt x="4173429" y="5620711"/>
                  <a:pt x="4172997" y="5616966"/>
                  <a:pt x="4172135" y="5614711"/>
                </a:cubicBezTo>
                <a:cubicBezTo>
                  <a:pt x="4171272" y="5612456"/>
                  <a:pt x="4169730" y="5610705"/>
                  <a:pt x="4167508" y="5609459"/>
                </a:cubicBezTo>
                <a:cubicBezTo>
                  <a:pt x="4164811" y="5608075"/>
                  <a:pt x="4163018" y="5606874"/>
                  <a:pt x="4162126" y="5605856"/>
                </a:cubicBezTo>
                <a:cubicBezTo>
                  <a:pt x="4161234" y="5604838"/>
                  <a:pt x="4160788" y="5603394"/>
                  <a:pt x="4160788" y="5601527"/>
                </a:cubicBezTo>
                <a:cubicBezTo>
                  <a:pt x="4160788" y="5595634"/>
                  <a:pt x="4164968" y="5591779"/>
                  <a:pt x="4173327" y="5589962"/>
                </a:cubicBezTo>
                <a:cubicBezTo>
                  <a:pt x="4186027" y="5587176"/>
                  <a:pt x="4198681" y="5585784"/>
                  <a:pt x="4211291" y="5585784"/>
                </a:cubicBezTo>
                <a:close/>
                <a:moveTo>
                  <a:pt x="3612366" y="5585784"/>
                </a:moveTo>
                <a:cubicBezTo>
                  <a:pt x="3617245" y="5585784"/>
                  <a:pt x="3619686" y="5588414"/>
                  <a:pt x="3619686" y="5593675"/>
                </a:cubicBezTo>
                <a:lnTo>
                  <a:pt x="3619686" y="5649311"/>
                </a:lnTo>
                <a:cubicBezTo>
                  <a:pt x="3619686" y="5653522"/>
                  <a:pt x="3620023" y="5656492"/>
                  <a:pt x="3620698" y="5658221"/>
                </a:cubicBezTo>
                <a:cubicBezTo>
                  <a:pt x="3621373" y="5659950"/>
                  <a:pt x="3622758" y="5661558"/>
                  <a:pt x="3624853" y="5663045"/>
                </a:cubicBezTo>
                <a:cubicBezTo>
                  <a:pt x="3626997" y="5664568"/>
                  <a:pt x="3628508" y="5665977"/>
                  <a:pt x="3629384" y="5667270"/>
                </a:cubicBezTo>
                <a:cubicBezTo>
                  <a:pt x="3630260" y="5668563"/>
                  <a:pt x="3630697" y="5670142"/>
                  <a:pt x="3630697" y="5672007"/>
                </a:cubicBezTo>
                <a:cubicBezTo>
                  <a:pt x="3630697" y="5681544"/>
                  <a:pt x="3619576" y="5686313"/>
                  <a:pt x="3597333" y="5686313"/>
                </a:cubicBezTo>
                <a:cubicBezTo>
                  <a:pt x="3585900" y="5686313"/>
                  <a:pt x="3576631" y="5685348"/>
                  <a:pt x="3569525" y="5683417"/>
                </a:cubicBezTo>
                <a:cubicBezTo>
                  <a:pt x="3567278" y="5682775"/>
                  <a:pt x="3565328" y="5681492"/>
                  <a:pt x="3563674" y="5679568"/>
                </a:cubicBezTo>
                <a:cubicBezTo>
                  <a:pt x="3562020" y="5677644"/>
                  <a:pt x="3561193" y="5675411"/>
                  <a:pt x="3561193" y="5672869"/>
                </a:cubicBezTo>
                <a:cubicBezTo>
                  <a:pt x="3561193" y="5670725"/>
                  <a:pt x="3561635" y="5669050"/>
                  <a:pt x="3562519" y="5667844"/>
                </a:cubicBezTo>
                <a:cubicBezTo>
                  <a:pt x="3563403" y="5666638"/>
                  <a:pt x="3565100" y="5665569"/>
                  <a:pt x="3567608" y="5664636"/>
                </a:cubicBezTo>
                <a:cubicBezTo>
                  <a:pt x="3569722" y="5662150"/>
                  <a:pt x="3571159" y="5659382"/>
                  <a:pt x="3571923" y="5656330"/>
                </a:cubicBezTo>
                <a:cubicBezTo>
                  <a:pt x="3572685" y="5653278"/>
                  <a:pt x="3573067" y="5648577"/>
                  <a:pt x="3573067" y="5642225"/>
                </a:cubicBezTo>
                <a:cubicBezTo>
                  <a:pt x="3573067" y="5640200"/>
                  <a:pt x="3572925" y="5636339"/>
                  <a:pt x="3572642" y="5630642"/>
                </a:cubicBezTo>
                <a:cubicBezTo>
                  <a:pt x="3572358" y="5624946"/>
                  <a:pt x="3572165" y="5621711"/>
                  <a:pt x="3572063" y="5620938"/>
                </a:cubicBezTo>
                <a:cubicBezTo>
                  <a:pt x="3571750" y="5618798"/>
                  <a:pt x="3570333" y="5617173"/>
                  <a:pt x="3567812" y="5616064"/>
                </a:cubicBezTo>
                <a:cubicBezTo>
                  <a:pt x="3563079" y="5614004"/>
                  <a:pt x="3560713" y="5610850"/>
                  <a:pt x="3560713" y="5606602"/>
                </a:cubicBezTo>
                <a:cubicBezTo>
                  <a:pt x="3560713" y="5601700"/>
                  <a:pt x="3563716" y="5598099"/>
                  <a:pt x="3569722" y="5595799"/>
                </a:cubicBezTo>
                <a:cubicBezTo>
                  <a:pt x="3577028" y="5592995"/>
                  <a:pt x="3584812" y="5590625"/>
                  <a:pt x="3593074" y="5588688"/>
                </a:cubicBezTo>
                <a:cubicBezTo>
                  <a:pt x="3601337" y="5586752"/>
                  <a:pt x="3607768" y="5585784"/>
                  <a:pt x="3612366" y="5585784"/>
                </a:cubicBezTo>
                <a:close/>
                <a:moveTo>
                  <a:pt x="2621767" y="5585784"/>
                </a:moveTo>
                <a:cubicBezTo>
                  <a:pt x="2626646" y="5585784"/>
                  <a:pt x="2629085" y="5588414"/>
                  <a:pt x="2629085" y="5593675"/>
                </a:cubicBezTo>
                <a:lnTo>
                  <a:pt x="2629085" y="5649311"/>
                </a:lnTo>
                <a:cubicBezTo>
                  <a:pt x="2629085" y="5653522"/>
                  <a:pt x="2629423" y="5656492"/>
                  <a:pt x="2630098" y="5658221"/>
                </a:cubicBezTo>
                <a:cubicBezTo>
                  <a:pt x="2630773" y="5659950"/>
                  <a:pt x="2632157" y="5661558"/>
                  <a:pt x="2634253" y="5663045"/>
                </a:cubicBezTo>
                <a:cubicBezTo>
                  <a:pt x="2636397" y="5664568"/>
                  <a:pt x="2637908" y="5665977"/>
                  <a:pt x="2638784" y="5667270"/>
                </a:cubicBezTo>
                <a:cubicBezTo>
                  <a:pt x="2639659" y="5668563"/>
                  <a:pt x="2640098" y="5670142"/>
                  <a:pt x="2640098" y="5672007"/>
                </a:cubicBezTo>
                <a:cubicBezTo>
                  <a:pt x="2640098" y="5681544"/>
                  <a:pt x="2628976" y="5686313"/>
                  <a:pt x="2606733" y="5686313"/>
                </a:cubicBezTo>
                <a:cubicBezTo>
                  <a:pt x="2595300" y="5686313"/>
                  <a:pt x="2586031" y="5685348"/>
                  <a:pt x="2578925" y="5683417"/>
                </a:cubicBezTo>
                <a:cubicBezTo>
                  <a:pt x="2576679" y="5682775"/>
                  <a:pt x="2574728" y="5681492"/>
                  <a:pt x="2573074" y="5679568"/>
                </a:cubicBezTo>
                <a:cubicBezTo>
                  <a:pt x="2571419" y="5677644"/>
                  <a:pt x="2570592" y="5675411"/>
                  <a:pt x="2570592" y="5672869"/>
                </a:cubicBezTo>
                <a:cubicBezTo>
                  <a:pt x="2570592" y="5670725"/>
                  <a:pt x="2571034" y="5669050"/>
                  <a:pt x="2571919" y="5667844"/>
                </a:cubicBezTo>
                <a:cubicBezTo>
                  <a:pt x="2572802" y="5666638"/>
                  <a:pt x="2574499" y="5665569"/>
                  <a:pt x="2577008" y="5664636"/>
                </a:cubicBezTo>
                <a:cubicBezTo>
                  <a:pt x="2579121" y="5662150"/>
                  <a:pt x="2580559" y="5659382"/>
                  <a:pt x="2581323" y="5656330"/>
                </a:cubicBezTo>
                <a:cubicBezTo>
                  <a:pt x="2582086" y="5653278"/>
                  <a:pt x="2582467" y="5648577"/>
                  <a:pt x="2582467" y="5642225"/>
                </a:cubicBezTo>
                <a:cubicBezTo>
                  <a:pt x="2582467" y="5640200"/>
                  <a:pt x="2582325" y="5636339"/>
                  <a:pt x="2582042" y="5630642"/>
                </a:cubicBezTo>
                <a:cubicBezTo>
                  <a:pt x="2581759" y="5624946"/>
                  <a:pt x="2581565" y="5621711"/>
                  <a:pt x="2581463" y="5620938"/>
                </a:cubicBezTo>
                <a:cubicBezTo>
                  <a:pt x="2581151" y="5618798"/>
                  <a:pt x="2579733" y="5617173"/>
                  <a:pt x="2577211" y="5616064"/>
                </a:cubicBezTo>
                <a:cubicBezTo>
                  <a:pt x="2572479" y="5614004"/>
                  <a:pt x="2570114" y="5610850"/>
                  <a:pt x="2570114" y="5606602"/>
                </a:cubicBezTo>
                <a:cubicBezTo>
                  <a:pt x="2570114" y="5601700"/>
                  <a:pt x="2573116" y="5598099"/>
                  <a:pt x="2579122" y="5595799"/>
                </a:cubicBezTo>
                <a:cubicBezTo>
                  <a:pt x="2586428" y="5592995"/>
                  <a:pt x="2594212" y="5590625"/>
                  <a:pt x="2602475" y="5588688"/>
                </a:cubicBezTo>
                <a:cubicBezTo>
                  <a:pt x="2610737" y="5586752"/>
                  <a:pt x="2617168" y="5585784"/>
                  <a:pt x="2621767" y="5585784"/>
                </a:cubicBezTo>
                <a:close/>
                <a:moveTo>
                  <a:pt x="2259817" y="5585784"/>
                </a:moveTo>
                <a:cubicBezTo>
                  <a:pt x="2264695" y="5585784"/>
                  <a:pt x="2267135" y="5588414"/>
                  <a:pt x="2267135" y="5593675"/>
                </a:cubicBezTo>
                <a:lnTo>
                  <a:pt x="2267135" y="5649311"/>
                </a:lnTo>
                <a:cubicBezTo>
                  <a:pt x="2267135" y="5653522"/>
                  <a:pt x="2267473" y="5656492"/>
                  <a:pt x="2268147" y="5658221"/>
                </a:cubicBezTo>
                <a:cubicBezTo>
                  <a:pt x="2268823" y="5659950"/>
                  <a:pt x="2270207" y="5661558"/>
                  <a:pt x="2272302" y="5663045"/>
                </a:cubicBezTo>
                <a:cubicBezTo>
                  <a:pt x="2274447" y="5664568"/>
                  <a:pt x="2275958" y="5665977"/>
                  <a:pt x="2276834" y="5667270"/>
                </a:cubicBezTo>
                <a:cubicBezTo>
                  <a:pt x="2277709" y="5668563"/>
                  <a:pt x="2278148" y="5670142"/>
                  <a:pt x="2278148" y="5672007"/>
                </a:cubicBezTo>
                <a:cubicBezTo>
                  <a:pt x="2278148" y="5681544"/>
                  <a:pt x="2267026" y="5686313"/>
                  <a:pt x="2244783" y="5686313"/>
                </a:cubicBezTo>
                <a:cubicBezTo>
                  <a:pt x="2233351" y="5686313"/>
                  <a:pt x="2224081" y="5685348"/>
                  <a:pt x="2216975" y="5683417"/>
                </a:cubicBezTo>
                <a:cubicBezTo>
                  <a:pt x="2214728" y="5682775"/>
                  <a:pt x="2212779" y="5681492"/>
                  <a:pt x="2211124" y="5679568"/>
                </a:cubicBezTo>
                <a:cubicBezTo>
                  <a:pt x="2209470" y="5677644"/>
                  <a:pt x="2208642" y="5675411"/>
                  <a:pt x="2208642" y="5672869"/>
                </a:cubicBezTo>
                <a:cubicBezTo>
                  <a:pt x="2208642" y="5670725"/>
                  <a:pt x="2209085" y="5669050"/>
                  <a:pt x="2209969" y="5667844"/>
                </a:cubicBezTo>
                <a:cubicBezTo>
                  <a:pt x="2210853" y="5666638"/>
                  <a:pt x="2212549" y="5665569"/>
                  <a:pt x="2215058" y="5664636"/>
                </a:cubicBezTo>
                <a:cubicBezTo>
                  <a:pt x="2217171" y="5662150"/>
                  <a:pt x="2218610" y="5659382"/>
                  <a:pt x="2219372" y="5656330"/>
                </a:cubicBezTo>
                <a:cubicBezTo>
                  <a:pt x="2220136" y="5653278"/>
                  <a:pt x="2220517" y="5648577"/>
                  <a:pt x="2220517" y="5642225"/>
                </a:cubicBezTo>
                <a:cubicBezTo>
                  <a:pt x="2220517" y="5640200"/>
                  <a:pt x="2220375" y="5636339"/>
                  <a:pt x="2220092" y="5630642"/>
                </a:cubicBezTo>
                <a:cubicBezTo>
                  <a:pt x="2219808" y="5624946"/>
                  <a:pt x="2219616" y="5621711"/>
                  <a:pt x="2219513" y="5620938"/>
                </a:cubicBezTo>
                <a:cubicBezTo>
                  <a:pt x="2219201" y="5618798"/>
                  <a:pt x="2217783" y="5617173"/>
                  <a:pt x="2215261" y="5616064"/>
                </a:cubicBezTo>
                <a:cubicBezTo>
                  <a:pt x="2210529" y="5614004"/>
                  <a:pt x="2208163" y="5610850"/>
                  <a:pt x="2208163" y="5606602"/>
                </a:cubicBezTo>
                <a:cubicBezTo>
                  <a:pt x="2208163" y="5601700"/>
                  <a:pt x="2211166" y="5598099"/>
                  <a:pt x="2217172" y="5595799"/>
                </a:cubicBezTo>
                <a:cubicBezTo>
                  <a:pt x="2224478" y="5592995"/>
                  <a:pt x="2232262" y="5590625"/>
                  <a:pt x="2240525" y="5588688"/>
                </a:cubicBezTo>
                <a:cubicBezTo>
                  <a:pt x="2248787" y="5586752"/>
                  <a:pt x="2255218" y="5585784"/>
                  <a:pt x="2259817" y="5585784"/>
                </a:cubicBezTo>
                <a:close/>
                <a:moveTo>
                  <a:pt x="1983591" y="5585784"/>
                </a:moveTo>
                <a:cubicBezTo>
                  <a:pt x="1988470" y="5585784"/>
                  <a:pt x="1990910" y="5588414"/>
                  <a:pt x="1990910" y="5593675"/>
                </a:cubicBezTo>
                <a:lnTo>
                  <a:pt x="1990910" y="5649311"/>
                </a:lnTo>
                <a:cubicBezTo>
                  <a:pt x="1990910" y="5653522"/>
                  <a:pt x="1991248" y="5656492"/>
                  <a:pt x="1991923" y="5658221"/>
                </a:cubicBezTo>
                <a:cubicBezTo>
                  <a:pt x="1992598" y="5659950"/>
                  <a:pt x="1993983" y="5661558"/>
                  <a:pt x="1996078" y="5663045"/>
                </a:cubicBezTo>
                <a:cubicBezTo>
                  <a:pt x="1998222" y="5664568"/>
                  <a:pt x="1999732" y="5665977"/>
                  <a:pt x="2000608" y="5667270"/>
                </a:cubicBezTo>
                <a:cubicBezTo>
                  <a:pt x="2001484" y="5668563"/>
                  <a:pt x="2001922" y="5670142"/>
                  <a:pt x="2001922" y="5672007"/>
                </a:cubicBezTo>
                <a:cubicBezTo>
                  <a:pt x="2001922" y="5681544"/>
                  <a:pt x="1990801" y="5686313"/>
                  <a:pt x="1968558" y="5686313"/>
                </a:cubicBezTo>
                <a:cubicBezTo>
                  <a:pt x="1957126" y="5686313"/>
                  <a:pt x="1947856" y="5685348"/>
                  <a:pt x="1940750" y="5683417"/>
                </a:cubicBezTo>
                <a:cubicBezTo>
                  <a:pt x="1938503" y="5682775"/>
                  <a:pt x="1936553" y="5681492"/>
                  <a:pt x="1934899" y="5679568"/>
                </a:cubicBezTo>
                <a:cubicBezTo>
                  <a:pt x="1933245" y="5677644"/>
                  <a:pt x="1932417" y="5675411"/>
                  <a:pt x="1932417" y="5672869"/>
                </a:cubicBezTo>
                <a:cubicBezTo>
                  <a:pt x="1932417" y="5670725"/>
                  <a:pt x="1932859" y="5669050"/>
                  <a:pt x="1933744" y="5667844"/>
                </a:cubicBezTo>
                <a:cubicBezTo>
                  <a:pt x="1934628" y="5666638"/>
                  <a:pt x="1936324" y="5665569"/>
                  <a:pt x="1938833" y="5664636"/>
                </a:cubicBezTo>
                <a:cubicBezTo>
                  <a:pt x="1940946" y="5662150"/>
                  <a:pt x="1942384" y="5659382"/>
                  <a:pt x="1943147" y="5656330"/>
                </a:cubicBezTo>
                <a:cubicBezTo>
                  <a:pt x="1943910" y="5653278"/>
                  <a:pt x="1944292" y="5648577"/>
                  <a:pt x="1944292" y="5642225"/>
                </a:cubicBezTo>
                <a:cubicBezTo>
                  <a:pt x="1944292" y="5640200"/>
                  <a:pt x="1944150" y="5636339"/>
                  <a:pt x="1943867" y="5630642"/>
                </a:cubicBezTo>
                <a:cubicBezTo>
                  <a:pt x="1943583" y="5624946"/>
                  <a:pt x="1943390" y="5621711"/>
                  <a:pt x="1943288" y="5620938"/>
                </a:cubicBezTo>
                <a:cubicBezTo>
                  <a:pt x="1942975" y="5618798"/>
                  <a:pt x="1941558" y="5617173"/>
                  <a:pt x="1939036" y="5616064"/>
                </a:cubicBezTo>
                <a:cubicBezTo>
                  <a:pt x="1934304" y="5614004"/>
                  <a:pt x="1931938" y="5610850"/>
                  <a:pt x="1931938" y="5606602"/>
                </a:cubicBezTo>
                <a:cubicBezTo>
                  <a:pt x="1931938" y="5601700"/>
                  <a:pt x="1934941" y="5598099"/>
                  <a:pt x="1940947" y="5595799"/>
                </a:cubicBezTo>
                <a:cubicBezTo>
                  <a:pt x="1948252" y="5592995"/>
                  <a:pt x="1956037" y="5590625"/>
                  <a:pt x="1964299" y="5588688"/>
                </a:cubicBezTo>
                <a:cubicBezTo>
                  <a:pt x="1972562" y="5586752"/>
                  <a:pt x="1978992" y="5585784"/>
                  <a:pt x="1983591" y="5585784"/>
                </a:cubicBezTo>
                <a:close/>
                <a:moveTo>
                  <a:pt x="1784085" y="5585784"/>
                </a:moveTo>
                <a:cubicBezTo>
                  <a:pt x="1787724" y="5585784"/>
                  <a:pt x="1789544" y="5589020"/>
                  <a:pt x="1789544" y="5595494"/>
                </a:cubicBezTo>
                <a:cubicBezTo>
                  <a:pt x="1789544" y="5595558"/>
                  <a:pt x="1789544" y="5595981"/>
                  <a:pt x="1789544" y="5596764"/>
                </a:cubicBezTo>
                <a:cubicBezTo>
                  <a:pt x="1789479" y="5597779"/>
                  <a:pt x="1789448" y="5598728"/>
                  <a:pt x="1789448" y="5599611"/>
                </a:cubicBezTo>
                <a:cubicBezTo>
                  <a:pt x="1789448" y="5601757"/>
                  <a:pt x="1789785" y="5602830"/>
                  <a:pt x="1790461" y="5602830"/>
                </a:cubicBezTo>
                <a:cubicBezTo>
                  <a:pt x="1790921" y="5602830"/>
                  <a:pt x="1792075" y="5601725"/>
                  <a:pt x="1793925" y="5599517"/>
                </a:cubicBezTo>
                <a:cubicBezTo>
                  <a:pt x="1797630" y="5595263"/>
                  <a:pt x="1802236" y="5591911"/>
                  <a:pt x="1807742" y="5589460"/>
                </a:cubicBezTo>
                <a:cubicBezTo>
                  <a:pt x="1813248" y="5587009"/>
                  <a:pt x="1818883" y="5585784"/>
                  <a:pt x="1824648" y="5585784"/>
                </a:cubicBezTo>
                <a:cubicBezTo>
                  <a:pt x="1836137" y="5585784"/>
                  <a:pt x="1844227" y="5590235"/>
                  <a:pt x="1848915" y="5599137"/>
                </a:cubicBezTo>
                <a:cubicBezTo>
                  <a:pt x="1849946" y="5600896"/>
                  <a:pt x="1850571" y="5601775"/>
                  <a:pt x="1850791" y="5601775"/>
                </a:cubicBezTo>
                <a:cubicBezTo>
                  <a:pt x="1850974" y="5601775"/>
                  <a:pt x="1852176" y="5600692"/>
                  <a:pt x="1854397" y="5598525"/>
                </a:cubicBezTo>
                <a:cubicBezTo>
                  <a:pt x="1863092" y="5590031"/>
                  <a:pt x="1872966" y="5585784"/>
                  <a:pt x="1884020" y="5585784"/>
                </a:cubicBezTo>
                <a:cubicBezTo>
                  <a:pt x="1892755" y="5585784"/>
                  <a:pt x="1899928" y="5588213"/>
                  <a:pt x="1905539" y="5593071"/>
                </a:cubicBezTo>
                <a:cubicBezTo>
                  <a:pt x="1911521" y="5598219"/>
                  <a:pt x="1914512" y="5605793"/>
                  <a:pt x="1914512" y="5615795"/>
                </a:cubicBezTo>
                <a:cubicBezTo>
                  <a:pt x="1914512" y="5617070"/>
                  <a:pt x="1914436" y="5620589"/>
                  <a:pt x="1914283" y="5626351"/>
                </a:cubicBezTo>
                <a:cubicBezTo>
                  <a:pt x="1914180" y="5627695"/>
                  <a:pt x="1914129" y="5632635"/>
                  <a:pt x="1914129" y="5641172"/>
                </a:cubicBezTo>
                <a:cubicBezTo>
                  <a:pt x="1914129" y="5645852"/>
                  <a:pt x="1914085" y="5649687"/>
                  <a:pt x="1913996" y="5652677"/>
                </a:cubicBezTo>
                <a:cubicBezTo>
                  <a:pt x="1913957" y="5653519"/>
                  <a:pt x="1913937" y="5654408"/>
                  <a:pt x="1913937" y="5655345"/>
                </a:cubicBezTo>
                <a:cubicBezTo>
                  <a:pt x="1913937" y="5659001"/>
                  <a:pt x="1915053" y="5662170"/>
                  <a:pt x="1917286" y="5664849"/>
                </a:cubicBezTo>
                <a:cubicBezTo>
                  <a:pt x="1918932" y="5666838"/>
                  <a:pt x="1919983" y="5668225"/>
                  <a:pt x="1920438" y="5669010"/>
                </a:cubicBezTo>
                <a:cubicBezTo>
                  <a:pt x="1920892" y="5669795"/>
                  <a:pt x="1921120" y="5670858"/>
                  <a:pt x="1921120" y="5672199"/>
                </a:cubicBezTo>
                <a:cubicBezTo>
                  <a:pt x="1921120" y="5681673"/>
                  <a:pt x="1910828" y="5686410"/>
                  <a:pt x="1890244" y="5686410"/>
                </a:cubicBezTo>
                <a:cubicBezTo>
                  <a:pt x="1881472" y="5686410"/>
                  <a:pt x="1874230" y="5685288"/>
                  <a:pt x="1868516" y="5683045"/>
                </a:cubicBezTo>
                <a:cubicBezTo>
                  <a:pt x="1862802" y="5680801"/>
                  <a:pt x="1859946" y="5677569"/>
                  <a:pt x="1859946" y="5673348"/>
                </a:cubicBezTo>
                <a:cubicBezTo>
                  <a:pt x="1859946" y="5671753"/>
                  <a:pt x="1860168" y="5670531"/>
                  <a:pt x="1860613" y="5669682"/>
                </a:cubicBezTo>
                <a:cubicBezTo>
                  <a:pt x="1861057" y="5668833"/>
                  <a:pt x="1862617" y="5666658"/>
                  <a:pt x="1865293" y="5663158"/>
                </a:cubicBezTo>
                <a:cubicBezTo>
                  <a:pt x="1866516" y="5661392"/>
                  <a:pt x="1867128" y="5653329"/>
                  <a:pt x="1867128" y="5638969"/>
                </a:cubicBezTo>
                <a:cubicBezTo>
                  <a:pt x="1867128" y="5630628"/>
                  <a:pt x="1866552" y="5624851"/>
                  <a:pt x="1865400" y="5621637"/>
                </a:cubicBezTo>
                <a:cubicBezTo>
                  <a:pt x="1864293" y="5618470"/>
                  <a:pt x="1862105" y="5616886"/>
                  <a:pt x="1858835" y="5616886"/>
                </a:cubicBezTo>
                <a:cubicBezTo>
                  <a:pt x="1857228" y="5616886"/>
                  <a:pt x="1855785" y="5617401"/>
                  <a:pt x="1854504" y="5618430"/>
                </a:cubicBezTo>
                <a:cubicBezTo>
                  <a:pt x="1853225" y="5619459"/>
                  <a:pt x="1852415" y="5619941"/>
                  <a:pt x="1852076" y="5619874"/>
                </a:cubicBezTo>
                <a:cubicBezTo>
                  <a:pt x="1851500" y="5623633"/>
                  <a:pt x="1851178" y="5630840"/>
                  <a:pt x="1851108" y="5641497"/>
                </a:cubicBezTo>
                <a:cubicBezTo>
                  <a:pt x="1851284" y="5651193"/>
                  <a:pt x="1851593" y="5657109"/>
                  <a:pt x="1852038" y="5659244"/>
                </a:cubicBezTo>
                <a:cubicBezTo>
                  <a:pt x="1852482" y="5661380"/>
                  <a:pt x="1854005" y="5664384"/>
                  <a:pt x="1856607" y="5668257"/>
                </a:cubicBezTo>
                <a:cubicBezTo>
                  <a:pt x="1857481" y="5669566"/>
                  <a:pt x="1857918" y="5671136"/>
                  <a:pt x="1857918" y="5672965"/>
                </a:cubicBezTo>
                <a:cubicBezTo>
                  <a:pt x="1857918" y="5681864"/>
                  <a:pt x="1847307" y="5686313"/>
                  <a:pt x="1826084" y="5686313"/>
                </a:cubicBezTo>
                <a:cubicBezTo>
                  <a:pt x="1813853" y="5686313"/>
                  <a:pt x="1805158" y="5685116"/>
                  <a:pt x="1799999" y="5682721"/>
                </a:cubicBezTo>
                <a:cubicBezTo>
                  <a:pt x="1796679" y="5681486"/>
                  <a:pt x="1795019" y="5678649"/>
                  <a:pt x="1795019" y="5674209"/>
                </a:cubicBezTo>
                <a:cubicBezTo>
                  <a:pt x="1795019" y="5672235"/>
                  <a:pt x="1795308" y="5670805"/>
                  <a:pt x="1795884" y="5669917"/>
                </a:cubicBezTo>
                <a:cubicBezTo>
                  <a:pt x="1796461" y="5669030"/>
                  <a:pt x="1797994" y="5667407"/>
                  <a:pt x="1800484" y="5665049"/>
                </a:cubicBezTo>
                <a:cubicBezTo>
                  <a:pt x="1801667" y="5663920"/>
                  <a:pt x="1802429" y="5662872"/>
                  <a:pt x="1802768" y="5661905"/>
                </a:cubicBezTo>
                <a:cubicBezTo>
                  <a:pt x="1803107" y="5660938"/>
                  <a:pt x="1803379" y="5658791"/>
                  <a:pt x="1803582" y="5655464"/>
                </a:cubicBezTo>
                <a:cubicBezTo>
                  <a:pt x="1804002" y="5648856"/>
                  <a:pt x="1804212" y="5642017"/>
                  <a:pt x="1804212" y="5634947"/>
                </a:cubicBezTo>
                <a:cubicBezTo>
                  <a:pt x="1804212" y="5623737"/>
                  <a:pt x="1801671" y="5618132"/>
                  <a:pt x="1796590" y="5618132"/>
                </a:cubicBezTo>
                <a:cubicBezTo>
                  <a:pt x="1792967" y="5618132"/>
                  <a:pt x="1790784" y="5620367"/>
                  <a:pt x="1790039" y="5624839"/>
                </a:cubicBezTo>
                <a:cubicBezTo>
                  <a:pt x="1789327" y="5629531"/>
                  <a:pt x="1788970" y="5636539"/>
                  <a:pt x="1788970" y="5645863"/>
                </a:cubicBezTo>
                <a:cubicBezTo>
                  <a:pt x="1788970" y="5652885"/>
                  <a:pt x="1789101" y="5657385"/>
                  <a:pt x="1789362" y="5659362"/>
                </a:cubicBezTo>
                <a:cubicBezTo>
                  <a:pt x="1789624" y="5661338"/>
                  <a:pt x="1790418" y="5663673"/>
                  <a:pt x="1791746" y="5666365"/>
                </a:cubicBezTo>
                <a:cubicBezTo>
                  <a:pt x="1793278" y="5668883"/>
                  <a:pt x="1794044" y="5671146"/>
                  <a:pt x="1794044" y="5673156"/>
                </a:cubicBezTo>
                <a:cubicBezTo>
                  <a:pt x="1794044" y="5678285"/>
                  <a:pt x="1790627" y="5681789"/>
                  <a:pt x="1783792" y="5683667"/>
                </a:cubicBezTo>
                <a:cubicBezTo>
                  <a:pt x="1777324" y="5685431"/>
                  <a:pt x="1770195" y="5686313"/>
                  <a:pt x="1762404" y="5686313"/>
                </a:cubicBezTo>
                <a:cubicBezTo>
                  <a:pt x="1752324" y="5686313"/>
                  <a:pt x="1744722" y="5685442"/>
                  <a:pt x="1739598" y="5683698"/>
                </a:cubicBezTo>
                <a:cubicBezTo>
                  <a:pt x="1734475" y="5681954"/>
                  <a:pt x="1731913" y="5678919"/>
                  <a:pt x="1731913" y="5674592"/>
                </a:cubicBezTo>
                <a:cubicBezTo>
                  <a:pt x="1731913" y="5672932"/>
                  <a:pt x="1732308" y="5671521"/>
                  <a:pt x="1733097" y="5670357"/>
                </a:cubicBezTo>
                <a:cubicBezTo>
                  <a:pt x="1733887" y="5669193"/>
                  <a:pt x="1735422" y="5667605"/>
                  <a:pt x="1737705" y="5665592"/>
                </a:cubicBezTo>
                <a:cubicBezTo>
                  <a:pt x="1740150" y="5663364"/>
                  <a:pt x="1741583" y="5660097"/>
                  <a:pt x="1742001" y="5655789"/>
                </a:cubicBezTo>
                <a:cubicBezTo>
                  <a:pt x="1742681" y="5648111"/>
                  <a:pt x="1743021" y="5640078"/>
                  <a:pt x="1743021" y="5631691"/>
                </a:cubicBezTo>
                <a:cubicBezTo>
                  <a:pt x="1743021" y="5625871"/>
                  <a:pt x="1742752" y="5621899"/>
                  <a:pt x="1742213" y="5619773"/>
                </a:cubicBezTo>
                <a:cubicBezTo>
                  <a:pt x="1741675" y="5617647"/>
                  <a:pt x="1741010" y="5616111"/>
                  <a:pt x="1740219" y="5615164"/>
                </a:cubicBezTo>
                <a:cubicBezTo>
                  <a:pt x="1737307" y="5613290"/>
                  <a:pt x="1735498" y="5611854"/>
                  <a:pt x="1734791" y="5610858"/>
                </a:cubicBezTo>
                <a:cubicBezTo>
                  <a:pt x="1734085" y="5609861"/>
                  <a:pt x="1733732" y="5608475"/>
                  <a:pt x="1733732" y="5606698"/>
                </a:cubicBezTo>
                <a:cubicBezTo>
                  <a:pt x="1733732" y="5601530"/>
                  <a:pt x="1738076" y="5597495"/>
                  <a:pt x="1746763" y="5594594"/>
                </a:cubicBezTo>
                <a:cubicBezTo>
                  <a:pt x="1761950" y="5588807"/>
                  <a:pt x="1774390" y="5585870"/>
                  <a:pt x="1784085" y="5585784"/>
                </a:cubicBezTo>
                <a:close/>
                <a:moveTo>
                  <a:pt x="1487142" y="5585784"/>
                </a:moveTo>
                <a:cubicBezTo>
                  <a:pt x="1492277" y="5585784"/>
                  <a:pt x="1494844" y="5588031"/>
                  <a:pt x="1494844" y="5592526"/>
                </a:cubicBezTo>
                <a:lnTo>
                  <a:pt x="1494844" y="5644427"/>
                </a:lnTo>
                <a:cubicBezTo>
                  <a:pt x="1494844" y="5654234"/>
                  <a:pt x="1497831" y="5659137"/>
                  <a:pt x="1503805" y="5659137"/>
                </a:cubicBezTo>
                <a:cubicBezTo>
                  <a:pt x="1505296" y="5659137"/>
                  <a:pt x="1506768" y="5658708"/>
                  <a:pt x="1508224" y="5657851"/>
                </a:cubicBezTo>
                <a:cubicBezTo>
                  <a:pt x="1509679" y="5656993"/>
                  <a:pt x="1510670" y="5655989"/>
                  <a:pt x="1511197" y="5654838"/>
                </a:cubicBezTo>
                <a:cubicBezTo>
                  <a:pt x="1512500" y="5651997"/>
                  <a:pt x="1513151" y="5645430"/>
                  <a:pt x="1513151" y="5635138"/>
                </a:cubicBezTo>
                <a:cubicBezTo>
                  <a:pt x="1513151" y="5624802"/>
                  <a:pt x="1512800" y="5617409"/>
                  <a:pt x="1512098" y="5612960"/>
                </a:cubicBezTo>
                <a:cubicBezTo>
                  <a:pt x="1511897" y="5612417"/>
                  <a:pt x="1511585" y="5611901"/>
                  <a:pt x="1511161" y="5611412"/>
                </a:cubicBezTo>
                <a:cubicBezTo>
                  <a:pt x="1510736" y="5610924"/>
                  <a:pt x="1509389" y="5609942"/>
                  <a:pt x="1507118" y="5608466"/>
                </a:cubicBezTo>
                <a:cubicBezTo>
                  <a:pt x="1503479" y="5606806"/>
                  <a:pt x="1501659" y="5604110"/>
                  <a:pt x="1501659" y="5600377"/>
                </a:cubicBezTo>
                <a:cubicBezTo>
                  <a:pt x="1501659" y="5595397"/>
                  <a:pt x="1505276" y="5592022"/>
                  <a:pt x="1512510" y="5590250"/>
                </a:cubicBezTo>
                <a:cubicBezTo>
                  <a:pt x="1524548" y="5587273"/>
                  <a:pt x="1536426" y="5585784"/>
                  <a:pt x="1548142" y="5585784"/>
                </a:cubicBezTo>
                <a:cubicBezTo>
                  <a:pt x="1555957" y="5585784"/>
                  <a:pt x="1559865" y="5589850"/>
                  <a:pt x="1559865" y="5597983"/>
                </a:cubicBezTo>
                <a:cubicBezTo>
                  <a:pt x="1559865" y="5598003"/>
                  <a:pt x="1559821" y="5599513"/>
                  <a:pt x="1559732" y="5602512"/>
                </a:cubicBezTo>
                <a:cubicBezTo>
                  <a:pt x="1559607" y="5605526"/>
                  <a:pt x="1559524" y="5608536"/>
                  <a:pt x="1559482" y="5611544"/>
                </a:cubicBezTo>
                <a:lnTo>
                  <a:pt x="1559482" y="5655728"/>
                </a:lnTo>
                <a:cubicBezTo>
                  <a:pt x="1559482" y="5657120"/>
                  <a:pt x="1561333" y="5658883"/>
                  <a:pt x="1565036" y="5661019"/>
                </a:cubicBezTo>
                <a:cubicBezTo>
                  <a:pt x="1568164" y="5662198"/>
                  <a:pt x="1569728" y="5664648"/>
                  <a:pt x="1569728" y="5668368"/>
                </a:cubicBezTo>
                <a:cubicBezTo>
                  <a:pt x="1569728" y="5675149"/>
                  <a:pt x="1562395" y="5680227"/>
                  <a:pt x="1547728" y="5683602"/>
                </a:cubicBezTo>
                <a:cubicBezTo>
                  <a:pt x="1539661" y="5685474"/>
                  <a:pt x="1531787" y="5686410"/>
                  <a:pt x="1524106" y="5686410"/>
                </a:cubicBezTo>
                <a:cubicBezTo>
                  <a:pt x="1520621" y="5686410"/>
                  <a:pt x="1518115" y="5685930"/>
                  <a:pt x="1516589" y="5684970"/>
                </a:cubicBezTo>
                <a:cubicBezTo>
                  <a:pt x="1515063" y="5684010"/>
                  <a:pt x="1514172" y="5682176"/>
                  <a:pt x="1513917" y="5679468"/>
                </a:cubicBezTo>
                <a:cubicBezTo>
                  <a:pt x="1513693" y="5676690"/>
                  <a:pt x="1513131" y="5675301"/>
                  <a:pt x="1512232" y="5675301"/>
                </a:cubicBezTo>
                <a:cubicBezTo>
                  <a:pt x="1511847" y="5675301"/>
                  <a:pt x="1511412" y="5675435"/>
                  <a:pt x="1510927" y="5675702"/>
                </a:cubicBezTo>
                <a:cubicBezTo>
                  <a:pt x="1510441" y="5675969"/>
                  <a:pt x="1508611" y="5677192"/>
                  <a:pt x="1505438" y="5679370"/>
                </a:cubicBezTo>
                <a:cubicBezTo>
                  <a:pt x="1498661" y="5683999"/>
                  <a:pt x="1491350" y="5686313"/>
                  <a:pt x="1483504" y="5686313"/>
                </a:cubicBezTo>
                <a:cubicBezTo>
                  <a:pt x="1470545" y="5686313"/>
                  <a:pt x="1461243" y="5681468"/>
                  <a:pt x="1455600" y="5671778"/>
                </a:cubicBezTo>
                <a:cubicBezTo>
                  <a:pt x="1451322" y="5667577"/>
                  <a:pt x="1449182" y="5658237"/>
                  <a:pt x="1449182" y="5643757"/>
                </a:cubicBezTo>
                <a:cubicBezTo>
                  <a:pt x="1449182" y="5638502"/>
                  <a:pt x="1449214" y="5634033"/>
                  <a:pt x="1449278" y="5630351"/>
                </a:cubicBezTo>
                <a:cubicBezTo>
                  <a:pt x="1449278" y="5628180"/>
                  <a:pt x="1449278" y="5626711"/>
                  <a:pt x="1449278" y="5625945"/>
                </a:cubicBezTo>
                <a:cubicBezTo>
                  <a:pt x="1449278" y="5620711"/>
                  <a:pt x="1448847" y="5616966"/>
                  <a:pt x="1447985" y="5614711"/>
                </a:cubicBezTo>
                <a:cubicBezTo>
                  <a:pt x="1447122" y="5612456"/>
                  <a:pt x="1445579" y="5610705"/>
                  <a:pt x="1443357" y="5609459"/>
                </a:cubicBezTo>
                <a:cubicBezTo>
                  <a:pt x="1440662" y="5608075"/>
                  <a:pt x="1438868" y="5606874"/>
                  <a:pt x="1437976" y="5605856"/>
                </a:cubicBezTo>
                <a:cubicBezTo>
                  <a:pt x="1437084" y="5604838"/>
                  <a:pt x="1436638" y="5603394"/>
                  <a:pt x="1436638" y="5601527"/>
                </a:cubicBezTo>
                <a:cubicBezTo>
                  <a:pt x="1436638" y="5595634"/>
                  <a:pt x="1440818" y="5591779"/>
                  <a:pt x="1449176" y="5589962"/>
                </a:cubicBezTo>
                <a:cubicBezTo>
                  <a:pt x="1461876" y="5587176"/>
                  <a:pt x="1474531" y="5585784"/>
                  <a:pt x="1487142" y="5585784"/>
                </a:cubicBezTo>
                <a:close/>
                <a:moveTo>
                  <a:pt x="907785" y="5585784"/>
                </a:moveTo>
                <a:cubicBezTo>
                  <a:pt x="911424" y="5585784"/>
                  <a:pt x="913244" y="5589020"/>
                  <a:pt x="913244" y="5595494"/>
                </a:cubicBezTo>
                <a:cubicBezTo>
                  <a:pt x="913244" y="5595558"/>
                  <a:pt x="913244" y="5595981"/>
                  <a:pt x="913244" y="5596764"/>
                </a:cubicBezTo>
                <a:cubicBezTo>
                  <a:pt x="913180" y="5597779"/>
                  <a:pt x="913148" y="5598728"/>
                  <a:pt x="913148" y="5599611"/>
                </a:cubicBezTo>
                <a:cubicBezTo>
                  <a:pt x="913148" y="5601757"/>
                  <a:pt x="913485" y="5602830"/>
                  <a:pt x="914161" y="5602830"/>
                </a:cubicBezTo>
                <a:cubicBezTo>
                  <a:pt x="914621" y="5602830"/>
                  <a:pt x="915775" y="5601725"/>
                  <a:pt x="917625" y="5599517"/>
                </a:cubicBezTo>
                <a:cubicBezTo>
                  <a:pt x="921330" y="5595263"/>
                  <a:pt x="925936" y="5591911"/>
                  <a:pt x="931442" y="5589460"/>
                </a:cubicBezTo>
                <a:cubicBezTo>
                  <a:pt x="936948" y="5587009"/>
                  <a:pt x="942583" y="5585784"/>
                  <a:pt x="948348" y="5585784"/>
                </a:cubicBezTo>
                <a:cubicBezTo>
                  <a:pt x="959837" y="5585784"/>
                  <a:pt x="967926" y="5590235"/>
                  <a:pt x="972615" y="5599137"/>
                </a:cubicBezTo>
                <a:cubicBezTo>
                  <a:pt x="973646" y="5600896"/>
                  <a:pt x="974271" y="5601775"/>
                  <a:pt x="974491" y="5601775"/>
                </a:cubicBezTo>
                <a:cubicBezTo>
                  <a:pt x="974674" y="5601775"/>
                  <a:pt x="975876" y="5600692"/>
                  <a:pt x="978097" y="5598525"/>
                </a:cubicBezTo>
                <a:cubicBezTo>
                  <a:pt x="986791" y="5590031"/>
                  <a:pt x="996666" y="5585784"/>
                  <a:pt x="1007720" y="5585784"/>
                </a:cubicBezTo>
                <a:cubicBezTo>
                  <a:pt x="1016455" y="5585784"/>
                  <a:pt x="1023628" y="5588213"/>
                  <a:pt x="1029239" y="5593071"/>
                </a:cubicBezTo>
                <a:cubicBezTo>
                  <a:pt x="1035221" y="5598219"/>
                  <a:pt x="1038212" y="5605793"/>
                  <a:pt x="1038212" y="5615795"/>
                </a:cubicBezTo>
                <a:cubicBezTo>
                  <a:pt x="1038212" y="5617070"/>
                  <a:pt x="1038136" y="5620589"/>
                  <a:pt x="1037983" y="5626351"/>
                </a:cubicBezTo>
                <a:cubicBezTo>
                  <a:pt x="1037880" y="5627695"/>
                  <a:pt x="1037829" y="5632635"/>
                  <a:pt x="1037829" y="5641172"/>
                </a:cubicBezTo>
                <a:cubicBezTo>
                  <a:pt x="1037829" y="5645852"/>
                  <a:pt x="1037785" y="5649687"/>
                  <a:pt x="1037696" y="5652677"/>
                </a:cubicBezTo>
                <a:cubicBezTo>
                  <a:pt x="1037656" y="5653519"/>
                  <a:pt x="1037637" y="5654408"/>
                  <a:pt x="1037637" y="5655345"/>
                </a:cubicBezTo>
                <a:cubicBezTo>
                  <a:pt x="1037637" y="5659001"/>
                  <a:pt x="1038753" y="5662170"/>
                  <a:pt x="1040986" y="5664849"/>
                </a:cubicBezTo>
                <a:cubicBezTo>
                  <a:pt x="1042633" y="5666838"/>
                  <a:pt x="1043683" y="5668225"/>
                  <a:pt x="1044138" y="5669010"/>
                </a:cubicBezTo>
                <a:cubicBezTo>
                  <a:pt x="1044592" y="5669795"/>
                  <a:pt x="1044820" y="5670858"/>
                  <a:pt x="1044820" y="5672199"/>
                </a:cubicBezTo>
                <a:cubicBezTo>
                  <a:pt x="1044820" y="5681673"/>
                  <a:pt x="1034528" y="5686410"/>
                  <a:pt x="1013945" y="5686410"/>
                </a:cubicBezTo>
                <a:cubicBezTo>
                  <a:pt x="1005173" y="5686410"/>
                  <a:pt x="997930" y="5685288"/>
                  <a:pt x="992216" y="5683045"/>
                </a:cubicBezTo>
                <a:cubicBezTo>
                  <a:pt x="986502" y="5680801"/>
                  <a:pt x="983646" y="5677569"/>
                  <a:pt x="983646" y="5673348"/>
                </a:cubicBezTo>
                <a:cubicBezTo>
                  <a:pt x="983646" y="5671753"/>
                  <a:pt x="983868" y="5670531"/>
                  <a:pt x="984313" y="5669682"/>
                </a:cubicBezTo>
                <a:cubicBezTo>
                  <a:pt x="984757" y="5668833"/>
                  <a:pt x="986318" y="5666658"/>
                  <a:pt x="988993" y="5663158"/>
                </a:cubicBezTo>
                <a:cubicBezTo>
                  <a:pt x="990216" y="5661392"/>
                  <a:pt x="990828" y="5653329"/>
                  <a:pt x="990828" y="5638969"/>
                </a:cubicBezTo>
                <a:cubicBezTo>
                  <a:pt x="990828" y="5630628"/>
                  <a:pt x="990252" y="5624851"/>
                  <a:pt x="989100" y="5621637"/>
                </a:cubicBezTo>
                <a:cubicBezTo>
                  <a:pt x="987993" y="5618470"/>
                  <a:pt x="985805" y="5616886"/>
                  <a:pt x="982535" y="5616886"/>
                </a:cubicBezTo>
                <a:cubicBezTo>
                  <a:pt x="980928" y="5616886"/>
                  <a:pt x="979485" y="5617401"/>
                  <a:pt x="978205" y="5618430"/>
                </a:cubicBezTo>
                <a:cubicBezTo>
                  <a:pt x="976924" y="5619459"/>
                  <a:pt x="976115" y="5619941"/>
                  <a:pt x="975776" y="5619874"/>
                </a:cubicBezTo>
                <a:cubicBezTo>
                  <a:pt x="975200" y="5623633"/>
                  <a:pt x="974877" y="5630840"/>
                  <a:pt x="974808" y="5641497"/>
                </a:cubicBezTo>
                <a:cubicBezTo>
                  <a:pt x="974983" y="5651193"/>
                  <a:pt x="975293" y="5657109"/>
                  <a:pt x="975738" y="5659244"/>
                </a:cubicBezTo>
                <a:cubicBezTo>
                  <a:pt x="976182" y="5661380"/>
                  <a:pt x="977705" y="5664384"/>
                  <a:pt x="980307" y="5668257"/>
                </a:cubicBezTo>
                <a:cubicBezTo>
                  <a:pt x="981181" y="5669566"/>
                  <a:pt x="981618" y="5671136"/>
                  <a:pt x="981618" y="5672965"/>
                </a:cubicBezTo>
                <a:cubicBezTo>
                  <a:pt x="981618" y="5681864"/>
                  <a:pt x="971006" y="5686313"/>
                  <a:pt x="949784" y="5686313"/>
                </a:cubicBezTo>
                <a:cubicBezTo>
                  <a:pt x="937553" y="5686313"/>
                  <a:pt x="928858" y="5685116"/>
                  <a:pt x="923699" y="5682721"/>
                </a:cubicBezTo>
                <a:cubicBezTo>
                  <a:pt x="920379" y="5681486"/>
                  <a:pt x="918719" y="5678649"/>
                  <a:pt x="918719" y="5674209"/>
                </a:cubicBezTo>
                <a:cubicBezTo>
                  <a:pt x="918719" y="5672235"/>
                  <a:pt x="919008" y="5670805"/>
                  <a:pt x="919585" y="5669917"/>
                </a:cubicBezTo>
                <a:cubicBezTo>
                  <a:pt x="920161" y="5669030"/>
                  <a:pt x="921694" y="5667407"/>
                  <a:pt x="924184" y="5665049"/>
                </a:cubicBezTo>
                <a:cubicBezTo>
                  <a:pt x="925367" y="5663920"/>
                  <a:pt x="926128" y="5662872"/>
                  <a:pt x="926468" y="5661905"/>
                </a:cubicBezTo>
                <a:cubicBezTo>
                  <a:pt x="926807" y="5660938"/>
                  <a:pt x="927078" y="5658791"/>
                  <a:pt x="927282" y="5655464"/>
                </a:cubicBezTo>
                <a:cubicBezTo>
                  <a:pt x="927702" y="5648856"/>
                  <a:pt x="927912" y="5642017"/>
                  <a:pt x="927912" y="5634947"/>
                </a:cubicBezTo>
                <a:cubicBezTo>
                  <a:pt x="927912" y="5623737"/>
                  <a:pt x="925371" y="5618132"/>
                  <a:pt x="920290" y="5618132"/>
                </a:cubicBezTo>
                <a:cubicBezTo>
                  <a:pt x="916668" y="5618132"/>
                  <a:pt x="914484" y="5620367"/>
                  <a:pt x="913739" y="5624839"/>
                </a:cubicBezTo>
                <a:cubicBezTo>
                  <a:pt x="913026" y="5629531"/>
                  <a:pt x="912670" y="5636539"/>
                  <a:pt x="912670" y="5645863"/>
                </a:cubicBezTo>
                <a:cubicBezTo>
                  <a:pt x="912670" y="5652885"/>
                  <a:pt x="912801" y="5657385"/>
                  <a:pt x="913062" y="5659362"/>
                </a:cubicBezTo>
                <a:cubicBezTo>
                  <a:pt x="913324" y="5661338"/>
                  <a:pt x="914118" y="5663673"/>
                  <a:pt x="915446" y="5666365"/>
                </a:cubicBezTo>
                <a:cubicBezTo>
                  <a:pt x="916978" y="5668883"/>
                  <a:pt x="917744" y="5671146"/>
                  <a:pt x="917744" y="5673156"/>
                </a:cubicBezTo>
                <a:cubicBezTo>
                  <a:pt x="917744" y="5678285"/>
                  <a:pt x="914327" y="5681789"/>
                  <a:pt x="907492" y="5683667"/>
                </a:cubicBezTo>
                <a:cubicBezTo>
                  <a:pt x="901024" y="5685431"/>
                  <a:pt x="893895" y="5686313"/>
                  <a:pt x="886104" y="5686313"/>
                </a:cubicBezTo>
                <a:cubicBezTo>
                  <a:pt x="876024" y="5686313"/>
                  <a:pt x="868422" y="5685442"/>
                  <a:pt x="863299" y="5683698"/>
                </a:cubicBezTo>
                <a:cubicBezTo>
                  <a:pt x="858175" y="5681954"/>
                  <a:pt x="855613" y="5678919"/>
                  <a:pt x="855613" y="5674592"/>
                </a:cubicBezTo>
                <a:cubicBezTo>
                  <a:pt x="855613" y="5672932"/>
                  <a:pt x="856008" y="5671521"/>
                  <a:pt x="856797" y="5670357"/>
                </a:cubicBezTo>
                <a:cubicBezTo>
                  <a:pt x="857587" y="5669193"/>
                  <a:pt x="859123" y="5667605"/>
                  <a:pt x="861405" y="5665592"/>
                </a:cubicBezTo>
                <a:cubicBezTo>
                  <a:pt x="863850" y="5663364"/>
                  <a:pt x="865282" y="5660097"/>
                  <a:pt x="865700" y="5655789"/>
                </a:cubicBezTo>
                <a:cubicBezTo>
                  <a:pt x="866381" y="5648111"/>
                  <a:pt x="866721" y="5640078"/>
                  <a:pt x="866721" y="5631691"/>
                </a:cubicBezTo>
                <a:cubicBezTo>
                  <a:pt x="866721" y="5625871"/>
                  <a:pt x="866452" y="5621899"/>
                  <a:pt x="865913" y="5619773"/>
                </a:cubicBezTo>
                <a:cubicBezTo>
                  <a:pt x="865375" y="5617647"/>
                  <a:pt x="864710" y="5616111"/>
                  <a:pt x="863920" y="5615164"/>
                </a:cubicBezTo>
                <a:cubicBezTo>
                  <a:pt x="861007" y="5613290"/>
                  <a:pt x="859197" y="5611854"/>
                  <a:pt x="858491" y="5610858"/>
                </a:cubicBezTo>
                <a:cubicBezTo>
                  <a:pt x="857785" y="5609861"/>
                  <a:pt x="857432" y="5608475"/>
                  <a:pt x="857432" y="5606698"/>
                </a:cubicBezTo>
                <a:cubicBezTo>
                  <a:pt x="857432" y="5601530"/>
                  <a:pt x="861776" y="5597495"/>
                  <a:pt x="870463" y="5594594"/>
                </a:cubicBezTo>
                <a:cubicBezTo>
                  <a:pt x="885650" y="5588807"/>
                  <a:pt x="898090" y="5585870"/>
                  <a:pt x="907785" y="5585784"/>
                </a:cubicBezTo>
                <a:close/>
                <a:moveTo>
                  <a:pt x="11706617" y="5585687"/>
                </a:moveTo>
                <a:cubicBezTo>
                  <a:pt x="11715092" y="5585687"/>
                  <a:pt x="11722671" y="5588377"/>
                  <a:pt x="11729353" y="5593756"/>
                </a:cubicBezTo>
                <a:cubicBezTo>
                  <a:pt x="11733136" y="5596093"/>
                  <a:pt x="11735878" y="5599419"/>
                  <a:pt x="11737578" y="5603733"/>
                </a:cubicBezTo>
                <a:cubicBezTo>
                  <a:pt x="11739278" y="5608048"/>
                  <a:pt x="11740321" y="5614194"/>
                  <a:pt x="11740710" y="5622171"/>
                </a:cubicBezTo>
                <a:lnTo>
                  <a:pt x="11742050" y="5655867"/>
                </a:lnTo>
                <a:cubicBezTo>
                  <a:pt x="11742167" y="5658216"/>
                  <a:pt x="11742514" y="5659913"/>
                  <a:pt x="11743091" y="5660958"/>
                </a:cubicBezTo>
                <a:cubicBezTo>
                  <a:pt x="11743668" y="5662003"/>
                  <a:pt x="11745504" y="5664163"/>
                  <a:pt x="11748598" y="5667439"/>
                </a:cubicBezTo>
                <a:cubicBezTo>
                  <a:pt x="11749941" y="5668870"/>
                  <a:pt x="11750612" y="5670744"/>
                  <a:pt x="11750612" y="5673060"/>
                </a:cubicBezTo>
                <a:cubicBezTo>
                  <a:pt x="11750612" y="5678205"/>
                  <a:pt x="11747809" y="5681701"/>
                  <a:pt x="11742202" y="5683546"/>
                </a:cubicBezTo>
                <a:cubicBezTo>
                  <a:pt x="11736595" y="5685391"/>
                  <a:pt x="11727192" y="5686313"/>
                  <a:pt x="11713991" y="5686313"/>
                </a:cubicBezTo>
                <a:cubicBezTo>
                  <a:pt x="11704913" y="5686313"/>
                  <a:pt x="11698435" y="5685497"/>
                  <a:pt x="11694555" y="5683863"/>
                </a:cubicBezTo>
                <a:cubicBezTo>
                  <a:pt x="11689995" y="5681931"/>
                  <a:pt x="11687713" y="5678745"/>
                  <a:pt x="11687713" y="5674305"/>
                </a:cubicBezTo>
                <a:cubicBezTo>
                  <a:pt x="11687713" y="5672626"/>
                  <a:pt x="11687966" y="5671389"/>
                  <a:pt x="11688469" y="5670592"/>
                </a:cubicBezTo>
                <a:cubicBezTo>
                  <a:pt x="11688973" y="5669795"/>
                  <a:pt x="11690334" y="5668190"/>
                  <a:pt x="11692551" y="5665776"/>
                </a:cubicBezTo>
                <a:cubicBezTo>
                  <a:pt x="11694818" y="5663397"/>
                  <a:pt x="11695950" y="5654876"/>
                  <a:pt x="11695950" y="5640214"/>
                </a:cubicBezTo>
                <a:cubicBezTo>
                  <a:pt x="11695950" y="5631722"/>
                  <a:pt x="11695405" y="5625861"/>
                  <a:pt x="11694314" y="5622632"/>
                </a:cubicBezTo>
                <a:cubicBezTo>
                  <a:pt x="11692172" y="5619248"/>
                  <a:pt x="11689283" y="5617556"/>
                  <a:pt x="11685646" y="5617556"/>
                </a:cubicBezTo>
                <a:cubicBezTo>
                  <a:pt x="11682178" y="5617556"/>
                  <a:pt x="11679785" y="5618689"/>
                  <a:pt x="11678469" y="5620953"/>
                </a:cubicBezTo>
                <a:cubicBezTo>
                  <a:pt x="11677151" y="5623218"/>
                  <a:pt x="11676493" y="5627787"/>
                  <a:pt x="11676493" y="5634661"/>
                </a:cubicBezTo>
                <a:lnTo>
                  <a:pt x="11676493" y="5653620"/>
                </a:lnTo>
                <a:cubicBezTo>
                  <a:pt x="11676493" y="5657230"/>
                  <a:pt x="11676697" y="5659633"/>
                  <a:pt x="11677105" y="5660830"/>
                </a:cubicBezTo>
                <a:cubicBezTo>
                  <a:pt x="11677513" y="5662027"/>
                  <a:pt x="11678988" y="5664532"/>
                  <a:pt x="11681530" y="5668346"/>
                </a:cubicBezTo>
                <a:cubicBezTo>
                  <a:pt x="11682513" y="5669954"/>
                  <a:pt x="11683004" y="5671653"/>
                  <a:pt x="11683004" y="5673443"/>
                </a:cubicBezTo>
                <a:cubicBezTo>
                  <a:pt x="11683004" y="5678130"/>
                  <a:pt x="11680107" y="5681463"/>
                  <a:pt x="11674312" y="5683441"/>
                </a:cubicBezTo>
                <a:cubicBezTo>
                  <a:pt x="11668517" y="5685420"/>
                  <a:pt x="11659942" y="5686410"/>
                  <a:pt x="11648587" y="5686410"/>
                </a:cubicBezTo>
                <a:cubicBezTo>
                  <a:pt x="11629537" y="5686410"/>
                  <a:pt x="11620012" y="5682087"/>
                  <a:pt x="11620012" y="5673443"/>
                </a:cubicBezTo>
                <a:cubicBezTo>
                  <a:pt x="11620012" y="5671507"/>
                  <a:pt x="11620367" y="5670016"/>
                  <a:pt x="11621079" y="5668970"/>
                </a:cubicBezTo>
                <a:cubicBezTo>
                  <a:pt x="11621791" y="5667924"/>
                  <a:pt x="11623264" y="5666598"/>
                  <a:pt x="11625497" y="5664991"/>
                </a:cubicBezTo>
                <a:cubicBezTo>
                  <a:pt x="11626790" y="5664047"/>
                  <a:pt x="11627622" y="5662924"/>
                  <a:pt x="11627994" y="5661623"/>
                </a:cubicBezTo>
                <a:cubicBezTo>
                  <a:pt x="11628366" y="5660322"/>
                  <a:pt x="11628737" y="5656698"/>
                  <a:pt x="11629109" y="5650751"/>
                </a:cubicBezTo>
                <a:cubicBezTo>
                  <a:pt x="11629555" y="5643469"/>
                  <a:pt x="11629780" y="5635871"/>
                  <a:pt x="11629780" y="5627957"/>
                </a:cubicBezTo>
                <a:cubicBezTo>
                  <a:pt x="11629780" y="5623891"/>
                  <a:pt x="11629515" y="5621316"/>
                  <a:pt x="11628984" y="5620231"/>
                </a:cubicBezTo>
                <a:cubicBezTo>
                  <a:pt x="11628454" y="5619146"/>
                  <a:pt x="11626453" y="5617246"/>
                  <a:pt x="11622980" y="5614532"/>
                </a:cubicBezTo>
                <a:cubicBezTo>
                  <a:pt x="11620235" y="5613378"/>
                  <a:pt x="11618862" y="5611181"/>
                  <a:pt x="11618862" y="5607942"/>
                </a:cubicBezTo>
                <a:cubicBezTo>
                  <a:pt x="11618862" y="5604736"/>
                  <a:pt x="11620157" y="5602190"/>
                  <a:pt x="11622746" y="5600304"/>
                </a:cubicBezTo>
                <a:cubicBezTo>
                  <a:pt x="11625336" y="5598418"/>
                  <a:pt x="11630182" y="5596204"/>
                  <a:pt x="11637285" y="5593663"/>
                </a:cubicBezTo>
                <a:cubicBezTo>
                  <a:pt x="11643346" y="5591516"/>
                  <a:pt x="11649318" y="5589666"/>
                  <a:pt x="11655199" y="5588113"/>
                </a:cubicBezTo>
                <a:cubicBezTo>
                  <a:pt x="11661081" y="5586560"/>
                  <a:pt x="11665133" y="5585784"/>
                  <a:pt x="11667356" y="5585784"/>
                </a:cubicBezTo>
                <a:cubicBezTo>
                  <a:pt x="11669856" y="5585784"/>
                  <a:pt x="11671956" y="5586696"/>
                  <a:pt x="11673656" y="5588521"/>
                </a:cubicBezTo>
                <a:cubicBezTo>
                  <a:pt x="11675356" y="5590345"/>
                  <a:pt x="11676206" y="5592446"/>
                  <a:pt x="11676206" y="5594824"/>
                </a:cubicBezTo>
                <a:cubicBezTo>
                  <a:pt x="11676206" y="5594608"/>
                  <a:pt x="11676159" y="5595519"/>
                  <a:pt x="11676065" y="5597557"/>
                </a:cubicBezTo>
                <a:cubicBezTo>
                  <a:pt x="11676030" y="5597833"/>
                  <a:pt x="11676014" y="5598167"/>
                  <a:pt x="11676014" y="5598558"/>
                </a:cubicBezTo>
                <a:cubicBezTo>
                  <a:pt x="11676014" y="5600320"/>
                  <a:pt x="11676607" y="5601202"/>
                  <a:pt x="11677793" y="5601202"/>
                </a:cubicBezTo>
                <a:cubicBezTo>
                  <a:pt x="11678637" y="5601202"/>
                  <a:pt x="11680014" y="5599988"/>
                  <a:pt x="11681921" y="5597562"/>
                </a:cubicBezTo>
                <a:cubicBezTo>
                  <a:pt x="11687232" y="5589646"/>
                  <a:pt x="11695464" y="5585687"/>
                  <a:pt x="11706617" y="5585687"/>
                </a:cubicBezTo>
                <a:close/>
                <a:moveTo>
                  <a:pt x="10861510" y="5585687"/>
                </a:moveTo>
                <a:cubicBezTo>
                  <a:pt x="10868499" y="5585687"/>
                  <a:pt x="10874055" y="5586431"/>
                  <a:pt x="10878176" y="5587917"/>
                </a:cubicBezTo>
                <a:cubicBezTo>
                  <a:pt x="10884329" y="5590093"/>
                  <a:pt x="10887405" y="5593864"/>
                  <a:pt x="10887405" y="5599228"/>
                </a:cubicBezTo>
                <a:cubicBezTo>
                  <a:pt x="10887405" y="5601210"/>
                  <a:pt x="10886670" y="5603145"/>
                  <a:pt x="10885203" y="5605032"/>
                </a:cubicBezTo>
                <a:cubicBezTo>
                  <a:pt x="10883798" y="5607353"/>
                  <a:pt x="10883096" y="5609121"/>
                  <a:pt x="10883096" y="5610337"/>
                </a:cubicBezTo>
                <a:cubicBezTo>
                  <a:pt x="10883096" y="5611665"/>
                  <a:pt x="10883395" y="5613068"/>
                  <a:pt x="10883992" y="5614545"/>
                </a:cubicBezTo>
                <a:cubicBezTo>
                  <a:pt x="10884587" y="5616023"/>
                  <a:pt x="10885959" y="5618720"/>
                  <a:pt x="10888106" y="5622637"/>
                </a:cubicBezTo>
                <a:cubicBezTo>
                  <a:pt x="10890156" y="5626413"/>
                  <a:pt x="10891697" y="5628301"/>
                  <a:pt x="10892728" y="5628301"/>
                </a:cubicBezTo>
                <a:cubicBezTo>
                  <a:pt x="10893918" y="5628301"/>
                  <a:pt x="10895438" y="5626578"/>
                  <a:pt x="10897288" y="5623130"/>
                </a:cubicBezTo>
                <a:cubicBezTo>
                  <a:pt x="10899138" y="5619683"/>
                  <a:pt x="10900064" y="5616312"/>
                  <a:pt x="10900064" y="5613018"/>
                </a:cubicBezTo>
                <a:cubicBezTo>
                  <a:pt x="10900064" y="5610582"/>
                  <a:pt x="10899418" y="5608616"/>
                  <a:pt x="10898127" y="5607118"/>
                </a:cubicBezTo>
                <a:cubicBezTo>
                  <a:pt x="10895397" y="5603884"/>
                  <a:pt x="10894032" y="5600999"/>
                  <a:pt x="10894032" y="5598462"/>
                </a:cubicBezTo>
                <a:cubicBezTo>
                  <a:pt x="10894032" y="5594364"/>
                  <a:pt x="10896458" y="5591227"/>
                  <a:pt x="10901311" y="5589049"/>
                </a:cubicBezTo>
                <a:cubicBezTo>
                  <a:pt x="10906166" y="5586872"/>
                  <a:pt x="10912370" y="5585784"/>
                  <a:pt x="10919924" y="5585784"/>
                </a:cubicBezTo>
                <a:cubicBezTo>
                  <a:pt x="10934826" y="5585784"/>
                  <a:pt x="10942276" y="5589691"/>
                  <a:pt x="10942276" y="5597505"/>
                </a:cubicBezTo>
                <a:cubicBezTo>
                  <a:pt x="10942276" y="5600379"/>
                  <a:pt x="10941444" y="5602687"/>
                  <a:pt x="10939780" y="5604429"/>
                </a:cubicBezTo>
                <a:cubicBezTo>
                  <a:pt x="10938115" y="5606171"/>
                  <a:pt x="10935034" y="5607770"/>
                  <a:pt x="10930536" y="5609226"/>
                </a:cubicBezTo>
                <a:cubicBezTo>
                  <a:pt x="10928466" y="5610126"/>
                  <a:pt x="10926644" y="5611756"/>
                  <a:pt x="10925069" y="5614117"/>
                </a:cubicBezTo>
                <a:cubicBezTo>
                  <a:pt x="10922379" y="5618215"/>
                  <a:pt x="10919030" y="5625554"/>
                  <a:pt x="10915023" y="5636135"/>
                </a:cubicBezTo>
                <a:lnTo>
                  <a:pt x="10902981" y="5669614"/>
                </a:lnTo>
                <a:cubicBezTo>
                  <a:pt x="10899815" y="5678338"/>
                  <a:pt x="10896615" y="5685492"/>
                  <a:pt x="10893382" y="5691078"/>
                </a:cubicBezTo>
                <a:cubicBezTo>
                  <a:pt x="10890148" y="5696663"/>
                  <a:pt x="10886441" y="5701446"/>
                  <a:pt x="10882264" y="5705426"/>
                </a:cubicBezTo>
                <a:cubicBezTo>
                  <a:pt x="10873601" y="5713688"/>
                  <a:pt x="10863140" y="5717819"/>
                  <a:pt x="10850880" y="5717819"/>
                </a:cubicBezTo>
                <a:cubicBezTo>
                  <a:pt x="10840937" y="5717819"/>
                  <a:pt x="10832849" y="5715177"/>
                  <a:pt x="10826616" y="5709891"/>
                </a:cubicBezTo>
                <a:cubicBezTo>
                  <a:pt x="10821636" y="5705682"/>
                  <a:pt x="10819145" y="5700300"/>
                  <a:pt x="10819145" y="5693744"/>
                </a:cubicBezTo>
                <a:cubicBezTo>
                  <a:pt x="10819145" y="5688321"/>
                  <a:pt x="10820913" y="5683735"/>
                  <a:pt x="10824446" y="5679986"/>
                </a:cubicBezTo>
                <a:cubicBezTo>
                  <a:pt x="10827981" y="5676237"/>
                  <a:pt x="10832324" y="5674363"/>
                  <a:pt x="10837473" y="5674363"/>
                </a:cubicBezTo>
                <a:cubicBezTo>
                  <a:pt x="10842682" y="5674363"/>
                  <a:pt x="10846915" y="5676138"/>
                  <a:pt x="10850170" y="5679689"/>
                </a:cubicBezTo>
                <a:cubicBezTo>
                  <a:pt x="10851628" y="5681216"/>
                  <a:pt x="10852614" y="5682603"/>
                  <a:pt x="10853127" y="5683850"/>
                </a:cubicBezTo>
                <a:cubicBezTo>
                  <a:pt x="10853640" y="5685096"/>
                  <a:pt x="10854351" y="5687604"/>
                  <a:pt x="10855261" y="5691371"/>
                </a:cubicBezTo>
                <a:cubicBezTo>
                  <a:pt x="10855714" y="5693183"/>
                  <a:pt x="10856648" y="5694089"/>
                  <a:pt x="10858063" y="5694089"/>
                </a:cubicBezTo>
                <a:cubicBezTo>
                  <a:pt x="10859400" y="5694089"/>
                  <a:pt x="10860573" y="5693439"/>
                  <a:pt x="10861584" y="5692140"/>
                </a:cubicBezTo>
                <a:cubicBezTo>
                  <a:pt x="10862594" y="5690841"/>
                  <a:pt x="10863099" y="5689141"/>
                  <a:pt x="10863099" y="5687041"/>
                </a:cubicBezTo>
                <a:cubicBezTo>
                  <a:pt x="10863099" y="5684352"/>
                  <a:pt x="10861500" y="5679626"/>
                  <a:pt x="10858302" y="5672861"/>
                </a:cubicBezTo>
                <a:lnTo>
                  <a:pt x="10835226" y="5623735"/>
                </a:lnTo>
                <a:cubicBezTo>
                  <a:pt x="10832905" y="5618850"/>
                  <a:pt x="10831210" y="5615845"/>
                  <a:pt x="10830142" y="5614719"/>
                </a:cubicBezTo>
                <a:cubicBezTo>
                  <a:pt x="10829074" y="5613594"/>
                  <a:pt x="10826537" y="5612138"/>
                  <a:pt x="10822530" y="5610352"/>
                </a:cubicBezTo>
                <a:cubicBezTo>
                  <a:pt x="10821003" y="5609741"/>
                  <a:pt x="10819675" y="5608520"/>
                  <a:pt x="10818543" y="5606688"/>
                </a:cubicBezTo>
                <a:cubicBezTo>
                  <a:pt x="10817413" y="5604855"/>
                  <a:pt x="10816847" y="5603039"/>
                  <a:pt x="10816847" y="5601240"/>
                </a:cubicBezTo>
                <a:cubicBezTo>
                  <a:pt x="10816847" y="5594487"/>
                  <a:pt x="10823832" y="5589974"/>
                  <a:pt x="10837801" y="5587699"/>
                </a:cubicBezTo>
                <a:cubicBezTo>
                  <a:pt x="10843836" y="5586358"/>
                  <a:pt x="10851739" y="5585687"/>
                  <a:pt x="10861510" y="5585687"/>
                </a:cubicBezTo>
                <a:close/>
                <a:moveTo>
                  <a:pt x="10754911" y="5585687"/>
                </a:moveTo>
                <a:cubicBezTo>
                  <a:pt x="10757591" y="5585687"/>
                  <a:pt x="10759460" y="5586378"/>
                  <a:pt x="10760518" y="5587759"/>
                </a:cubicBezTo>
                <a:cubicBezTo>
                  <a:pt x="10761576" y="5589140"/>
                  <a:pt x="10762409" y="5592573"/>
                  <a:pt x="10763019" y="5598058"/>
                </a:cubicBezTo>
                <a:cubicBezTo>
                  <a:pt x="10763207" y="5599707"/>
                  <a:pt x="10763523" y="5600532"/>
                  <a:pt x="10763969" y="5600532"/>
                </a:cubicBezTo>
                <a:cubicBezTo>
                  <a:pt x="10764517" y="5600532"/>
                  <a:pt x="10765079" y="5600118"/>
                  <a:pt x="10765653" y="5599291"/>
                </a:cubicBezTo>
                <a:cubicBezTo>
                  <a:pt x="10771354" y="5590286"/>
                  <a:pt x="10778677" y="5585784"/>
                  <a:pt x="10787621" y="5585784"/>
                </a:cubicBezTo>
                <a:cubicBezTo>
                  <a:pt x="10793992" y="5585784"/>
                  <a:pt x="10799432" y="5588459"/>
                  <a:pt x="10803941" y="5593811"/>
                </a:cubicBezTo>
                <a:cubicBezTo>
                  <a:pt x="10805528" y="5594676"/>
                  <a:pt x="10806946" y="5596687"/>
                  <a:pt x="10808195" y="5599844"/>
                </a:cubicBezTo>
                <a:cubicBezTo>
                  <a:pt x="10809445" y="5603001"/>
                  <a:pt x="10810069" y="5606020"/>
                  <a:pt x="10810069" y="5608901"/>
                </a:cubicBezTo>
                <a:cubicBezTo>
                  <a:pt x="10810069" y="5612142"/>
                  <a:pt x="10809307" y="5615480"/>
                  <a:pt x="10807779" y="5618915"/>
                </a:cubicBezTo>
                <a:cubicBezTo>
                  <a:pt x="10806252" y="5622349"/>
                  <a:pt x="10804267" y="5625184"/>
                  <a:pt x="10801824" y="5627418"/>
                </a:cubicBezTo>
                <a:cubicBezTo>
                  <a:pt x="10797403" y="5631633"/>
                  <a:pt x="10791934" y="5633740"/>
                  <a:pt x="10785418" y="5633740"/>
                </a:cubicBezTo>
                <a:cubicBezTo>
                  <a:pt x="10781826" y="5633740"/>
                  <a:pt x="10778818" y="5633108"/>
                  <a:pt x="10776396" y="5631844"/>
                </a:cubicBezTo>
                <a:cubicBezTo>
                  <a:pt x="10773974" y="5630580"/>
                  <a:pt x="10770712" y="5627566"/>
                  <a:pt x="10766611" y="5622801"/>
                </a:cubicBezTo>
                <a:cubicBezTo>
                  <a:pt x="10766003" y="5622944"/>
                  <a:pt x="10765409" y="5623015"/>
                  <a:pt x="10764830" y="5623015"/>
                </a:cubicBezTo>
                <a:cubicBezTo>
                  <a:pt x="10764087" y="5623015"/>
                  <a:pt x="10763526" y="5623722"/>
                  <a:pt x="10763144" y="5625136"/>
                </a:cubicBezTo>
                <a:cubicBezTo>
                  <a:pt x="10762763" y="5626551"/>
                  <a:pt x="10762572" y="5630427"/>
                  <a:pt x="10762572" y="5636767"/>
                </a:cubicBezTo>
                <a:cubicBezTo>
                  <a:pt x="10762572" y="5646376"/>
                  <a:pt x="10762873" y="5652688"/>
                  <a:pt x="10763476" y="5655702"/>
                </a:cubicBezTo>
                <a:cubicBezTo>
                  <a:pt x="10763891" y="5657480"/>
                  <a:pt x="10764369" y="5658619"/>
                  <a:pt x="10764910" y="5659117"/>
                </a:cubicBezTo>
                <a:cubicBezTo>
                  <a:pt x="10765452" y="5659616"/>
                  <a:pt x="10767273" y="5660318"/>
                  <a:pt x="10770373" y="5661225"/>
                </a:cubicBezTo>
                <a:cubicBezTo>
                  <a:pt x="10776281" y="5662998"/>
                  <a:pt x="10779234" y="5666496"/>
                  <a:pt x="10779234" y="5671720"/>
                </a:cubicBezTo>
                <a:cubicBezTo>
                  <a:pt x="10779234" y="5674848"/>
                  <a:pt x="10778147" y="5677555"/>
                  <a:pt x="10775974" y="5679841"/>
                </a:cubicBezTo>
                <a:cubicBezTo>
                  <a:pt x="10773801" y="5682127"/>
                  <a:pt x="10770959" y="5683636"/>
                  <a:pt x="10767450" y="5684368"/>
                </a:cubicBezTo>
                <a:cubicBezTo>
                  <a:pt x="10761225" y="5685665"/>
                  <a:pt x="10752083" y="5686313"/>
                  <a:pt x="10740027" y="5686313"/>
                </a:cubicBezTo>
                <a:cubicBezTo>
                  <a:pt x="10728482" y="5686313"/>
                  <a:pt x="10719682" y="5685294"/>
                  <a:pt x="10713627" y="5683254"/>
                </a:cubicBezTo>
                <a:cubicBezTo>
                  <a:pt x="10707517" y="5681167"/>
                  <a:pt x="10704462" y="5677450"/>
                  <a:pt x="10704462" y="5672103"/>
                </a:cubicBezTo>
                <a:cubicBezTo>
                  <a:pt x="10704462" y="5668100"/>
                  <a:pt x="10706770" y="5664522"/>
                  <a:pt x="10711383" y="5661368"/>
                </a:cubicBezTo>
                <a:cubicBezTo>
                  <a:pt x="10712807" y="5660437"/>
                  <a:pt x="10713793" y="5659586"/>
                  <a:pt x="10714340" y="5658813"/>
                </a:cubicBezTo>
                <a:cubicBezTo>
                  <a:pt x="10714889" y="5658040"/>
                  <a:pt x="10715287" y="5656821"/>
                  <a:pt x="10715532" y="5655156"/>
                </a:cubicBezTo>
                <a:cubicBezTo>
                  <a:pt x="10716516" y="5649565"/>
                  <a:pt x="10717006" y="5639031"/>
                  <a:pt x="10717006" y="5623552"/>
                </a:cubicBezTo>
                <a:cubicBezTo>
                  <a:pt x="10717006" y="5621012"/>
                  <a:pt x="10716778" y="5619296"/>
                  <a:pt x="10716322" y="5618406"/>
                </a:cubicBezTo>
                <a:cubicBezTo>
                  <a:pt x="10715865" y="5617515"/>
                  <a:pt x="10714904" y="5616777"/>
                  <a:pt x="10713440" y="5616191"/>
                </a:cubicBezTo>
                <a:cubicBezTo>
                  <a:pt x="10708094" y="5614082"/>
                  <a:pt x="10705421" y="5610885"/>
                  <a:pt x="10705421" y="5606602"/>
                </a:cubicBezTo>
                <a:cubicBezTo>
                  <a:pt x="10705421" y="5602866"/>
                  <a:pt x="10707167" y="5599769"/>
                  <a:pt x="10710661" y="5597309"/>
                </a:cubicBezTo>
                <a:cubicBezTo>
                  <a:pt x="10714154" y="5594848"/>
                  <a:pt x="10719664" y="5592506"/>
                  <a:pt x="10727191" y="5590281"/>
                </a:cubicBezTo>
                <a:cubicBezTo>
                  <a:pt x="10737149" y="5587305"/>
                  <a:pt x="10746389" y="5585774"/>
                  <a:pt x="10754911" y="5585687"/>
                </a:cubicBezTo>
                <a:close/>
                <a:moveTo>
                  <a:pt x="10512003" y="5585687"/>
                </a:moveTo>
                <a:cubicBezTo>
                  <a:pt x="10523039" y="5585687"/>
                  <a:pt x="10531422" y="5586560"/>
                  <a:pt x="10537155" y="5588304"/>
                </a:cubicBezTo>
                <a:cubicBezTo>
                  <a:pt x="10542884" y="5590048"/>
                  <a:pt x="10545751" y="5593019"/>
                  <a:pt x="10545751" y="5597217"/>
                </a:cubicBezTo>
                <a:cubicBezTo>
                  <a:pt x="10545751" y="5600085"/>
                  <a:pt x="10544481" y="5602622"/>
                  <a:pt x="10541943" y="5604827"/>
                </a:cubicBezTo>
                <a:cubicBezTo>
                  <a:pt x="10540183" y="5606440"/>
                  <a:pt x="10539165" y="5607464"/>
                  <a:pt x="10538888" y="5607899"/>
                </a:cubicBezTo>
                <a:cubicBezTo>
                  <a:pt x="10538611" y="5608335"/>
                  <a:pt x="10538473" y="5608924"/>
                  <a:pt x="10538473" y="5609667"/>
                </a:cubicBezTo>
                <a:cubicBezTo>
                  <a:pt x="10538473" y="5611551"/>
                  <a:pt x="10539781" y="5614843"/>
                  <a:pt x="10542397" y="5619542"/>
                </a:cubicBezTo>
                <a:cubicBezTo>
                  <a:pt x="10544823" y="5623785"/>
                  <a:pt x="10546853" y="5625907"/>
                  <a:pt x="10548488" y="5625907"/>
                </a:cubicBezTo>
                <a:cubicBezTo>
                  <a:pt x="10549481" y="5625907"/>
                  <a:pt x="10550358" y="5625453"/>
                  <a:pt x="10551123" y="5624545"/>
                </a:cubicBezTo>
                <a:cubicBezTo>
                  <a:pt x="10551889" y="5623637"/>
                  <a:pt x="10553590" y="5620703"/>
                  <a:pt x="10556228" y="5615742"/>
                </a:cubicBezTo>
                <a:cubicBezTo>
                  <a:pt x="10558065" y="5612304"/>
                  <a:pt x="10558983" y="5609800"/>
                  <a:pt x="10558983" y="5608231"/>
                </a:cubicBezTo>
                <a:cubicBezTo>
                  <a:pt x="10558983" y="5607237"/>
                  <a:pt x="10558115" y="5605844"/>
                  <a:pt x="10556381" y="5604054"/>
                </a:cubicBezTo>
                <a:cubicBezTo>
                  <a:pt x="10553902" y="5601430"/>
                  <a:pt x="10552663" y="5598864"/>
                  <a:pt x="10552663" y="5596356"/>
                </a:cubicBezTo>
                <a:cubicBezTo>
                  <a:pt x="10552663" y="5592360"/>
                  <a:pt x="10554971" y="5589599"/>
                  <a:pt x="10559585" y="5588073"/>
                </a:cubicBezTo>
                <a:cubicBezTo>
                  <a:pt x="10564199" y="5586547"/>
                  <a:pt x="10571226" y="5585784"/>
                  <a:pt x="10580664" y="5585784"/>
                </a:cubicBezTo>
                <a:cubicBezTo>
                  <a:pt x="10595054" y="5585784"/>
                  <a:pt x="10602251" y="5589244"/>
                  <a:pt x="10602251" y="5596164"/>
                </a:cubicBezTo>
                <a:cubicBezTo>
                  <a:pt x="10602251" y="5600378"/>
                  <a:pt x="10599439" y="5603371"/>
                  <a:pt x="10593817" y="5605143"/>
                </a:cubicBezTo>
                <a:cubicBezTo>
                  <a:pt x="10590492" y="5606193"/>
                  <a:pt x="10588277" y="5607285"/>
                  <a:pt x="10587171" y="5608417"/>
                </a:cubicBezTo>
                <a:cubicBezTo>
                  <a:pt x="10586066" y="5609550"/>
                  <a:pt x="10584176" y="5612730"/>
                  <a:pt x="10581500" y="5617956"/>
                </a:cubicBezTo>
                <a:lnTo>
                  <a:pt x="10556699" y="5666220"/>
                </a:lnTo>
                <a:cubicBezTo>
                  <a:pt x="10552778" y="5673861"/>
                  <a:pt x="10549358" y="5679264"/>
                  <a:pt x="10546438" y="5682429"/>
                </a:cubicBezTo>
                <a:cubicBezTo>
                  <a:pt x="10543517" y="5685593"/>
                  <a:pt x="10540210" y="5687176"/>
                  <a:pt x="10536517" y="5687176"/>
                </a:cubicBezTo>
                <a:cubicBezTo>
                  <a:pt x="10532901" y="5687176"/>
                  <a:pt x="10529956" y="5685842"/>
                  <a:pt x="10527682" y="5683174"/>
                </a:cubicBezTo>
                <a:cubicBezTo>
                  <a:pt x="10523719" y="5678757"/>
                  <a:pt x="10520614" y="5674090"/>
                  <a:pt x="10518366" y="5669173"/>
                </a:cubicBezTo>
                <a:lnTo>
                  <a:pt x="10490057" y="5616519"/>
                </a:lnTo>
                <a:cubicBezTo>
                  <a:pt x="10488696" y="5613914"/>
                  <a:pt x="10487430" y="5612081"/>
                  <a:pt x="10486259" y="5611020"/>
                </a:cubicBezTo>
                <a:cubicBezTo>
                  <a:pt x="10485088" y="5609959"/>
                  <a:pt x="10483336" y="5609122"/>
                  <a:pt x="10481002" y="5608508"/>
                </a:cubicBezTo>
                <a:cubicBezTo>
                  <a:pt x="10475405" y="5606888"/>
                  <a:pt x="10472607" y="5603667"/>
                  <a:pt x="10472607" y="5598845"/>
                </a:cubicBezTo>
                <a:cubicBezTo>
                  <a:pt x="10472607" y="5593982"/>
                  <a:pt x="10475889" y="5590573"/>
                  <a:pt x="10482450" y="5588619"/>
                </a:cubicBezTo>
                <a:cubicBezTo>
                  <a:pt x="10489011" y="5586665"/>
                  <a:pt x="10498863" y="5585687"/>
                  <a:pt x="10512003" y="5585687"/>
                </a:cubicBezTo>
                <a:close/>
                <a:moveTo>
                  <a:pt x="10134992" y="5585687"/>
                </a:moveTo>
                <a:cubicBezTo>
                  <a:pt x="10143467" y="5585687"/>
                  <a:pt x="10151046" y="5588377"/>
                  <a:pt x="10157728" y="5593756"/>
                </a:cubicBezTo>
                <a:cubicBezTo>
                  <a:pt x="10161511" y="5596093"/>
                  <a:pt x="10164253" y="5599419"/>
                  <a:pt x="10165952" y="5603733"/>
                </a:cubicBezTo>
                <a:cubicBezTo>
                  <a:pt x="10167652" y="5608048"/>
                  <a:pt x="10168696" y="5614194"/>
                  <a:pt x="10169085" y="5622171"/>
                </a:cubicBezTo>
                <a:lnTo>
                  <a:pt x="10170425" y="5655867"/>
                </a:lnTo>
                <a:cubicBezTo>
                  <a:pt x="10170541" y="5658216"/>
                  <a:pt x="10170889" y="5659913"/>
                  <a:pt x="10171466" y="5660958"/>
                </a:cubicBezTo>
                <a:cubicBezTo>
                  <a:pt x="10172044" y="5662003"/>
                  <a:pt x="10173879" y="5664163"/>
                  <a:pt x="10176973" y="5667439"/>
                </a:cubicBezTo>
                <a:cubicBezTo>
                  <a:pt x="10178316" y="5668870"/>
                  <a:pt x="10178987" y="5670744"/>
                  <a:pt x="10178987" y="5673060"/>
                </a:cubicBezTo>
                <a:cubicBezTo>
                  <a:pt x="10178987" y="5678205"/>
                  <a:pt x="10176184" y="5681701"/>
                  <a:pt x="10170577" y="5683546"/>
                </a:cubicBezTo>
                <a:cubicBezTo>
                  <a:pt x="10164970" y="5685391"/>
                  <a:pt x="10155567" y="5686313"/>
                  <a:pt x="10142366" y="5686313"/>
                </a:cubicBezTo>
                <a:cubicBezTo>
                  <a:pt x="10133288" y="5686313"/>
                  <a:pt x="10126809" y="5685497"/>
                  <a:pt x="10122930" y="5683863"/>
                </a:cubicBezTo>
                <a:cubicBezTo>
                  <a:pt x="10118370" y="5681931"/>
                  <a:pt x="10116089" y="5678745"/>
                  <a:pt x="10116089" y="5674305"/>
                </a:cubicBezTo>
                <a:cubicBezTo>
                  <a:pt x="10116089" y="5672626"/>
                  <a:pt x="10116341" y="5671389"/>
                  <a:pt x="10116844" y="5670592"/>
                </a:cubicBezTo>
                <a:cubicBezTo>
                  <a:pt x="10117348" y="5669795"/>
                  <a:pt x="10118709" y="5668190"/>
                  <a:pt x="10120926" y="5665776"/>
                </a:cubicBezTo>
                <a:cubicBezTo>
                  <a:pt x="10123192" y="5663397"/>
                  <a:pt x="10124325" y="5654876"/>
                  <a:pt x="10124325" y="5640214"/>
                </a:cubicBezTo>
                <a:cubicBezTo>
                  <a:pt x="10124325" y="5631722"/>
                  <a:pt x="10123780" y="5625861"/>
                  <a:pt x="10122689" y="5622632"/>
                </a:cubicBezTo>
                <a:cubicBezTo>
                  <a:pt x="10120547" y="5619248"/>
                  <a:pt x="10117658" y="5617556"/>
                  <a:pt x="10114021" y="5617556"/>
                </a:cubicBezTo>
                <a:cubicBezTo>
                  <a:pt x="10110553" y="5617556"/>
                  <a:pt x="10108160" y="5618689"/>
                  <a:pt x="10106843" y="5620953"/>
                </a:cubicBezTo>
                <a:cubicBezTo>
                  <a:pt x="10105526" y="5623218"/>
                  <a:pt x="10104868" y="5627787"/>
                  <a:pt x="10104868" y="5634661"/>
                </a:cubicBezTo>
                <a:lnTo>
                  <a:pt x="10104868" y="5653620"/>
                </a:lnTo>
                <a:cubicBezTo>
                  <a:pt x="10104868" y="5657230"/>
                  <a:pt x="10105072" y="5659633"/>
                  <a:pt x="10105480" y="5660830"/>
                </a:cubicBezTo>
                <a:cubicBezTo>
                  <a:pt x="10105888" y="5662027"/>
                  <a:pt x="10107363" y="5664532"/>
                  <a:pt x="10109905" y="5668346"/>
                </a:cubicBezTo>
                <a:cubicBezTo>
                  <a:pt x="10110888" y="5669954"/>
                  <a:pt x="10111379" y="5671653"/>
                  <a:pt x="10111379" y="5673443"/>
                </a:cubicBezTo>
                <a:cubicBezTo>
                  <a:pt x="10111379" y="5678130"/>
                  <a:pt x="10108482" y="5681463"/>
                  <a:pt x="10102687" y="5683441"/>
                </a:cubicBezTo>
                <a:cubicBezTo>
                  <a:pt x="10096892" y="5685420"/>
                  <a:pt x="10088317" y="5686410"/>
                  <a:pt x="10076962" y="5686410"/>
                </a:cubicBezTo>
                <a:cubicBezTo>
                  <a:pt x="10057912" y="5686410"/>
                  <a:pt x="10048386" y="5682087"/>
                  <a:pt x="10048386" y="5673443"/>
                </a:cubicBezTo>
                <a:cubicBezTo>
                  <a:pt x="10048386" y="5671507"/>
                  <a:pt x="10048742" y="5670016"/>
                  <a:pt x="10049453" y="5668970"/>
                </a:cubicBezTo>
                <a:cubicBezTo>
                  <a:pt x="10050166" y="5667924"/>
                  <a:pt x="10051638" y="5666598"/>
                  <a:pt x="10053872" y="5664991"/>
                </a:cubicBezTo>
                <a:cubicBezTo>
                  <a:pt x="10055165" y="5664047"/>
                  <a:pt x="10055997" y="5662924"/>
                  <a:pt x="10056368" y="5661623"/>
                </a:cubicBezTo>
                <a:cubicBezTo>
                  <a:pt x="10056740" y="5660322"/>
                  <a:pt x="10057112" y="5656698"/>
                  <a:pt x="10057483" y="5650751"/>
                </a:cubicBezTo>
                <a:cubicBezTo>
                  <a:pt x="10057931" y="5643469"/>
                  <a:pt x="10058155" y="5635871"/>
                  <a:pt x="10058155" y="5627957"/>
                </a:cubicBezTo>
                <a:cubicBezTo>
                  <a:pt x="10058155" y="5623891"/>
                  <a:pt x="10057890" y="5621316"/>
                  <a:pt x="10057359" y="5620231"/>
                </a:cubicBezTo>
                <a:cubicBezTo>
                  <a:pt x="10056830" y="5619146"/>
                  <a:pt x="10054828" y="5617246"/>
                  <a:pt x="10051355" y="5614532"/>
                </a:cubicBezTo>
                <a:cubicBezTo>
                  <a:pt x="10048610" y="5613378"/>
                  <a:pt x="10047237" y="5611181"/>
                  <a:pt x="10047237" y="5607942"/>
                </a:cubicBezTo>
                <a:cubicBezTo>
                  <a:pt x="10047237" y="5604736"/>
                  <a:pt x="10048532" y="5602190"/>
                  <a:pt x="10051121" y="5600304"/>
                </a:cubicBezTo>
                <a:cubicBezTo>
                  <a:pt x="10053710" y="5598418"/>
                  <a:pt x="10058556" y="5596204"/>
                  <a:pt x="10065659" y="5593663"/>
                </a:cubicBezTo>
                <a:cubicBezTo>
                  <a:pt x="10071721" y="5591516"/>
                  <a:pt x="10077693" y="5589666"/>
                  <a:pt x="10083574" y="5588113"/>
                </a:cubicBezTo>
                <a:cubicBezTo>
                  <a:pt x="10089456" y="5586560"/>
                  <a:pt x="10093508" y="5585784"/>
                  <a:pt x="10095731" y="5585784"/>
                </a:cubicBezTo>
                <a:cubicBezTo>
                  <a:pt x="10098231" y="5585784"/>
                  <a:pt x="10100331" y="5586696"/>
                  <a:pt x="10102031" y="5588521"/>
                </a:cubicBezTo>
                <a:cubicBezTo>
                  <a:pt x="10103730" y="5590345"/>
                  <a:pt x="10104580" y="5592446"/>
                  <a:pt x="10104580" y="5594824"/>
                </a:cubicBezTo>
                <a:cubicBezTo>
                  <a:pt x="10104580" y="5594608"/>
                  <a:pt x="10104534" y="5595519"/>
                  <a:pt x="10104440" y="5597557"/>
                </a:cubicBezTo>
                <a:cubicBezTo>
                  <a:pt x="10104406" y="5597833"/>
                  <a:pt x="10104389" y="5598167"/>
                  <a:pt x="10104389" y="5598558"/>
                </a:cubicBezTo>
                <a:cubicBezTo>
                  <a:pt x="10104389" y="5600320"/>
                  <a:pt x="10104981" y="5601202"/>
                  <a:pt x="10106167" y="5601202"/>
                </a:cubicBezTo>
                <a:cubicBezTo>
                  <a:pt x="10107012" y="5601202"/>
                  <a:pt x="10108388" y="5599988"/>
                  <a:pt x="10110296" y="5597562"/>
                </a:cubicBezTo>
                <a:cubicBezTo>
                  <a:pt x="10115606" y="5589646"/>
                  <a:pt x="10123839" y="5585687"/>
                  <a:pt x="10134992" y="5585687"/>
                </a:cubicBezTo>
                <a:close/>
                <a:moveTo>
                  <a:pt x="8916586" y="5585687"/>
                </a:moveTo>
                <a:cubicBezTo>
                  <a:pt x="8919266" y="5585687"/>
                  <a:pt x="8921135" y="5586378"/>
                  <a:pt x="8922193" y="5587759"/>
                </a:cubicBezTo>
                <a:cubicBezTo>
                  <a:pt x="8923251" y="5589140"/>
                  <a:pt x="8924084" y="5592573"/>
                  <a:pt x="8924694" y="5598058"/>
                </a:cubicBezTo>
                <a:cubicBezTo>
                  <a:pt x="8924881" y="5599707"/>
                  <a:pt x="8925197" y="5600532"/>
                  <a:pt x="8925643" y="5600532"/>
                </a:cubicBezTo>
                <a:cubicBezTo>
                  <a:pt x="8926192" y="5600532"/>
                  <a:pt x="8926754" y="5600118"/>
                  <a:pt x="8927328" y="5599291"/>
                </a:cubicBezTo>
                <a:cubicBezTo>
                  <a:pt x="8933029" y="5590286"/>
                  <a:pt x="8940352" y="5585784"/>
                  <a:pt x="8949296" y="5585784"/>
                </a:cubicBezTo>
                <a:cubicBezTo>
                  <a:pt x="8955667" y="5585784"/>
                  <a:pt x="8961107" y="5588459"/>
                  <a:pt x="8965616" y="5593811"/>
                </a:cubicBezTo>
                <a:cubicBezTo>
                  <a:pt x="8967203" y="5594676"/>
                  <a:pt x="8968621" y="5596687"/>
                  <a:pt x="8969870" y="5599844"/>
                </a:cubicBezTo>
                <a:cubicBezTo>
                  <a:pt x="8971119" y="5603001"/>
                  <a:pt x="8971744" y="5606020"/>
                  <a:pt x="8971744" y="5608901"/>
                </a:cubicBezTo>
                <a:cubicBezTo>
                  <a:pt x="8971744" y="5612142"/>
                  <a:pt x="8970980" y="5615480"/>
                  <a:pt x="8969453" y="5618915"/>
                </a:cubicBezTo>
                <a:cubicBezTo>
                  <a:pt x="8967926" y="5622349"/>
                  <a:pt x="8965942" y="5625184"/>
                  <a:pt x="8963499" y="5627418"/>
                </a:cubicBezTo>
                <a:cubicBezTo>
                  <a:pt x="8959077" y="5631633"/>
                  <a:pt x="8953609" y="5633740"/>
                  <a:pt x="8947093" y="5633740"/>
                </a:cubicBezTo>
                <a:cubicBezTo>
                  <a:pt x="8943500" y="5633740"/>
                  <a:pt x="8940492" y="5633108"/>
                  <a:pt x="8938071" y="5631844"/>
                </a:cubicBezTo>
                <a:cubicBezTo>
                  <a:pt x="8935649" y="5630580"/>
                  <a:pt x="8932387" y="5627566"/>
                  <a:pt x="8928286" y="5622801"/>
                </a:cubicBezTo>
                <a:cubicBezTo>
                  <a:pt x="8927678" y="5622944"/>
                  <a:pt x="8927084" y="5623015"/>
                  <a:pt x="8926505" y="5623015"/>
                </a:cubicBezTo>
                <a:cubicBezTo>
                  <a:pt x="8925763" y="5623015"/>
                  <a:pt x="8925201" y="5623722"/>
                  <a:pt x="8924819" y="5625136"/>
                </a:cubicBezTo>
                <a:cubicBezTo>
                  <a:pt x="8924437" y="5626551"/>
                  <a:pt x="8924247" y="5630427"/>
                  <a:pt x="8924247" y="5636767"/>
                </a:cubicBezTo>
                <a:cubicBezTo>
                  <a:pt x="8924247" y="5646376"/>
                  <a:pt x="8924548" y="5652688"/>
                  <a:pt x="8925150" y="5655702"/>
                </a:cubicBezTo>
                <a:cubicBezTo>
                  <a:pt x="8925565" y="5657480"/>
                  <a:pt x="8926044" y="5658619"/>
                  <a:pt x="8926585" y="5659117"/>
                </a:cubicBezTo>
                <a:cubicBezTo>
                  <a:pt x="8927127" y="5659616"/>
                  <a:pt x="8928948" y="5660318"/>
                  <a:pt x="8932048" y="5661225"/>
                </a:cubicBezTo>
                <a:cubicBezTo>
                  <a:pt x="8937955" y="5662998"/>
                  <a:pt x="8940908" y="5666496"/>
                  <a:pt x="8940908" y="5671720"/>
                </a:cubicBezTo>
                <a:cubicBezTo>
                  <a:pt x="8940908" y="5674848"/>
                  <a:pt x="8939822" y="5677555"/>
                  <a:pt x="8937649" y="5679841"/>
                </a:cubicBezTo>
                <a:cubicBezTo>
                  <a:pt x="8935476" y="5682127"/>
                  <a:pt x="8932634" y="5683636"/>
                  <a:pt x="8929124" y="5684368"/>
                </a:cubicBezTo>
                <a:cubicBezTo>
                  <a:pt x="8922899" y="5685665"/>
                  <a:pt x="8913758" y="5686313"/>
                  <a:pt x="8901702" y="5686313"/>
                </a:cubicBezTo>
                <a:cubicBezTo>
                  <a:pt x="8890157" y="5686313"/>
                  <a:pt x="8881357" y="5685294"/>
                  <a:pt x="8875302" y="5683254"/>
                </a:cubicBezTo>
                <a:cubicBezTo>
                  <a:pt x="8869192" y="5681167"/>
                  <a:pt x="8866137" y="5677450"/>
                  <a:pt x="8866137" y="5672103"/>
                </a:cubicBezTo>
                <a:cubicBezTo>
                  <a:pt x="8866137" y="5668100"/>
                  <a:pt x="8868444" y="5664522"/>
                  <a:pt x="8873058" y="5661368"/>
                </a:cubicBezTo>
                <a:cubicBezTo>
                  <a:pt x="8874481" y="5660437"/>
                  <a:pt x="8875467" y="5659586"/>
                  <a:pt x="8876015" y="5658813"/>
                </a:cubicBezTo>
                <a:cubicBezTo>
                  <a:pt x="8876564" y="5658040"/>
                  <a:pt x="8876961" y="5656821"/>
                  <a:pt x="8877207" y="5655156"/>
                </a:cubicBezTo>
                <a:cubicBezTo>
                  <a:pt x="8878190" y="5649565"/>
                  <a:pt x="8878681" y="5639031"/>
                  <a:pt x="8878681" y="5623552"/>
                </a:cubicBezTo>
                <a:cubicBezTo>
                  <a:pt x="8878681" y="5621012"/>
                  <a:pt x="8878453" y="5619296"/>
                  <a:pt x="8877996" y="5618406"/>
                </a:cubicBezTo>
                <a:cubicBezTo>
                  <a:pt x="8877540" y="5617515"/>
                  <a:pt x="8876579" y="5616777"/>
                  <a:pt x="8875115" y="5616191"/>
                </a:cubicBezTo>
                <a:cubicBezTo>
                  <a:pt x="8869768" y="5614082"/>
                  <a:pt x="8867096" y="5610885"/>
                  <a:pt x="8867096" y="5606602"/>
                </a:cubicBezTo>
                <a:cubicBezTo>
                  <a:pt x="8867096" y="5602866"/>
                  <a:pt x="8868842" y="5599769"/>
                  <a:pt x="8872336" y="5597309"/>
                </a:cubicBezTo>
                <a:cubicBezTo>
                  <a:pt x="8875830" y="5594848"/>
                  <a:pt x="8881339" y="5592506"/>
                  <a:pt x="8888864" y="5590281"/>
                </a:cubicBezTo>
                <a:cubicBezTo>
                  <a:pt x="8898824" y="5587305"/>
                  <a:pt x="8908064" y="5585774"/>
                  <a:pt x="8916586" y="5585687"/>
                </a:cubicBezTo>
                <a:close/>
                <a:moveTo>
                  <a:pt x="7754536" y="5585687"/>
                </a:moveTo>
                <a:cubicBezTo>
                  <a:pt x="7757216" y="5585687"/>
                  <a:pt x="7759085" y="5586378"/>
                  <a:pt x="7760143" y="5587759"/>
                </a:cubicBezTo>
                <a:cubicBezTo>
                  <a:pt x="7761201" y="5589140"/>
                  <a:pt x="7762035" y="5592573"/>
                  <a:pt x="7762644" y="5598058"/>
                </a:cubicBezTo>
                <a:cubicBezTo>
                  <a:pt x="7762832" y="5599707"/>
                  <a:pt x="7763148" y="5600532"/>
                  <a:pt x="7763593" y="5600532"/>
                </a:cubicBezTo>
                <a:cubicBezTo>
                  <a:pt x="7764143" y="5600532"/>
                  <a:pt x="7764705" y="5600118"/>
                  <a:pt x="7765279" y="5599291"/>
                </a:cubicBezTo>
                <a:cubicBezTo>
                  <a:pt x="7770980" y="5590286"/>
                  <a:pt x="7778302" y="5585784"/>
                  <a:pt x="7787246" y="5585784"/>
                </a:cubicBezTo>
                <a:cubicBezTo>
                  <a:pt x="7793617" y="5585784"/>
                  <a:pt x="7799057" y="5588459"/>
                  <a:pt x="7803566" y="5593811"/>
                </a:cubicBezTo>
                <a:cubicBezTo>
                  <a:pt x="7805153" y="5594676"/>
                  <a:pt x="7806571" y="5596687"/>
                  <a:pt x="7807821" y="5599844"/>
                </a:cubicBezTo>
                <a:cubicBezTo>
                  <a:pt x="7809070" y="5603001"/>
                  <a:pt x="7809695" y="5606020"/>
                  <a:pt x="7809695" y="5608901"/>
                </a:cubicBezTo>
                <a:cubicBezTo>
                  <a:pt x="7809695" y="5612142"/>
                  <a:pt x="7808931" y="5615480"/>
                  <a:pt x="7807404" y="5618915"/>
                </a:cubicBezTo>
                <a:cubicBezTo>
                  <a:pt x="7805877" y="5622349"/>
                  <a:pt x="7803892" y="5625184"/>
                  <a:pt x="7801449" y="5627418"/>
                </a:cubicBezTo>
                <a:cubicBezTo>
                  <a:pt x="7797028" y="5631633"/>
                  <a:pt x="7791560" y="5633740"/>
                  <a:pt x="7785044" y="5633740"/>
                </a:cubicBezTo>
                <a:cubicBezTo>
                  <a:pt x="7781451" y="5633740"/>
                  <a:pt x="7778443" y="5633108"/>
                  <a:pt x="7776021" y="5631844"/>
                </a:cubicBezTo>
                <a:cubicBezTo>
                  <a:pt x="7773600" y="5630580"/>
                  <a:pt x="7770338" y="5627566"/>
                  <a:pt x="7766237" y="5622801"/>
                </a:cubicBezTo>
                <a:cubicBezTo>
                  <a:pt x="7765629" y="5622944"/>
                  <a:pt x="7765034" y="5623015"/>
                  <a:pt x="7764456" y="5623015"/>
                </a:cubicBezTo>
                <a:cubicBezTo>
                  <a:pt x="7763713" y="5623015"/>
                  <a:pt x="7763151" y="5623722"/>
                  <a:pt x="7762769" y="5625136"/>
                </a:cubicBezTo>
                <a:cubicBezTo>
                  <a:pt x="7762388" y="5626551"/>
                  <a:pt x="7762197" y="5630427"/>
                  <a:pt x="7762197" y="5636767"/>
                </a:cubicBezTo>
                <a:cubicBezTo>
                  <a:pt x="7762197" y="5646376"/>
                  <a:pt x="7762498" y="5652688"/>
                  <a:pt x="7763101" y="5655702"/>
                </a:cubicBezTo>
                <a:cubicBezTo>
                  <a:pt x="7763516" y="5657480"/>
                  <a:pt x="7763994" y="5658619"/>
                  <a:pt x="7764536" y="5659117"/>
                </a:cubicBezTo>
                <a:cubicBezTo>
                  <a:pt x="7765078" y="5659616"/>
                  <a:pt x="7766898" y="5660318"/>
                  <a:pt x="7769999" y="5661225"/>
                </a:cubicBezTo>
                <a:cubicBezTo>
                  <a:pt x="7775905" y="5662998"/>
                  <a:pt x="7778859" y="5666496"/>
                  <a:pt x="7778859" y="5671720"/>
                </a:cubicBezTo>
                <a:cubicBezTo>
                  <a:pt x="7778859" y="5674848"/>
                  <a:pt x="7777773" y="5677555"/>
                  <a:pt x="7775599" y="5679841"/>
                </a:cubicBezTo>
                <a:cubicBezTo>
                  <a:pt x="7773426" y="5682127"/>
                  <a:pt x="7770585" y="5683636"/>
                  <a:pt x="7767074" y="5684368"/>
                </a:cubicBezTo>
                <a:cubicBezTo>
                  <a:pt x="7760849" y="5685665"/>
                  <a:pt x="7751709" y="5686313"/>
                  <a:pt x="7739653" y="5686313"/>
                </a:cubicBezTo>
                <a:cubicBezTo>
                  <a:pt x="7728108" y="5686313"/>
                  <a:pt x="7719308" y="5685294"/>
                  <a:pt x="7713253" y="5683254"/>
                </a:cubicBezTo>
                <a:cubicBezTo>
                  <a:pt x="7707143" y="5681167"/>
                  <a:pt x="7704088" y="5677450"/>
                  <a:pt x="7704088" y="5672103"/>
                </a:cubicBezTo>
                <a:cubicBezTo>
                  <a:pt x="7704088" y="5668100"/>
                  <a:pt x="7706394" y="5664522"/>
                  <a:pt x="7711008" y="5661368"/>
                </a:cubicBezTo>
                <a:cubicBezTo>
                  <a:pt x="7712432" y="5660437"/>
                  <a:pt x="7713417" y="5659586"/>
                  <a:pt x="7713966" y="5658813"/>
                </a:cubicBezTo>
                <a:cubicBezTo>
                  <a:pt x="7714514" y="5658040"/>
                  <a:pt x="7714911" y="5656821"/>
                  <a:pt x="7715158" y="5655156"/>
                </a:cubicBezTo>
                <a:cubicBezTo>
                  <a:pt x="7716140" y="5649565"/>
                  <a:pt x="7716632" y="5639031"/>
                  <a:pt x="7716632" y="5623552"/>
                </a:cubicBezTo>
                <a:cubicBezTo>
                  <a:pt x="7716632" y="5621012"/>
                  <a:pt x="7716404" y="5619296"/>
                  <a:pt x="7715947" y="5618406"/>
                </a:cubicBezTo>
                <a:cubicBezTo>
                  <a:pt x="7715490" y="5617515"/>
                  <a:pt x="7714529" y="5616777"/>
                  <a:pt x="7713066" y="5616191"/>
                </a:cubicBezTo>
                <a:cubicBezTo>
                  <a:pt x="7707719" y="5614082"/>
                  <a:pt x="7705046" y="5610885"/>
                  <a:pt x="7705046" y="5606602"/>
                </a:cubicBezTo>
                <a:cubicBezTo>
                  <a:pt x="7705046" y="5602866"/>
                  <a:pt x="7706793" y="5599769"/>
                  <a:pt x="7710287" y="5597309"/>
                </a:cubicBezTo>
                <a:cubicBezTo>
                  <a:pt x="7713780" y="5594848"/>
                  <a:pt x="7719290" y="5592506"/>
                  <a:pt x="7726815" y="5590281"/>
                </a:cubicBezTo>
                <a:cubicBezTo>
                  <a:pt x="7736775" y="5587305"/>
                  <a:pt x="7746015" y="5585774"/>
                  <a:pt x="7754536" y="5585687"/>
                </a:cubicBezTo>
                <a:close/>
                <a:moveTo>
                  <a:pt x="5963043" y="5585687"/>
                </a:moveTo>
                <a:cubicBezTo>
                  <a:pt x="5971517" y="5585687"/>
                  <a:pt x="5979096" y="5588377"/>
                  <a:pt x="5985778" y="5593756"/>
                </a:cubicBezTo>
                <a:cubicBezTo>
                  <a:pt x="5989562" y="5596093"/>
                  <a:pt x="5992303" y="5599419"/>
                  <a:pt x="5994003" y="5603733"/>
                </a:cubicBezTo>
                <a:cubicBezTo>
                  <a:pt x="5995702" y="5608048"/>
                  <a:pt x="5996746" y="5614194"/>
                  <a:pt x="5997135" y="5622171"/>
                </a:cubicBezTo>
                <a:lnTo>
                  <a:pt x="5998475" y="5655867"/>
                </a:lnTo>
                <a:cubicBezTo>
                  <a:pt x="5998592" y="5658216"/>
                  <a:pt x="5998939" y="5659913"/>
                  <a:pt x="5999517" y="5660958"/>
                </a:cubicBezTo>
                <a:cubicBezTo>
                  <a:pt x="6000094" y="5662003"/>
                  <a:pt x="6001930" y="5664163"/>
                  <a:pt x="6005023" y="5667439"/>
                </a:cubicBezTo>
                <a:cubicBezTo>
                  <a:pt x="6006366" y="5668870"/>
                  <a:pt x="6007038" y="5670744"/>
                  <a:pt x="6007038" y="5673060"/>
                </a:cubicBezTo>
                <a:cubicBezTo>
                  <a:pt x="6007038" y="5678205"/>
                  <a:pt x="6004234" y="5681701"/>
                  <a:pt x="5998628" y="5683546"/>
                </a:cubicBezTo>
                <a:cubicBezTo>
                  <a:pt x="5993021" y="5685391"/>
                  <a:pt x="5983617" y="5686313"/>
                  <a:pt x="5970417" y="5686313"/>
                </a:cubicBezTo>
                <a:cubicBezTo>
                  <a:pt x="5961339" y="5686313"/>
                  <a:pt x="5954860" y="5685497"/>
                  <a:pt x="5950981" y="5683863"/>
                </a:cubicBezTo>
                <a:cubicBezTo>
                  <a:pt x="5946420" y="5681931"/>
                  <a:pt x="5944139" y="5678745"/>
                  <a:pt x="5944139" y="5674305"/>
                </a:cubicBezTo>
                <a:cubicBezTo>
                  <a:pt x="5944139" y="5672626"/>
                  <a:pt x="5944391" y="5671389"/>
                  <a:pt x="5944894" y="5670592"/>
                </a:cubicBezTo>
                <a:cubicBezTo>
                  <a:pt x="5945398" y="5669795"/>
                  <a:pt x="5946759" y="5668190"/>
                  <a:pt x="5948977" y="5665776"/>
                </a:cubicBezTo>
                <a:cubicBezTo>
                  <a:pt x="5951243" y="5663397"/>
                  <a:pt x="5952375" y="5654876"/>
                  <a:pt x="5952375" y="5640214"/>
                </a:cubicBezTo>
                <a:cubicBezTo>
                  <a:pt x="5952375" y="5631722"/>
                  <a:pt x="5951830" y="5625861"/>
                  <a:pt x="5950739" y="5622632"/>
                </a:cubicBezTo>
                <a:cubicBezTo>
                  <a:pt x="5948598" y="5619248"/>
                  <a:pt x="5945708" y="5617556"/>
                  <a:pt x="5942071" y="5617556"/>
                </a:cubicBezTo>
                <a:cubicBezTo>
                  <a:pt x="5938603" y="5617556"/>
                  <a:pt x="5936211" y="5618689"/>
                  <a:pt x="5934894" y="5620953"/>
                </a:cubicBezTo>
                <a:cubicBezTo>
                  <a:pt x="5933576" y="5623218"/>
                  <a:pt x="5932918" y="5627787"/>
                  <a:pt x="5932918" y="5634661"/>
                </a:cubicBezTo>
                <a:lnTo>
                  <a:pt x="5932918" y="5653620"/>
                </a:lnTo>
                <a:cubicBezTo>
                  <a:pt x="5932918" y="5657230"/>
                  <a:pt x="5933122" y="5659633"/>
                  <a:pt x="5933530" y="5660830"/>
                </a:cubicBezTo>
                <a:cubicBezTo>
                  <a:pt x="5933938" y="5662027"/>
                  <a:pt x="5935413" y="5664532"/>
                  <a:pt x="5937956" y="5668346"/>
                </a:cubicBezTo>
                <a:cubicBezTo>
                  <a:pt x="5938938" y="5669954"/>
                  <a:pt x="5939430" y="5671653"/>
                  <a:pt x="5939430" y="5673443"/>
                </a:cubicBezTo>
                <a:cubicBezTo>
                  <a:pt x="5939430" y="5678130"/>
                  <a:pt x="5936533" y="5681463"/>
                  <a:pt x="5930737" y="5683441"/>
                </a:cubicBezTo>
                <a:cubicBezTo>
                  <a:pt x="5924942" y="5685420"/>
                  <a:pt x="5916368" y="5686410"/>
                  <a:pt x="5905013" y="5686410"/>
                </a:cubicBezTo>
                <a:cubicBezTo>
                  <a:pt x="5885962" y="5686410"/>
                  <a:pt x="5876437" y="5682087"/>
                  <a:pt x="5876437" y="5673443"/>
                </a:cubicBezTo>
                <a:cubicBezTo>
                  <a:pt x="5876437" y="5671507"/>
                  <a:pt x="5876793" y="5670016"/>
                  <a:pt x="5877505" y="5668970"/>
                </a:cubicBezTo>
                <a:cubicBezTo>
                  <a:pt x="5878216" y="5667924"/>
                  <a:pt x="5879690" y="5666598"/>
                  <a:pt x="5881923" y="5664991"/>
                </a:cubicBezTo>
                <a:cubicBezTo>
                  <a:pt x="5883215" y="5664047"/>
                  <a:pt x="5884047" y="5662924"/>
                  <a:pt x="5884419" y="5661623"/>
                </a:cubicBezTo>
                <a:cubicBezTo>
                  <a:pt x="5884791" y="5660322"/>
                  <a:pt x="5885162" y="5656698"/>
                  <a:pt x="5885533" y="5650751"/>
                </a:cubicBezTo>
                <a:cubicBezTo>
                  <a:pt x="5885981" y="5643469"/>
                  <a:pt x="5886205" y="5635871"/>
                  <a:pt x="5886205" y="5627957"/>
                </a:cubicBezTo>
                <a:cubicBezTo>
                  <a:pt x="5886205" y="5623891"/>
                  <a:pt x="5885940" y="5621316"/>
                  <a:pt x="5885410" y="5620231"/>
                </a:cubicBezTo>
                <a:cubicBezTo>
                  <a:pt x="5884881" y="5619146"/>
                  <a:pt x="5882878" y="5617246"/>
                  <a:pt x="5879405" y="5614532"/>
                </a:cubicBezTo>
                <a:cubicBezTo>
                  <a:pt x="5876660" y="5613378"/>
                  <a:pt x="5875288" y="5611181"/>
                  <a:pt x="5875288" y="5607942"/>
                </a:cubicBezTo>
                <a:cubicBezTo>
                  <a:pt x="5875288" y="5604736"/>
                  <a:pt x="5876583" y="5602190"/>
                  <a:pt x="5879172" y="5600304"/>
                </a:cubicBezTo>
                <a:cubicBezTo>
                  <a:pt x="5881760" y="5598418"/>
                  <a:pt x="5886607" y="5596204"/>
                  <a:pt x="5893710" y="5593663"/>
                </a:cubicBezTo>
                <a:cubicBezTo>
                  <a:pt x="5899772" y="5591516"/>
                  <a:pt x="5905744" y="5589666"/>
                  <a:pt x="5911625" y="5588113"/>
                </a:cubicBezTo>
                <a:cubicBezTo>
                  <a:pt x="5917507" y="5586560"/>
                  <a:pt x="5921559" y="5585784"/>
                  <a:pt x="5923782" y="5585784"/>
                </a:cubicBezTo>
                <a:cubicBezTo>
                  <a:pt x="5926281" y="5585784"/>
                  <a:pt x="5928381" y="5586696"/>
                  <a:pt x="5930081" y="5588521"/>
                </a:cubicBezTo>
                <a:cubicBezTo>
                  <a:pt x="5931781" y="5590345"/>
                  <a:pt x="5932631" y="5592446"/>
                  <a:pt x="5932631" y="5594824"/>
                </a:cubicBezTo>
                <a:cubicBezTo>
                  <a:pt x="5932631" y="5594608"/>
                  <a:pt x="5932584" y="5595519"/>
                  <a:pt x="5932491" y="5597557"/>
                </a:cubicBezTo>
                <a:cubicBezTo>
                  <a:pt x="5932456" y="5597833"/>
                  <a:pt x="5932439" y="5598167"/>
                  <a:pt x="5932439" y="5598558"/>
                </a:cubicBezTo>
                <a:cubicBezTo>
                  <a:pt x="5932439" y="5600320"/>
                  <a:pt x="5933032" y="5601202"/>
                  <a:pt x="5934219" y="5601202"/>
                </a:cubicBezTo>
                <a:cubicBezTo>
                  <a:pt x="5935062" y="5601202"/>
                  <a:pt x="5936439" y="5599988"/>
                  <a:pt x="5938347" y="5597562"/>
                </a:cubicBezTo>
                <a:cubicBezTo>
                  <a:pt x="5943657" y="5589646"/>
                  <a:pt x="5951889" y="5585687"/>
                  <a:pt x="5963043" y="5585687"/>
                </a:cubicBezTo>
                <a:close/>
                <a:moveTo>
                  <a:pt x="5191517" y="5585687"/>
                </a:moveTo>
                <a:cubicBezTo>
                  <a:pt x="5199992" y="5585687"/>
                  <a:pt x="5207571" y="5588377"/>
                  <a:pt x="5214253" y="5593756"/>
                </a:cubicBezTo>
                <a:cubicBezTo>
                  <a:pt x="5218037" y="5596093"/>
                  <a:pt x="5220778" y="5599419"/>
                  <a:pt x="5222478" y="5603733"/>
                </a:cubicBezTo>
                <a:cubicBezTo>
                  <a:pt x="5224177" y="5608048"/>
                  <a:pt x="5225221" y="5614194"/>
                  <a:pt x="5225610" y="5622171"/>
                </a:cubicBezTo>
                <a:lnTo>
                  <a:pt x="5226950" y="5655867"/>
                </a:lnTo>
                <a:cubicBezTo>
                  <a:pt x="5227067" y="5658216"/>
                  <a:pt x="5227414" y="5659913"/>
                  <a:pt x="5227991" y="5660958"/>
                </a:cubicBezTo>
                <a:cubicBezTo>
                  <a:pt x="5228569" y="5662003"/>
                  <a:pt x="5230405" y="5664163"/>
                  <a:pt x="5233498" y="5667439"/>
                </a:cubicBezTo>
                <a:cubicBezTo>
                  <a:pt x="5234842" y="5668870"/>
                  <a:pt x="5235513" y="5670744"/>
                  <a:pt x="5235513" y="5673060"/>
                </a:cubicBezTo>
                <a:cubicBezTo>
                  <a:pt x="5235513" y="5678205"/>
                  <a:pt x="5232709" y="5681701"/>
                  <a:pt x="5227102" y="5683546"/>
                </a:cubicBezTo>
                <a:cubicBezTo>
                  <a:pt x="5221496" y="5685391"/>
                  <a:pt x="5212092" y="5686313"/>
                  <a:pt x="5198891" y="5686313"/>
                </a:cubicBezTo>
                <a:cubicBezTo>
                  <a:pt x="5189814" y="5686313"/>
                  <a:pt x="5183335" y="5685497"/>
                  <a:pt x="5179455" y="5683863"/>
                </a:cubicBezTo>
                <a:cubicBezTo>
                  <a:pt x="5174895" y="5681931"/>
                  <a:pt x="5172614" y="5678745"/>
                  <a:pt x="5172614" y="5674305"/>
                </a:cubicBezTo>
                <a:cubicBezTo>
                  <a:pt x="5172614" y="5672626"/>
                  <a:pt x="5172866" y="5671389"/>
                  <a:pt x="5173369" y="5670592"/>
                </a:cubicBezTo>
                <a:cubicBezTo>
                  <a:pt x="5173873" y="5669795"/>
                  <a:pt x="5175235" y="5668190"/>
                  <a:pt x="5177452" y="5665776"/>
                </a:cubicBezTo>
                <a:cubicBezTo>
                  <a:pt x="5179718" y="5663397"/>
                  <a:pt x="5180850" y="5654876"/>
                  <a:pt x="5180850" y="5640214"/>
                </a:cubicBezTo>
                <a:cubicBezTo>
                  <a:pt x="5180850" y="5631722"/>
                  <a:pt x="5180305" y="5625861"/>
                  <a:pt x="5179214" y="5622632"/>
                </a:cubicBezTo>
                <a:cubicBezTo>
                  <a:pt x="5177073" y="5619248"/>
                  <a:pt x="5174184" y="5617556"/>
                  <a:pt x="5170546" y="5617556"/>
                </a:cubicBezTo>
                <a:cubicBezTo>
                  <a:pt x="5167078" y="5617556"/>
                  <a:pt x="5164685" y="5618689"/>
                  <a:pt x="5163369" y="5620953"/>
                </a:cubicBezTo>
                <a:cubicBezTo>
                  <a:pt x="5162051" y="5623218"/>
                  <a:pt x="5161393" y="5627787"/>
                  <a:pt x="5161393" y="5634661"/>
                </a:cubicBezTo>
                <a:lnTo>
                  <a:pt x="5161393" y="5653620"/>
                </a:lnTo>
                <a:cubicBezTo>
                  <a:pt x="5161393" y="5657230"/>
                  <a:pt x="5161597" y="5659633"/>
                  <a:pt x="5162005" y="5660830"/>
                </a:cubicBezTo>
                <a:cubicBezTo>
                  <a:pt x="5162414" y="5662027"/>
                  <a:pt x="5163888" y="5664532"/>
                  <a:pt x="5166431" y="5668346"/>
                </a:cubicBezTo>
                <a:cubicBezTo>
                  <a:pt x="5167413" y="5669954"/>
                  <a:pt x="5167905" y="5671653"/>
                  <a:pt x="5167905" y="5673443"/>
                </a:cubicBezTo>
                <a:cubicBezTo>
                  <a:pt x="5167905" y="5678130"/>
                  <a:pt x="5165007" y="5681463"/>
                  <a:pt x="5159212" y="5683441"/>
                </a:cubicBezTo>
                <a:cubicBezTo>
                  <a:pt x="5153417" y="5685420"/>
                  <a:pt x="5144842" y="5686410"/>
                  <a:pt x="5133487" y="5686410"/>
                </a:cubicBezTo>
                <a:cubicBezTo>
                  <a:pt x="5114437" y="5686410"/>
                  <a:pt x="5104912" y="5682087"/>
                  <a:pt x="5104912" y="5673443"/>
                </a:cubicBezTo>
                <a:cubicBezTo>
                  <a:pt x="5104912" y="5671507"/>
                  <a:pt x="5105267" y="5670016"/>
                  <a:pt x="5105979" y="5668970"/>
                </a:cubicBezTo>
                <a:cubicBezTo>
                  <a:pt x="5106691" y="5667924"/>
                  <a:pt x="5108163" y="5666598"/>
                  <a:pt x="5110398" y="5664991"/>
                </a:cubicBezTo>
                <a:cubicBezTo>
                  <a:pt x="5111690" y="5664047"/>
                  <a:pt x="5112522" y="5662924"/>
                  <a:pt x="5112894" y="5661623"/>
                </a:cubicBezTo>
                <a:cubicBezTo>
                  <a:pt x="5113266" y="5660322"/>
                  <a:pt x="5113637" y="5656698"/>
                  <a:pt x="5114008" y="5650751"/>
                </a:cubicBezTo>
                <a:cubicBezTo>
                  <a:pt x="5114456" y="5643469"/>
                  <a:pt x="5114680" y="5635871"/>
                  <a:pt x="5114680" y="5627957"/>
                </a:cubicBezTo>
                <a:cubicBezTo>
                  <a:pt x="5114680" y="5623891"/>
                  <a:pt x="5114415" y="5621316"/>
                  <a:pt x="5113885" y="5620231"/>
                </a:cubicBezTo>
                <a:cubicBezTo>
                  <a:pt x="5113355" y="5619146"/>
                  <a:pt x="5111353" y="5617246"/>
                  <a:pt x="5107880" y="5614532"/>
                </a:cubicBezTo>
                <a:cubicBezTo>
                  <a:pt x="5105135" y="5613378"/>
                  <a:pt x="5103762" y="5611181"/>
                  <a:pt x="5103762" y="5607942"/>
                </a:cubicBezTo>
                <a:cubicBezTo>
                  <a:pt x="5103762" y="5604736"/>
                  <a:pt x="5105057" y="5602190"/>
                  <a:pt x="5107647" y="5600304"/>
                </a:cubicBezTo>
                <a:cubicBezTo>
                  <a:pt x="5110236" y="5598418"/>
                  <a:pt x="5115082" y="5596204"/>
                  <a:pt x="5122185" y="5593663"/>
                </a:cubicBezTo>
                <a:cubicBezTo>
                  <a:pt x="5128247" y="5591516"/>
                  <a:pt x="5134218" y="5589666"/>
                  <a:pt x="5140100" y="5588113"/>
                </a:cubicBezTo>
                <a:cubicBezTo>
                  <a:pt x="5145981" y="5586560"/>
                  <a:pt x="5150034" y="5585784"/>
                  <a:pt x="5152257" y="5585784"/>
                </a:cubicBezTo>
                <a:cubicBezTo>
                  <a:pt x="5154756" y="5585784"/>
                  <a:pt x="5156856" y="5586696"/>
                  <a:pt x="5158556" y="5588521"/>
                </a:cubicBezTo>
                <a:cubicBezTo>
                  <a:pt x="5160256" y="5590345"/>
                  <a:pt x="5161106" y="5592446"/>
                  <a:pt x="5161106" y="5594824"/>
                </a:cubicBezTo>
                <a:cubicBezTo>
                  <a:pt x="5161106" y="5594608"/>
                  <a:pt x="5161059" y="5595519"/>
                  <a:pt x="5160966" y="5597557"/>
                </a:cubicBezTo>
                <a:cubicBezTo>
                  <a:pt x="5160931" y="5597833"/>
                  <a:pt x="5160914" y="5598167"/>
                  <a:pt x="5160914" y="5598558"/>
                </a:cubicBezTo>
                <a:cubicBezTo>
                  <a:pt x="5160914" y="5600320"/>
                  <a:pt x="5161508" y="5601202"/>
                  <a:pt x="5162693" y="5601202"/>
                </a:cubicBezTo>
                <a:cubicBezTo>
                  <a:pt x="5163538" y="5601202"/>
                  <a:pt x="5164914" y="5599988"/>
                  <a:pt x="5166822" y="5597562"/>
                </a:cubicBezTo>
                <a:cubicBezTo>
                  <a:pt x="5172132" y="5589646"/>
                  <a:pt x="5180364" y="5585687"/>
                  <a:pt x="5191517" y="5585687"/>
                </a:cubicBezTo>
                <a:close/>
                <a:moveTo>
                  <a:pt x="4376945" y="5585687"/>
                </a:moveTo>
                <a:cubicBezTo>
                  <a:pt x="4398678" y="5585687"/>
                  <a:pt x="4409545" y="5590138"/>
                  <a:pt x="4409545" y="5599038"/>
                </a:cubicBezTo>
                <a:cubicBezTo>
                  <a:pt x="4409545" y="5600822"/>
                  <a:pt x="4408431" y="5603332"/>
                  <a:pt x="4406206" y="5606567"/>
                </a:cubicBezTo>
                <a:cubicBezTo>
                  <a:pt x="4406069" y="5606779"/>
                  <a:pt x="4406001" y="5607014"/>
                  <a:pt x="4406001" y="5607272"/>
                </a:cubicBezTo>
                <a:cubicBezTo>
                  <a:pt x="4406001" y="5608383"/>
                  <a:pt x="4407219" y="5611212"/>
                  <a:pt x="4409656" y="5615757"/>
                </a:cubicBezTo>
                <a:cubicBezTo>
                  <a:pt x="4412995" y="5622077"/>
                  <a:pt x="4415465" y="5625237"/>
                  <a:pt x="4417070" y="5625237"/>
                </a:cubicBezTo>
                <a:cubicBezTo>
                  <a:pt x="4417796" y="5625237"/>
                  <a:pt x="4419089" y="5623871"/>
                  <a:pt x="4420947" y="5621139"/>
                </a:cubicBezTo>
                <a:cubicBezTo>
                  <a:pt x="4422804" y="5618407"/>
                  <a:pt x="4423734" y="5616242"/>
                  <a:pt x="4423734" y="5614646"/>
                </a:cubicBezTo>
                <a:cubicBezTo>
                  <a:pt x="4423734" y="5613151"/>
                  <a:pt x="4423361" y="5611942"/>
                  <a:pt x="4422613" y="5611019"/>
                </a:cubicBezTo>
                <a:cubicBezTo>
                  <a:pt x="4421866" y="5610097"/>
                  <a:pt x="4419494" y="5607802"/>
                  <a:pt x="4415499" y="5604135"/>
                </a:cubicBezTo>
                <a:cubicBezTo>
                  <a:pt x="4413328" y="5603406"/>
                  <a:pt x="4412242" y="5601643"/>
                  <a:pt x="4412242" y="5598845"/>
                </a:cubicBezTo>
                <a:cubicBezTo>
                  <a:pt x="4412242" y="5592749"/>
                  <a:pt x="4417899" y="5588853"/>
                  <a:pt x="4429212" y="5587156"/>
                </a:cubicBezTo>
                <a:cubicBezTo>
                  <a:pt x="4435536" y="5586177"/>
                  <a:pt x="4442916" y="5585687"/>
                  <a:pt x="4451351" y="5585687"/>
                </a:cubicBezTo>
                <a:cubicBezTo>
                  <a:pt x="4461193" y="5585687"/>
                  <a:pt x="4468544" y="5586613"/>
                  <a:pt x="4473404" y="5588463"/>
                </a:cubicBezTo>
                <a:cubicBezTo>
                  <a:pt x="4478265" y="5590313"/>
                  <a:pt x="4480694" y="5593486"/>
                  <a:pt x="4480694" y="5597983"/>
                </a:cubicBezTo>
                <a:cubicBezTo>
                  <a:pt x="4480694" y="5599766"/>
                  <a:pt x="4480375" y="5601217"/>
                  <a:pt x="4479737" y="5602334"/>
                </a:cubicBezTo>
                <a:cubicBezTo>
                  <a:pt x="4479098" y="5603451"/>
                  <a:pt x="4477790" y="5605011"/>
                  <a:pt x="4475811" y="5607014"/>
                </a:cubicBezTo>
                <a:cubicBezTo>
                  <a:pt x="4475108" y="5607814"/>
                  <a:pt x="4474756" y="5608570"/>
                  <a:pt x="4474756" y="5609284"/>
                </a:cubicBezTo>
                <a:cubicBezTo>
                  <a:pt x="4474756" y="5610740"/>
                  <a:pt x="4476139" y="5614084"/>
                  <a:pt x="4478906" y="5619314"/>
                </a:cubicBezTo>
                <a:cubicBezTo>
                  <a:pt x="4481085" y="5623454"/>
                  <a:pt x="4482817" y="5625524"/>
                  <a:pt x="4484102" y="5625524"/>
                </a:cubicBezTo>
                <a:cubicBezTo>
                  <a:pt x="4485641" y="5625524"/>
                  <a:pt x="4487895" y="5623013"/>
                  <a:pt x="4490863" y="5617990"/>
                </a:cubicBezTo>
                <a:cubicBezTo>
                  <a:pt x="4493416" y="5613111"/>
                  <a:pt x="4494693" y="5610082"/>
                  <a:pt x="4494693" y="5608901"/>
                </a:cubicBezTo>
                <a:cubicBezTo>
                  <a:pt x="4494693" y="5608146"/>
                  <a:pt x="4494131" y="5606914"/>
                  <a:pt x="4493008" y="5605204"/>
                </a:cubicBezTo>
                <a:cubicBezTo>
                  <a:pt x="4490620" y="5602601"/>
                  <a:pt x="4489426" y="5600003"/>
                  <a:pt x="4489426" y="5597409"/>
                </a:cubicBezTo>
                <a:cubicBezTo>
                  <a:pt x="4489426" y="5593238"/>
                  <a:pt x="4491313" y="5590350"/>
                  <a:pt x="4495087" y="5588744"/>
                </a:cubicBezTo>
                <a:cubicBezTo>
                  <a:pt x="4499576" y="5586770"/>
                  <a:pt x="4505970" y="5585784"/>
                  <a:pt x="4514266" y="5585784"/>
                </a:cubicBezTo>
                <a:cubicBezTo>
                  <a:pt x="4519743" y="5585784"/>
                  <a:pt x="4524853" y="5586251"/>
                  <a:pt x="4529597" y="5587186"/>
                </a:cubicBezTo>
                <a:cubicBezTo>
                  <a:pt x="4532130" y="5587718"/>
                  <a:pt x="4534332" y="5588940"/>
                  <a:pt x="4536204" y="5590852"/>
                </a:cubicBezTo>
                <a:cubicBezTo>
                  <a:pt x="4538077" y="5592763"/>
                  <a:pt x="4539013" y="5594981"/>
                  <a:pt x="4539013" y="5597505"/>
                </a:cubicBezTo>
                <a:cubicBezTo>
                  <a:pt x="4539013" y="5600167"/>
                  <a:pt x="4537914" y="5602361"/>
                  <a:pt x="4535715" y="5604087"/>
                </a:cubicBezTo>
                <a:cubicBezTo>
                  <a:pt x="4535209" y="5604593"/>
                  <a:pt x="4532467" y="5605667"/>
                  <a:pt x="4527488" y="5607310"/>
                </a:cubicBezTo>
                <a:cubicBezTo>
                  <a:pt x="4526015" y="5607987"/>
                  <a:pt x="4524587" y="5609072"/>
                  <a:pt x="4523208" y="5610567"/>
                </a:cubicBezTo>
                <a:cubicBezTo>
                  <a:pt x="4521828" y="5612062"/>
                  <a:pt x="4520170" y="5614267"/>
                  <a:pt x="4518233" y="5617183"/>
                </a:cubicBezTo>
                <a:lnTo>
                  <a:pt x="4494035" y="5665357"/>
                </a:lnTo>
                <a:cubicBezTo>
                  <a:pt x="4486655" y="5679583"/>
                  <a:pt x="4479863" y="5686697"/>
                  <a:pt x="4473664" y="5686697"/>
                </a:cubicBezTo>
                <a:cubicBezTo>
                  <a:pt x="4470778" y="5686697"/>
                  <a:pt x="4467838" y="5685130"/>
                  <a:pt x="4464842" y="5681996"/>
                </a:cubicBezTo>
                <a:cubicBezTo>
                  <a:pt x="4461847" y="5678863"/>
                  <a:pt x="4458195" y="5673836"/>
                  <a:pt x="4453886" y="5666916"/>
                </a:cubicBezTo>
                <a:lnTo>
                  <a:pt x="4443748" y="5650495"/>
                </a:lnTo>
                <a:cubicBezTo>
                  <a:pt x="4441761" y="5647521"/>
                  <a:pt x="4440533" y="5645789"/>
                  <a:pt x="4440065" y="5645298"/>
                </a:cubicBezTo>
                <a:cubicBezTo>
                  <a:pt x="4439597" y="5644807"/>
                  <a:pt x="4439113" y="5644562"/>
                  <a:pt x="4438614" y="5644562"/>
                </a:cubicBezTo>
                <a:cubicBezTo>
                  <a:pt x="4437117" y="5644562"/>
                  <a:pt x="4434490" y="5646668"/>
                  <a:pt x="4430732" y="5650881"/>
                </a:cubicBezTo>
                <a:lnTo>
                  <a:pt x="4417300" y="5677514"/>
                </a:lnTo>
                <a:cubicBezTo>
                  <a:pt x="4413870" y="5683444"/>
                  <a:pt x="4409835" y="5686410"/>
                  <a:pt x="4405195" y="5686410"/>
                </a:cubicBezTo>
                <a:cubicBezTo>
                  <a:pt x="4402345" y="5686410"/>
                  <a:pt x="4399794" y="5685484"/>
                  <a:pt x="4397543" y="5683632"/>
                </a:cubicBezTo>
                <a:cubicBezTo>
                  <a:pt x="4395293" y="5681781"/>
                  <a:pt x="4392883" y="5677884"/>
                  <a:pt x="4390313" y="5671944"/>
                </a:cubicBezTo>
                <a:lnTo>
                  <a:pt x="4362467" y="5627899"/>
                </a:lnTo>
                <a:cubicBezTo>
                  <a:pt x="4357397" y="5619763"/>
                  <a:pt x="4353407" y="5614412"/>
                  <a:pt x="4350495" y="5611846"/>
                </a:cubicBezTo>
                <a:cubicBezTo>
                  <a:pt x="4349858" y="5611337"/>
                  <a:pt x="4348067" y="5610656"/>
                  <a:pt x="4345121" y="5609801"/>
                </a:cubicBezTo>
                <a:cubicBezTo>
                  <a:pt x="4343038" y="5609159"/>
                  <a:pt x="4341415" y="5608016"/>
                  <a:pt x="4340252" y="5606371"/>
                </a:cubicBezTo>
                <a:cubicBezTo>
                  <a:pt x="4339090" y="5604726"/>
                  <a:pt x="4338507" y="5602888"/>
                  <a:pt x="4338507" y="5600857"/>
                </a:cubicBezTo>
                <a:cubicBezTo>
                  <a:pt x="4338507" y="5594949"/>
                  <a:pt x="4343530" y="5590850"/>
                  <a:pt x="4353577" y="5588561"/>
                </a:cubicBezTo>
                <a:cubicBezTo>
                  <a:pt x="4359928" y="5586645"/>
                  <a:pt x="4367717" y="5585687"/>
                  <a:pt x="4376945" y="5585687"/>
                </a:cubicBezTo>
                <a:close/>
                <a:moveTo>
                  <a:pt x="3955886" y="5585687"/>
                </a:moveTo>
                <a:cubicBezTo>
                  <a:pt x="3962876" y="5585687"/>
                  <a:pt x="3968430" y="5586431"/>
                  <a:pt x="3972551" y="5587917"/>
                </a:cubicBezTo>
                <a:cubicBezTo>
                  <a:pt x="3978704" y="5590093"/>
                  <a:pt x="3981781" y="5593864"/>
                  <a:pt x="3981781" y="5599228"/>
                </a:cubicBezTo>
                <a:cubicBezTo>
                  <a:pt x="3981781" y="5601210"/>
                  <a:pt x="3981047" y="5603145"/>
                  <a:pt x="3979579" y="5605032"/>
                </a:cubicBezTo>
                <a:cubicBezTo>
                  <a:pt x="3978175" y="5607353"/>
                  <a:pt x="3977473" y="5609121"/>
                  <a:pt x="3977473" y="5610337"/>
                </a:cubicBezTo>
                <a:cubicBezTo>
                  <a:pt x="3977473" y="5611665"/>
                  <a:pt x="3977771" y="5613068"/>
                  <a:pt x="3978367" y="5614545"/>
                </a:cubicBezTo>
                <a:cubicBezTo>
                  <a:pt x="3978963" y="5616023"/>
                  <a:pt x="3980335" y="5618720"/>
                  <a:pt x="3982483" y="5622637"/>
                </a:cubicBezTo>
                <a:cubicBezTo>
                  <a:pt x="3984533" y="5626413"/>
                  <a:pt x="3986073" y="5628301"/>
                  <a:pt x="3987104" y="5628301"/>
                </a:cubicBezTo>
                <a:cubicBezTo>
                  <a:pt x="3988294" y="5628301"/>
                  <a:pt x="3989815" y="5626578"/>
                  <a:pt x="3991664" y="5623130"/>
                </a:cubicBezTo>
                <a:cubicBezTo>
                  <a:pt x="3993515" y="5619683"/>
                  <a:pt x="3994440" y="5616312"/>
                  <a:pt x="3994440" y="5613018"/>
                </a:cubicBezTo>
                <a:cubicBezTo>
                  <a:pt x="3994440" y="5610582"/>
                  <a:pt x="3993794" y="5608616"/>
                  <a:pt x="3992503" y="5607118"/>
                </a:cubicBezTo>
                <a:cubicBezTo>
                  <a:pt x="3989773" y="5603884"/>
                  <a:pt x="3988407" y="5600999"/>
                  <a:pt x="3988407" y="5598462"/>
                </a:cubicBezTo>
                <a:cubicBezTo>
                  <a:pt x="3988407" y="5594364"/>
                  <a:pt x="3990834" y="5591227"/>
                  <a:pt x="3995688" y="5589049"/>
                </a:cubicBezTo>
                <a:cubicBezTo>
                  <a:pt x="4000542" y="5586872"/>
                  <a:pt x="4006746" y="5585784"/>
                  <a:pt x="4014300" y="5585784"/>
                </a:cubicBezTo>
                <a:cubicBezTo>
                  <a:pt x="4029201" y="5585784"/>
                  <a:pt x="4036652" y="5589691"/>
                  <a:pt x="4036652" y="5597505"/>
                </a:cubicBezTo>
                <a:cubicBezTo>
                  <a:pt x="4036652" y="5600379"/>
                  <a:pt x="4035820" y="5602687"/>
                  <a:pt x="4034156" y="5604429"/>
                </a:cubicBezTo>
                <a:cubicBezTo>
                  <a:pt x="4032492" y="5606171"/>
                  <a:pt x="4029410" y="5607770"/>
                  <a:pt x="4024912" y="5609226"/>
                </a:cubicBezTo>
                <a:cubicBezTo>
                  <a:pt x="4022842" y="5610126"/>
                  <a:pt x="4021020" y="5611756"/>
                  <a:pt x="4019446" y="5614117"/>
                </a:cubicBezTo>
                <a:cubicBezTo>
                  <a:pt x="4016755" y="5618215"/>
                  <a:pt x="4013406" y="5625554"/>
                  <a:pt x="4009399" y="5636135"/>
                </a:cubicBezTo>
                <a:lnTo>
                  <a:pt x="3997357" y="5669614"/>
                </a:lnTo>
                <a:cubicBezTo>
                  <a:pt x="3994191" y="5678338"/>
                  <a:pt x="3990992" y="5685492"/>
                  <a:pt x="3987758" y="5691078"/>
                </a:cubicBezTo>
                <a:cubicBezTo>
                  <a:pt x="3984524" y="5696663"/>
                  <a:pt x="3980818" y="5701446"/>
                  <a:pt x="3976639" y="5705426"/>
                </a:cubicBezTo>
                <a:cubicBezTo>
                  <a:pt x="3967978" y="5713688"/>
                  <a:pt x="3957516" y="5717819"/>
                  <a:pt x="3945256" y="5717819"/>
                </a:cubicBezTo>
                <a:cubicBezTo>
                  <a:pt x="3935313" y="5717819"/>
                  <a:pt x="3927225" y="5715177"/>
                  <a:pt x="3920991" y="5709891"/>
                </a:cubicBezTo>
                <a:cubicBezTo>
                  <a:pt x="3916012" y="5705682"/>
                  <a:pt x="3913521" y="5700300"/>
                  <a:pt x="3913521" y="5693744"/>
                </a:cubicBezTo>
                <a:cubicBezTo>
                  <a:pt x="3913521" y="5688321"/>
                  <a:pt x="3915288" y="5683735"/>
                  <a:pt x="3918823" y="5679986"/>
                </a:cubicBezTo>
                <a:cubicBezTo>
                  <a:pt x="3922357" y="5676237"/>
                  <a:pt x="3926700" y="5674363"/>
                  <a:pt x="3931850" y="5674363"/>
                </a:cubicBezTo>
                <a:cubicBezTo>
                  <a:pt x="3937059" y="5674363"/>
                  <a:pt x="3941291" y="5676138"/>
                  <a:pt x="3944546" y="5679689"/>
                </a:cubicBezTo>
                <a:cubicBezTo>
                  <a:pt x="3946004" y="5681216"/>
                  <a:pt x="3946990" y="5682603"/>
                  <a:pt x="3947503" y="5683850"/>
                </a:cubicBezTo>
                <a:cubicBezTo>
                  <a:pt x="3948017" y="5685096"/>
                  <a:pt x="3948728" y="5687604"/>
                  <a:pt x="3949637" y="5691371"/>
                </a:cubicBezTo>
                <a:cubicBezTo>
                  <a:pt x="3950090" y="5693183"/>
                  <a:pt x="3951024" y="5694089"/>
                  <a:pt x="3952439" y="5694089"/>
                </a:cubicBezTo>
                <a:cubicBezTo>
                  <a:pt x="3953776" y="5694089"/>
                  <a:pt x="3954949" y="5693439"/>
                  <a:pt x="3955960" y="5692140"/>
                </a:cubicBezTo>
                <a:cubicBezTo>
                  <a:pt x="3956970" y="5690841"/>
                  <a:pt x="3957475" y="5689141"/>
                  <a:pt x="3957475" y="5687041"/>
                </a:cubicBezTo>
                <a:cubicBezTo>
                  <a:pt x="3957475" y="5684352"/>
                  <a:pt x="3955877" y="5679626"/>
                  <a:pt x="3952679" y="5672861"/>
                </a:cubicBezTo>
                <a:lnTo>
                  <a:pt x="3929601" y="5623735"/>
                </a:lnTo>
                <a:cubicBezTo>
                  <a:pt x="3927281" y="5618850"/>
                  <a:pt x="3925587" y="5615845"/>
                  <a:pt x="3924518" y="5614719"/>
                </a:cubicBezTo>
                <a:cubicBezTo>
                  <a:pt x="3923450" y="5613594"/>
                  <a:pt x="3920913" y="5612138"/>
                  <a:pt x="3916906" y="5610352"/>
                </a:cubicBezTo>
                <a:cubicBezTo>
                  <a:pt x="3915380" y="5609741"/>
                  <a:pt x="3914050" y="5608520"/>
                  <a:pt x="3912919" y="5606688"/>
                </a:cubicBezTo>
                <a:cubicBezTo>
                  <a:pt x="3911789" y="5604855"/>
                  <a:pt x="3911223" y="5603039"/>
                  <a:pt x="3911223" y="5601240"/>
                </a:cubicBezTo>
                <a:cubicBezTo>
                  <a:pt x="3911223" y="5594487"/>
                  <a:pt x="3918208" y="5589974"/>
                  <a:pt x="3932178" y="5587699"/>
                </a:cubicBezTo>
                <a:cubicBezTo>
                  <a:pt x="3938212" y="5586358"/>
                  <a:pt x="3946114" y="5585687"/>
                  <a:pt x="3955886" y="5585687"/>
                </a:cubicBezTo>
                <a:close/>
                <a:moveTo>
                  <a:pt x="3473029" y="5585687"/>
                </a:moveTo>
                <a:cubicBezTo>
                  <a:pt x="3484065" y="5585687"/>
                  <a:pt x="3492449" y="5586560"/>
                  <a:pt x="3498180" y="5588304"/>
                </a:cubicBezTo>
                <a:cubicBezTo>
                  <a:pt x="3503911" y="5590048"/>
                  <a:pt x="3506776" y="5593019"/>
                  <a:pt x="3506776" y="5597217"/>
                </a:cubicBezTo>
                <a:cubicBezTo>
                  <a:pt x="3506776" y="5600085"/>
                  <a:pt x="3505507" y="5602622"/>
                  <a:pt x="3502968" y="5604827"/>
                </a:cubicBezTo>
                <a:cubicBezTo>
                  <a:pt x="3501210" y="5606440"/>
                  <a:pt x="3500192" y="5607464"/>
                  <a:pt x="3499914" y="5607899"/>
                </a:cubicBezTo>
                <a:cubicBezTo>
                  <a:pt x="3499637" y="5608335"/>
                  <a:pt x="3499498" y="5608924"/>
                  <a:pt x="3499498" y="5609667"/>
                </a:cubicBezTo>
                <a:cubicBezTo>
                  <a:pt x="3499498" y="5611551"/>
                  <a:pt x="3500807" y="5614843"/>
                  <a:pt x="3503424" y="5619542"/>
                </a:cubicBezTo>
                <a:cubicBezTo>
                  <a:pt x="3505849" y="5623785"/>
                  <a:pt x="3507879" y="5625907"/>
                  <a:pt x="3509514" y="5625907"/>
                </a:cubicBezTo>
                <a:cubicBezTo>
                  <a:pt x="3510506" y="5625907"/>
                  <a:pt x="3511385" y="5625453"/>
                  <a:pt x="3512149" y="5624545"/>
                </a:cubicBezTo>
                <a:cubicBezTo>
                  <a:pt x="3512915" y="5623637"/>
                  <a:pt x="3514617" y="5620703"/>
                  <a:pt x="3517254" y="5615742"/>
                </a:cubicBezTo>
                <a:cubicBezTo>
                  <a:pt x="3519090" y="5612304"/>
                  <a:pt x="3520008" y="5609800"/>
                  <a:pt x="3520008" y="5608231"/>
                </a:cubicBezTo>
                <a:cubicBezTo>
                  <a:pt x="3520008" y="5607237"/>
                  <a:pt x="3519142" y="5605844"/>
                  <a:pt x="3517407" y="5604054"/>
                </a:cubicBezTo>
                <a:cubicBezTo>
                  <a:pt x="3514928" y="5601430"/>
                  <a:pt x="3513690" y="5598864"/>
                  <a:pt x="3513690" y="5596356"/>
                </a:cubicBezTo>
                <a:cubicBezTo>
                  <a:pt x="3513690" y="5592360"/>
                  <a:pt x="3515996" y="5589599"/>
                  <a:pt x="3520611" y="5588073"/>
                </a:cubicBezTo>
                <a:cubicBezTo>
                  <a:pt x="3525225" y="5586547"/>
                  <a:pt x="3532252" y="5585784"/>
                  <a:pt x="3541689" y="5585784"/>
                </a:cubicBezTo>
                <a:cubicBezTo>
                  <a:pt x="3556080" y="5585784"/>
                  <a:pt x="3563276" y="5589244"/>
                  <a:pt x="3563276" y="5596164"/>
                </a:cubicBezTo>
                <a:cubicBezTo>
                  <a:pt x="3563276" y="5600378"/>
                  <a:pt x="3560465" y="5603371"/>
                  <a:pt x="3554843" y="5605143"/>
                </a:cubicBezTo>
                <a:cubicBezTo>
                  <a:pt x="3551518" y="5606193"/>
                  <a:pt x="3549303" y="5607285"/>
                  <a:pt x="3548198" y="5608417"/>
                </a:cubicBezTo>
                <a:cubicBezTo>
                  <a:pt x="3547092" y="5609550"/>
                  <a:pt x="3545202" y="5612730"/>
                  <a:pt x="3542526" y="5617956"/>
                </a:cubicBezTo>
                <a:lnTo>
                  <a:pt x="3517724" y="5666220"/>
                </a:lnTo>
                <a:cubicBezTo>
                  <a:pt x="3513804" y="5673861"/>
                  <a:pt x="3510384" y="5679264"/>
                  <a:pt x="3507464" y="5682429"/>
                </a:cubicBezTo>
                <a:cubicBezTo>
                  <a:pt x="3504543" y="5685593"/>
                  <a:pt x="3501237" y="5687176"/>
                  <a:pt x="3497543" y="5687176"/>
                </a:cubicBezTo>
                <a:cubicBezTo>
                  <a:pt x="3493928" y="5687176"/>
                  <a:pt x="3490982" y="5685842"/>
                  <a:pt x="3488707" y="5683174"/>
                </a:cubicBezTo>
                <a:cubicBezTo>
                  <a:pt x="3484745" y="5678757"/>
                  <a:pt x="3481640" y="5674090"/>
                  <a:pt x="3479393" y="5669173"/>
                </a:cubicBezTo>
                <a:lnTo>
                  <a:pt x="3451084" y="5616519"/>
                </a:lnTo>
                <a:cubicBezTo>
                  <a:pt x="3449721" y="5613914"/>
                  <a:pt x="3448455" y="5612081"/>
                  <a:pt x="3447285" y="5611020"/>
                </a:cubicBezTo>
                <a:cubicBezTo>
                  <a:pt x="3446114" y="5609959"/>
                  <a:pt x="3444362" y="5609122"/>
                  <a:pt x="3442028" y="5608508"/>
                </a:cubicBezTo>
                <a:cubicBezTo>
                  <a:pt x="3436431" y="5606888"/>
                  <a:pt x="3433633" y="5603667"/>
                  <a:pt x="3433633" y="5598845"/>
                </a:cubicBezTo>
                <a:cubicBezTo>
                  <a:pt x="3433633" y="5593982"/>
                  <a:pt x="3436914" y="5590573"/>
                  <a:pt x="3443476" y="5588619"/>
                </a:cubicBezTo>
                <a:cubicBezTo>
                  <a:pt x="3450037" y="5586665"/>
                  <a:pt x="3459888" y="5585687"/>
                  <a:pt x="3473029" y="5585687"/>
                </a:cubicBezTo>
                <a:close/>
                <a:moveTo>
                  <a:pt x="3258737" y="5585687"/>
                </a:moveTo>
                <a:cubicBezTo>
                  <a:pt x="3261417" y="5585687"/>
                  <a:pt x="3263286" y="5586378"/>
                  <a:pt x="3264344" y="5587759"/>
                </a:cubicBezTo>
                <a:cubicBezTo>
                  <a:pt x="3265402" y="5589140"/>
                  <a:pt x="3266236" y="5592573"/>
                  <a:pt x="3266846" y="5598058"/>
                </a:cubicBezTo>
                <a:cubicBezTo>
                  <a:pt x="3267033" y="5599707"/>
                  <a:pt x="3267349" y="5600532"/>
                  <a:pt x="3267794" y="5600532"/>
                </a:cubicBezTo>
                <a:cubicBezTo>
                  <a:pt x="3268344" y="5600532"/>
                  <a:pt x="3268905" y="5600118"/>
                  <a:pt x="3269479" y="5599291"/>
                </a:cubicBezTo>
                <a:cubicBezTo>
                  <a:pt x="3275180" y="5590286"/>
                  <a:pt x="3282503" y="5585784"/>
                  <a:pt x="3291447" y="5585784"/>
                </a:cubicBezTo>
                <a:cubicBezTo>
                  <a:pt x="3297818" y="5585784"/>
                  <a:pt x="3303258" y="5588459"/>
                  <a:pt x="3307767" y="5593811"/>
                </a:cubicBezTo>
                <a:cubicBezTo>
                  <a:pt x="3309354" y="5594676"/>
                  <a:pt x="3310772" y="5596687"/>
                  <a:pt x="3312022" y="5599844"/>
                </a:cubicBezTo>
                <a:cubicBezTo>
                  <a:pt x="3313271" y="5603001"/>
                  <a:pt x="3313895" y="5606020"/>
                  <a:pt x="3313895" y="5608901"/>
                </a:cubicBezTo>
                <a:cubicBezTo>
                  <a:pt x="3313895" y="5612142"/>
                  <a:pt x="3313132" y="5615480"/>
                  <a:pt x="3311605" y="5618915"/>
                </a:cubicBezTo>
                <a:cubicBezTo>
                  <a:pt x="3310078" y="5622349"/>
                  <a:pt x="3308093" y="5625184"/>
                  <a:pt x="3305651" y="5627418"/>
                </a:cubicBezTo>
                <a:cubicBezTo>
                  <a:pt x="3301228" y="5631633"/>
                  <a:pt x="3295760" y="5633740"/>
                  <a:pt x="3289245" y="5633740"/>
                </a:cubicBezTo>
                <a:cubicBezTo>
                  <a:pt x="3285651" y="5633740"/>
                  <a:pt x="3282644" y="5633108"/>
                  <a:pt x="3280222" y="5631844"/>
                </a:cubicBezTo>
                <a:cubicBezTo>
                  <a:pt x="3277800" y="5630580"/>
                  <a:pt x="3274538" y="5627566"/>
                  <a:pt x="3270437" y="5622801"/>
                </a:cubicBezTo>
                <a:cubicBezTo>
                  <a:pt x="3269829" y="5622944"/>
                  <a:pt x="3269236" y="5623015"/>
                  <a:pt x="3268657" y="5623015"/>
                </a:cubicBezTo>
                <a:cubicBezTo>
                  <a:pt x="3267914" y="5623015"/>
                  <a:pt x="3267352" y="5623722"/>
                  <a:pt x="3266970" y="5625136"/>
                </a:cubicBezTo>
                <a:cubicBezTo>
                  <a:pt x="3266589" y="5626551"/>
                  <a:pt x="3266398" y="5630427"/>
                  <a:pt x="3266398" y="5636767"/>
                </a:cubicBezTo>
                <a:cubicBezTo>
                  <a:pt x="3266398" y="5646376"/>
                  <a:pt x="3266699" y="5652688"/>
                  <a:pt x="3267302" y="5655702"/>
                </a:cubicBezTo>
                <a:cubicBezTo>
                  <a:pt x="3267717" y="5657480"/>
                  <a:pt x="3268195" y="5658619"/>
                  <a:pt x="3268736" y="5659117"/>
                </a:cubicBezTo>
                <a:cubicBezTo>
                  <a:pt x="3269279" y="5659616"/>
                  <a:pt x="3271099" y="5660318"/>
                  <a:pt x="3274199" y="5661225"/>
                </a:cubicBezTo>
                <a:cubicBezTo>
                  <a:pt x="3280106" y="5662998"/>
                  <a:pt x="3283060" y="5666496"/>
                  <a:pt x="3283060" y="5671720"/>
                </a:cubicBezTo>
                <a:cubicBezTo>
                  <a:pt x="3283060" y="5674848"/>
                  <a:pt x="3281973" y="5677555"/>
                  <a:pt x="3279800" y="5679841"/>
                </a:cubicBezTo>
                <a:cubicBezTo>
                  <a:pt x="3277627" y="5682127"/>
                  <a:pt x="3274785" y="5683636"/>
                  <a:pt x="3271276" y="5684368"/>
                </a:cubicBezTo>
                <a:cubicBezTo>
                  <a:pt x="3265050" y="5685665"/>
                  <a:pt x="3255909" y="5686313"/>
                  <a:pt x="3243853" y="5686313"/>
                </a:cubicBezTo>
                <a:cubicBezTo>
                  <a:pt x="3232308" y="5686313"/>
                  <a:pt x="3223508" y="5685294"/>
                  <a:pt x="3217454" y="5683254"/>
                </a:cubicBezTo>
                <a:cubicBezTo>
                  <a:pt x="3211343" y="5681167"/>
                  <a:pt x="3208288" y="5677450"/>
                  <a:pt x="3208288" y="5672103"/>
                </a:cubicBezTo>
                <a:cubicBezTo>
                  <a:pt x="3208288" y="5668100"/>
                  <a:pt x="3210595" y="5664522"/>
                  <a:pt x="3215209" y="5661368"/>
                </a:cubicBezTo>
                <a:cubicBezTo>
                  <a:pt x="3216632" y="5660437"/>
                  <a:pt x="3217618" y="5659586"/>
                  <a:pt x="3218166" y="5658813"/>
                </a:cubicBezTo>
                <a:cubicBezTo>
                  <a:pt x="3218715" y="5658040"/>
                  <a:pt x="3219112" y="5656821"/>
                  <a:pt x="3219358" y="5655156"/>
                </a:cubicBezTo>
                <a:cubicBezTo>
                  <a:pt x="3220341" y="5649565"/>
                  <a:pt x="3220833" y="5639031"/>
                  <a:pt x="3220833" y="5623552"/>
                </a:cubicBezTo>
                <a:cubicBezTo>
                  <a:pt x="3220833" y="5621012"/>
                  <a:pt x="3220604" y="5619296"/>
                  <a:pt x="3220148" y="5618406"/>
                </a:cubicBezTo>
                <a:cubicBezTo>
                  <a:pt x="3219691" y="5617515"/>
                  <a:pt x="3218730" y="5616777"/>
                  <a:pt x="3217266" y="5616191"/>
                </a:cubicBezTo>
                <a:cubicBezTo>
                  <a:pt x="3211920" y="5614082"/>
                  <a:pt x="3209247" y="5610885"/>
                  <a:pt x="3209247" y="5606602"/>
                </a:cubicBezTo>
                <a:cubicBezTo>
                  <a:pt x="3209247" y="5602866"/>
                  <a:pt x="3210994" y="5599769"/>
                  <a:pt x="3214488" y="5597309"/>
                </a:cubicBezTo>
                <a:cubicBezTo>
                  <a:pt x="3217981" y="5594848"/>
                  <a:pt x="3223491" y="5592506"/>
                  <a:pt x="3231015" y="5590281"/>
                </a:cubicBezTo>
                <a:cubicBezTo>
                  <a:pt x="3240975" y="5587305"/>
                  <a:pt x="3250216" y="5585774"/>
                  <a:pt x="3258737" y="5585687"/>
                </a:cubicBezTo>
                <a:close/>
                <a:moveTo>
                  <a:pt x="2486418" y="5585687"/>
                </a:moveTo>
                <a:cubicBezTo>
                  <a:pt x="2494893" y="5585687"/>
                  <a:pt x="2502472" y="5588377"/>
                  <a:pt x="2509153" y="5593756"/>
                </a:cubicBezTo>
                <a:cubicBezTo>
                  <a:pt x="2512938" y="5596093"/>
                  <a:pt x="2515679" y="5599419"/>
                  <a:pt x="2517379" y="5603733"/>
                </a:cubicBezTo>
                <a:cubicBezTo>
                  <a:pt x="2519078" y="5608048"/>
                  <a:pt x="2520122" y="5614194"/>
                  <a:pt x="2520511" y="5622171"/>
                </a:cubicBezTo>
                <a:lnTo>
                  <a:pt x="2521851" y="5655867"/>
                </a:lnTo>
                <a:cubicBezTo>
                  <a:pt x="2521968" y="5658216"/>
                  <a:pt x="2522315" y="5659913"/>
                  <a:pt x="2522892" y="5660958"/>
                </a:cubicBezTo>
                <a:cubicBezTo>
                  <a:pt x="2523470" y="5662003"/>
                  <a:pt x="2525305" y="5664163"/>
                  <a:pt x="2528399" y="5667439"/>
                </a:cubicBezTo>
                <a:cubicBezTo>
                  <a:pt x="2529742" y="5668870"/>
                  <a:pt x="2530413" y="5670744"/>
                  <a:pt x="2530413" y="5673060"/>
                </a:cubicBezTo>
                <a:cubicBezTo>
                  <a:pt x="2530413" y="5678205"/>
                  <a:pt x="2527610" y="5681701"/>
                  <a:pt x="2522003" y="5683546"/>
                </a:cubicBezTo>
                <a:cubicBezTo>
                  <a:pt x="2516397" y="5685391"/>
                  <a:pt x="2506993" y="5686313"/>
                  <a:pt x="2493793" y="5686313"/>
                </a:cubicBezTo>
                <a:cubicBezTo>
                  <a:pt x="2484714" y="5686313"/>
                  <a:pt x="2478235" y="5685497"/>
                  <a:pt x="2474357" y="5683863"/>
                </a:cubicBezTo>
                <a:cubicBezTo>
                  <a:pt x="2469795" y="5681931"/>
                  <a:pt x="2467515" y="5678745"/>
                  <a:pt x="2467515" y="5674305"/>
                </a:cubicBezTo>
                <a:cubicBezTo>
                  <a:pt x="2467515" y="5672626"/>
                  <a:pt x="2467766" y="5671389"/>
                  <a:pt x="2468270" y="5670592"/>
                </a:cubicBezTo>
                <a:cubicBezTo>
                  <a:pt x="2468774" y="5669795"/>
                  <a:pt x="2470135" y="5668190"/>
                  <a:pt x="2472352" y="5665776"/>
                </a:cubicBezTo>
                <a:cubicBezTo>
                  <a:pt x="2474618" y="5663397"/>
                  <a:pt x="2475751" y="5654876"/>
                  <a:pt x="2475751" y="5640214"/>
                </a:cubicBezTo>
                <a:cubicBezTo>
                  <a:pt x="2475751" y="5631722"/>
                  <a:pt x="2475206" y="5625861"/>
                  <a:pt x="2474115" y="5622632"/>
                </a:cubicBezTo>
                <a:cubicBezTo>
                  <a:pt x="2471974" y="5619248"/>
                  <a:pt x="2469085" y="5617556"/>
                  <a:pt x="2465447" y="5617556"/>
                </a:cubicBezTo>
                <a:cubicBezTo>
                  <a:pt x="2461979" y="5617556"/>
                  <a:pt x="2459586" y="5618689"/>
                  <a:pt x="2458269" y="5620953"/>
                </a:cubicBezTo>
                <a:cubicBezTo>
                  <a:pt x="2456953" y="5623218"/>
                  <a:pt x="2456294" y="5627787"/>
                  <a:pt x="2456294" y="5634661"/>
                </a:cubicBezTo>
                <a:lnTo>
                  <a:pt x="2456294" y="5653620"/>
                </a:lnTo>
                <a:cubicBezTo>
                  <a:pt x="2456294" y="5657230"/>
                  <a:pt x="2456498" y="5659633"/>
                  <a:pt x="2456906" y="5660830"/>
                </a:cubicBezTo>
                <a:cubicBezTo>
                  <a:pt x="2457314" y="5662027"/>
                  <a:pt x="2458789" y="5664532"/>
                  <a:pt x="2461331" y="5668346"/>
                </a:cubicBezTo>
                <a:cubicBezTo>
                  <a:pt x="2462314" y="5669954"/>
                  <a:pt x="2462805" y="5671653"/>
                  <a:pt x="2462805" y="5673443"/>
                </a:cubicBezTo>
                <a:cubicBezTo>
                  <a:pt x="2462805" y="5678130"/>
                  <a:pt x="2459908" y="5681463"/>
                  <a:pt x="2454113" y="5683441"/>
                </a:cubicBezTo>
                <a:cubicBezTo>
                  <a:pt x="2448318" y="5685420"/>
                  <a:pt x="2439743" y="5686410"/>
                  <a:pt x="2428388" y="5686410"/>
                </a:cubicBezTo>
                <a:cubicBezTo>
                  <a:pt x="2409338" y="5686410"/>
                  <a:pt x="2399812" y="5682087"/>
                  <a:pt x="2399812" y="5673443"/>
                </a:cubicBezTo>
                <a:cubicBezTo>
                  <a:pt x="2399812" y="5671507"/>
                  <a:pt x="2400168" y="5670016"/>
                  <a:pt x="2400880" y="5668970"/>
                </a:cubicBezTo>
                <a:cubicBezTo>
                  <a:pt x="2401592" y="5667924"/>
                  <a:pt x="2403065" y="5666598"/>
                  <a:pt x="2405299" y="5664991"/>
                </a:cubicBezTo>
                <a:cubicBezTo>
                  <a:pt x="2406591" y="5664047"/>
                  <a:pt x="2407423" y="5662924"/>
                  <a:pt x="2407794" y="5661623"/>
                </a:cubicBezTo>
                <a:cubicBezTo>
                  <a:pt x="2408167" y="5660322"/>
                  <a:pt x="2408538" y="5656698"/>
                  <a:pt x="2408909" y="5650751"/>
                </a:cubicBezTo>
                <a:cubicBezTo>
                  <a:pt x="2409357" y="5643469"/>
                  <a:pt x="2409581" y="5635871"/>
                  <a:pt x="2409581" y="5627957"/>
                </a:cubicBezTo>
                <a:cubicBezTo>
                  <a:pt x="2409581" y="5623891"/>
                  <a:pt x="2409316" y="5621316"/>
                  <a:pt x="2408786" y="5620231"/>
                </a:cubicBezTo>
                <a:cubicBezTo>
                  <a:pt x="2408256" y="5619146"/>
                  <a:pt x="2406254" y="5617246"/>
                  <a:pt x="2402781" y="5614532"/>
                </a:cubicBezTo>
                <a:cubicBezTo>
                  <a:pt x="2400035" y="5613378"/>
                  <a:pt x="2398663" y="5611181"/>
                  <a:pt x="2398663" y="5607942"/>
                </a:cubicBezTo>
                <a:cubicBezTo>
                  <a:pt x="2398663" y="5604736"/>
                  <a:pt x="2399958" y="5602190"/>
                  <a:pt x="2402548" y="5600304"/>
                </a:cubicBezTo>
                <a:cubicBezTo>
                  <a:pt x="2405137" y="5598418"/>
                  <a:pt x="2409983" y="5596204"/>
                  <a:pt x="2417086" y="5593663"/>
                </a:cubicBezTo>
                <a:cubicBezTo>
                  <a:pt x="2423148" y="5591516"/>
                  <a:pt x="2429119" y="5589666"/>
                  <a:pt x="2435001" y="5588113"/>
                </a:cubicBezTo>
                <a:cubicBezTo>
                  <a:pt x="2440882" y="5586560"/>
                  <a:pt x="2444934" y="5585784"/>
                  <a:pt x="2447158" y="5585784"/>
                </a:cubicBezTo>
                <a:cubicBezTo>
                  <a:pt x="2449657" y="5585784"/>
                  <a:pt x="2451757" y="5586696"/>
                  <a:pt x="2453457" y="5588521"/>
                </a:cubicBezTo>
                <a:cubicBezTo>
                  <a:pt x="2455157" y="5590345"/>
                  <a:pt x="2456007" y="5592446"/>
                  <a:pt x="2456007" y="5594824"/>
                </a:cubicBezTo>
                <a:cubicBezTo>
                  <a:pt x="2456007" y="5594608"/>
                  <a:pt x="2455960" y="5595519"/>
                  <a:pt x="2455866" y="5597557"/>
                </a:cubicBezTo>
                <a:cubicBezTo>
                  <a:pt x="2455832" y="5597833"/>
                  <a:pt x="2455815" y="5598167"/>
                  <a:pt x="2455815" y="5598558"/>
                </a:cubicBezTo>
                <a:cubicBezTo>
                  <a:pt x="2455815" y="5600320"/>
                  <a:pt x="2456408" y="5601202"/>
                  <a:pt x="2457594" y="5601202"/>
                </a:cubicBezTo>
                <a:cubicBezTo>
                  <a:pt x="2458439" y="5601202"/>
                  <a:pt x="2459814" y="5599988"/>
                  <a:pt x="2461722" y="5597562"/>
                </a:cubicBezTo>
                <a:cubicBezTo>
                  <a:pt x="2467033" y="5589646"/>
                  <a:pt x="2475265" y="5585687"/>
                  <a:pt x="2486418" y="5585687"/>
                </a:cubicBezTo>
                <a:close/>
                <a:moveTo>
                  <a:pt x="1629962" y="5585687"/>
                </a:moveTo>
                <a:cubicBezTo>
                  <a:pt x="1632642" y="5585687"/>
                  <a:pt x="1634511" y="5586378"/>
                  <a:pt x="1635569" y="5587759"/>
                </a:cubicBezTo>
                <a:cubicBezTo>
                  <a:pt x="1636627" y="5589140"/>
                  <a:pt x="1637460" y="5592573"/>
                  <a:pt x="1638070" y="5598058"/>
                </a:cubicBezTo>
                <a:cubicBezTo>
                  <a:pt x="1638257" y="5599707"/>
                  <a:pt x="1638574" y="5600532"/>
                  <a:pt x="1639019" y="5600532"/>
                </a:cubicBezTo>
                <a:cubicBezTo>
                  <a:pt x="1639569" y="5600532"/>
                  <a:pt x="1640130" y="5600118"/>
                  <a:pt x="1640704" y="5599291"/>
                </a:cubicBezTo>
                <a:cubicBezTo>
                  <a:pt x="1646405" y="5590286"/>
                  <a:pt x="1653728" y="5585784"/>
                  <a:pt x="1662672" y="5585784"/>
                </a:cubicBezTo>
                <a:cubicBezTo>
                  <a:pt x="1669043" y="5585784"/>
                  <a:pt x="1674483" y="5588459"/>
                  <a:pt x="1678992" y="5593811"/>
                </a:cubicBezTo>
                <a:cubicBezTo>
                  <a:pt x="1680578" y="5594676"/>
                  <a:pt x="1681997" y="5596687"/>
                  <a:pt x="1683246" y="5599844"/>
                </a:cubicBezTo>
                <a:cubicBezTo>
                  <a:pt x="1684496" y="5603001"/>
                  <a:pt x="1685120" y="5606020"/>
                  <a:pt x="1685120" y="5608901"/>
                </a:cubicBezTo>
                <a:cubicBezTo>
                  <a:pt x="1685120" y="5612142"/>
                  <a:pt x="1684357" y="5615480"/>
                  <a:pt x="1682830" y="5618915"/>
                </a:cubicBezTo>
                <a:cubicBezTo>
                  <a:pt x="1681302" y="5622349"/>
                  <a:pt x="1679318" y="5625184"/>
                  <a:pt x="1676875" y="5627418"/>
                </a:cubicBezTo>
                <a:cubicBezTo>
                  <a:pt x="1672454" y="5631633"/>
                  <a:pt x="1666985" y="5633740"/>
                  <a:pt x="1660470" y="5633740"/>
                </a:cubicBezTo>
                <a:cubicBezTo>
                  <a:pt x="1656876" y="5633740"/>
                  <a:pt x="1653869" y="5633108"/>
                  <a:pt x="1651447" y="5631844"/>
                </a:cubicBezTo>
                <a:cubicBezTo>
                  <a:pt x="1649025" y="5630580"/>
                  <a:pt x="1645764" y="5627566"/>
                  <a:pt x="1641662" y="5622801"/>
                </a:cubicBezTo>
                <a:cubicBezTo>
                  <a:pt x="1641054" y="5622944"/>
                  <a:pt x="1640460" y="5623015"/>
                  <a:pt x="1639881" y="5623015"/>
                </a:cubicBezTo>
                <a:cubicBezTo>
                  <a:pt x="1639139" y="5623015"/>
                  <a:pt x="1638577" y="5623722"/>
                  <a:pt x="1638195" y="5625136"/>
                </a:cubicBezTo>
                <a:cubicBezTo>
                  <a:pt x="1637813" y="5626551"/>
                  <a:pt x="1637623" y="5630427"/>
                  <a:pt x="1637623" y="5636767"/>
                </a:cubicBezTo>
                <a:cubicBezTo>
                  <a:pt x="1637623" y="5646376"/>
                  <a:pt x="1637924" y="5652688"/>
                  <a:pt x="1638526" y="5655702"/>
                </a:cubicBezTo>
                <a:cubicBezTo>
                  <a:pt x="1638941" y="5657480"/>
                  <a:pt x="1639420" y="5658619"/>
                  <a:pt x="1639962" y="5659117"/>
                </a:cubicBezTo>
                <a:cubicBezTo>
                  <a:pt x="1640503" y="5659616"/>
                  <a:pt x="1642324" y="5660318"/>
                  <a:pt x="1645424" y="5661225"/>
                </a:cubicBezTo>
                <a:cubicBezTo>
                  <a:pt x="1651331" y="5662998"/>
                  <a:pt x="1654284" y="5666496"/>
                  <a:pt x="1654284" y="5671720"/>
                </a:cubicBezTo>
                <a:cubicBezTo>
                  <a:pt x="1654284" y="5674848"/>
                  <a:pt x="1653198" y="5677555"/>
                  <a:pt x="1651025" y="5679841"/>
                </a:cubicBezTo>
                <a:cubicBezTo>
                  <a:pt x="1648852" y="5682127"/>
                  <a:pt x="1646010" y="5683636"/>
                  <a:pt x="1642500" y="5684368"/>
                </a:cubicBezTo>
                <a:cubicBezTo>
                  <a:pt x="1636275" y="5685665"/>
                  <a:pt x="1627134" y="5686313"/>
                  <a:pt x="1615078" y="5686313"/>
                </a:cubicBezTo>
                <a:cubicBezTo>
                  <a:pt x="1603533" y="5686313"/>
                  <a:pt x="1594733" y="5685294"/>
                  <a:pt x="1588679" y="5683254"/>
                </a:cubicBezTo>
                <a:cubicBezTo>
                  <a:pt x="1582568" y="5681167"/>
                  <a:pt x="1579513" y="5677450"/>
                  <a:pt x="1579513" y="5672103"/>
                </a:cubicBezTo>
                <a:cubicBezTo>
                  <a:pt x="1579513" y="5668100"/>
                  <a:pt x="1581820" y="5664522"/>
                  <a:pt x="1586434" y="5661368"/>
                </a:cubicBezTo>
                <a:cubicBezTo>
                  <a:pt x="1587857" y="5660437"/>
                  <a:pt x="1588843" y="5659586"/>
                  <a:pt x="1589391" y="5658813"/>
                </a:cubicBezTo>
                <a:cubicBezTo>
                  <a:pt x="1589940" y="5658040"/>
                  <a:pt x="1590337" y="5656821"/>
                  <a:pt x="1590583" y="5655156"/>
                </a:cubicBezTo>
                <a:cubicBezTo>
                  <a:pt x="1591566" y="5649565"/>
                  <a:pt x="1592058" y="5639031"/>
                  <a:pt x="1592058" y="5623552"/>
                </a:cubicBezTo>
                <a:cubicBezTo>
                  <a:pt x="1592058" y="5621012"/>
                  <a:pt x="1591829" y="5619296"/>
                  <a:pt x="1591372" y="5618406"/>
                </a:cubicBezTo>
                <a:cubicBezTo>
                  <a:pt x="1590915" y="5617515"/>
                  <a:pt x="1589955" y="5616777"/>
                  <a:pt x="1588491" y="5616191"/>
                </a:cubicBezTo>
                <a:cubicBezTo>
                  <a:pt x="1583145" y="5614082"/>
                  <a:pt x="1580472" y="5610885"/>
                  <a:pt x="1580472" y="5606602"/>
                </a:cubicBezTo>
                <a:cubicBezTo>
                  <a:pt x="1580472" y="5602866"/>
                  <a:pt x="1582218" y="5599769"/>
                  <a:pt x="1585712" y="5597309"/>
                </a:cubicBezTo>
                <a:cubicBezTo>
                  <a:pt x="1589206" y="5594848"/>
                  <a:pt x="1594715" y="5592506"/>
                  <a:pt x="1602241" y="5590281"/>
                </a:cubicBezTo>
                <a:cubicBezTo>
                  <a:pt x="1612200" y="5587305"/>
                  <a:pt x="1621440" y="5585774"/>
                  <a:pt x="1629962" y="5585687"/>
                </a:cubicBezTo>
                <a:close/>
                <a:moveTo>
                  <a:pt x="11569762" y="5585114"/>
                </a:moveTo>
                <a:cubicBezTo>
                  <a:pt x="11582371" y="5585114"/>
                  <a:pt x="11593109" y="5588714"/>
                  <a:pt x="11601976" y="5595914"/>
                </a:cubicBezTo>
                <a:cubicBezTo>
                  <a:pt x="11606465" y="5599531"/>
                  <a:pt x="11610073" y="5603800"/>
                  <a:pt x="11612798" y="5608720"/>
                </a:cubicBezTo>
                <a:cubicBezTo>
                  <a:pt x="11615991" y="5614427"/>
                  <a:pt x="11617587" y="5619977"/>
                  <a:pt x="11617587" y="5625371"/>
                </a:cubicBezTo>
                <a:cubicBezTo>
                  <a:pt x="11617587" y="5629872"/>
                  <a:pt x="11616570" y="5633685"/>
                  <a:pt x="11614538" y="5636810"/>
                </a:cubicBezTo>
                <a:cubicBezTo>
                  <a:pt x="11612505" y="5639935"/>
                  <a:pt x="11609741" y="5641497"/>
                  <a:pt x="11606249" y="5641497"/>
                </a:cubicBezTo>
                <a:lnTo>
                  <a:pt x="11561240" y="5641497"/>
                </a:lnTo>
                <a:cubicBezTo>
                  <a:pt x="11560628" y="5641497"/>
                  <a:pt x="11560322" y="5641708"/>
                  <a:pt x="11560322" y="5642129"/>
                </a:cubicBezTo>
                <a:cubicBezTo>
                  <a:pt x="11560322" y="5645700"/>
                  <a:pt x="11562351" y="5649140"/>
                  <a:pt x="11566409" y="5652449"/>
                </a:cubicBezTo>
                <a:cubicBezTo>
                  <a:pt x="11570466" y="5655758"/>
                  <a:pt x="11574840" y="5657413"/>
                  <a:pt x="11579529" y="5657413"/>
                </a:cubicBezTo>
                <a:cubicBezTo>
                  <a:pt x="11582380" y="5657413"/>
                  <a:pt x="11585575" y="5656853"/>
                  <a:pt x="11589116" y="5655733"/>
                </a:cubicBezTo>
                <a:cubicBezTo>
                  <a:pt x="11592656" y="5654614"/>
                  <a:pt x="11595560" y="5653253"/>
                  <a:pt x="11597826" y="5651650"/>
                </a:cubicBezTo>
                <a:cubicBezTo>
                  <a:pt x="11600352" y="5649874"/>
                  <a:pt x="11602458" y="5648986"/>
                  <a:pt x="11604141" y="5648986"/>
                </a:cubicBezTo>
                <a:cubicBezTo>
                  <a:pt x="11606472" y="5648986"/>
                  <a:pt x="11608609" y="5650230"/>
                  <a:pt x="11610553" y="5652719"/>
                </a:cubicBezTo>
                <a:cubicBezTo>
                  <a:pt x="11612497" y="5655208"/>
                  <a:pt x="11613469" y="5657743"/>
                  <a:pt x="11613469" y="5660324"/>
                </a:cubicBezTo>
                <a:cubicBezTo>
                  <a:pt x="11613469" y="5665566"/>
                  <a:pt x="11610319" y="5670532"/>
                  <a:pt x="11604018" y="5675222"/>
                </a:cubicBezTo>
                <a:cubicBezTo>
                  <a:pt x="11593540" y="5683063"/>
                  <a:pt x="11581420" y="5686983"/>
                  <a:pt x="11567656" y="5686983"/>
                </a:cubicBezTo>
                <a:cubicBezTo>
                  <a:pt x="11553749" y="5686983"/>
                  <a:pt x="11542086" y="5682937"/>
                  <a:pt x="11532666" y="5674844"/>
                </a:cubicBezTo>
                <a:cubicBezTo>
                  <a:pt x="11528075" y="5670851"/>
                  <a:pt x="11524284" y="5666029"/>
                  <a:pt x="11521292" y="5660378"/>
                </a:cubicBezTo>
                <a:cubicBezTo>
                  <a:pt x="11517383" y="5652890"/>
                  <a:pt x="11515429" y="5644987"/>
                  <a:pt x="11515429" y="5636670"/>
                </a:cubicBezTo>
                <a:cubicBezTo>
                  <a:pt x="11515429" y="5625520"/>
                  <a:pt x="11518817" y="5615494"/>
                  <a:pt x="11525592" y="5606592"/>
                </a:cubicBezTo>
                <a:cubicBezTo>
                  <a:pt x="11531439" y="5598885"/>
                  <a:pt x="11538854" y="5593154"/>
                  <a:pt x="11547836" y="5589399"/>
                </a:cubicBezTo>
                <a:cubicBezTo>
                  <a:pt x="11554638" y="5586542"/>
                  <a:pt x="11561947" y="5585114"/>
                  <a:pt x="11569762" y="5585114"/>
                </a:cubicBezTo>
                <a:close/>
                <a:moveTo>
                  <a:pt x="10655362" y="5585114"/>
                </a:moveTo>
                <a:cubicBezTo>
                  <a:pt x="10667971" y="5585114"/>
                  <a:pt x="10678709" y="5588714"/>
                  <a:pt x="10687576" y="5595914"/>
                </a:cubicBezTo>
                <a:cubicBezTo>
                  <a:pt x="10692065" y="5599531"/>
                  <a:pt x="10695673" y="5603800"/>
                  <a:pt x="10698398" y="5608720"/>
                </a:cubicBezTo>
                <a:cubicBezTo>
                  <a:pt x="10701591" y="5614427"/>
                  <a:pt x="10703187" y="5619977"/>
                  <a:pt x="10703187" y="5625371"/>
                </a:cubicBezTo>
                <a:cubicBezTo>
                  <a:pt x="10703187" y="5629872"/>
                  <a:pt x="10702170" y="5633685"/>
                  <a:pt x="10700138" y="5636810"/>
                </a:cubicBezTo>
                <a:cubicBezTo>
                  <a:pt x="10698105" y="5639935"/>
                  <a:pt x="10695341" y="5641497"/>
                  <a:pt x="10691849" y="5641497"/>
                </a:cubicBezTo>
                <a:lnTo>
                  <a:pt x="10646840" y="5641497"/>
                </a:lnTo>
                <a:cubicBezTo>
                  <a:pt x="10646228" y="5641497"/>
                  <a:pt x="10645922" y="5641708"/>
                  <a:pt x="10645922" y="5642129"/>
                </a:cubicBezTo>
                <a:cubicBezTo>
                  <a:pt x="10645922" y="5645700"/>
                  <a:pt x="10647951" y="5649140"/>
                  <a:pt x="10652009" y="5652449"/>
                </a:cubicBezTo>
                <a:cubicBezTo>
                  <a:pt x="10656066" y="5655758"/>
                  <a:pt x="10660439" y="5657413"/>
                  <a:pt x="10665129" y="5657413"/>
                </a:cubicBezTo>
                <a:cubicBezTo>
                  <a:pt x="10667980" y="5657413"/>
                  <a:pt x="10671175" y="5656853"/>
                  <a:pt x="10674716" y="5655733"/>
                </a:cubicBezTo>
                <a:cubicBezTo>
                  <a:pt x="10678255" y="5654614"/>
                  <a:pt x="10681159" y="5653253"/>
                  <a:pt x="10683426" y="5651650"/>
                </a:cubicBezTo>
                <a:cubicBezTo>
                  <a:pt x="10685952" y="5649874"/>
                  <a:pt x="10688058" y="5648986"/>
                  <a:pt x="10689741" y="5648986"/>
                </a:cubicBezTo>
                <a:cubicBezTo>
                  <a:pt x="10692072" y="5648986"/>
                  <a:pt x="10694209" y="5650230"/>
                  <a:pt x="10696153" y="5652719"/>
                </a:cubicBezTo>
                <a:cubicBezTo>
                  <a:pt x="10698097" y="5655208"/>
                  <a:pt x="10699069" y="5657743"/>
                  <a:pt x="10699069" y="5660324"/>
                </a:cubicBezTo>
                <a:cubicBezTo>
                  <a:pt x="10699069" y="5665566"/>
                  <a:pt x="10695919" y="5670532"/>
                  <a:pt x="10689618" y="5675222"/>
                </a:cubicBezTo>
                <a:cubicBezTo>
                  <a:pt x="10679140" y="5683063"/>
                  <a:pt x="10667020" y="5686983"/>
                  <a:pt x="10653256" y="5686983"/>
                </a:cubicBezTo>
                <a:cubicBezTo>
                  <a:pt x="10639349" y="5686983"/>
                  <a:pt x="10627686" y="5682937"/>
                  <a:pt x="10618266" y="5674844"/>
                </a:cubicBezTo>
                <a:cubicBezTo>
                  <a:pt x="10613675" y="5670851"/>
                  <a:pt x="10609884" y="5666029"/>
                  <a:pt x="10606892" y="5660378"/>
                </a:cubicBezTo>
                <a:cubicBezTo>
                  <a:pt x="10602983" y="5652890"/>
                  <a:pt x="10601029" y="5644987"/>
                  <a:pt x="10601029" y="5636670"/>
                </a:cubicBezTo>
                <a:cubicBezTo>
                  <a:pt x="10601029" y="5625520"/>
                  <a:pt x="10604417" y="5615494"/>
                  <a:pt x="10611192" y="5606592"/>
                </a:cubicBezTo>
                <a:cubicBezTo>
                  <a:pt x="10617039" y="5598885"/>
                  <a:pt x="10624454" y="5593154"/>
                  <a:pt x="10633436" y="5589399"/>
                </a:cubicBezTo>
                <a:cubicBezTo>
                  <a:pt x="10640238" y="5586542"/>
                  <a:pt x="10647547" y="5585114"/>
                  <a:pt x="10655362" y="5585114"/>
                </a:cubicBezTo>
                <a:close/>
                <a:moveTo>
                  <a:pt x="10417237" y="5585114"/>
                </a:moveTo>
                <a:cubicBezTo>
                  <a:pt x="10429846" y="5585114"/>
                  <a:pt x="10440584" y="5588714"/>
                  <a:pt x="10449449" y="5595914"/>
                </a:cubicBezTo>
                <a:cubicBezTo>
                  <a:pt x="10453940" y="5599531"/>
                  <a:pt x="10457548" y="5603800"/>
                  <a:pt x="10460273" y="5608720"/>
                </a:cubicBezTo>
                <a:cubicBezTo>
                  <a:pt x="10463465" y="5614427"/>
                  <a:pt x="10465061" y="5619977"/>
                  <a:pt x="10465061" y="5625371"/>
                </a:cubicBezTo>
                <a:cubicBezTo>
                  <a:pt x="10465061" y="5629872"/>
                  <a:pt x="10464045" y="5633685"/>
                  <a:pt x="10462013" y="5636810"/>
                </a:cubicBezTo>
                <a:cubicBezTo>
                  <a:pt x="10459980" y="5639935"/>
                  <a:pt x="10457216" y="5641497"/>
                  <a:pt x="10453722" y="5641497"/>
                </a:cubicBezTo>
                <a:lnTo>
                  <a:pt x="10408715" y="5641497"/>
                </a:lnTo>
                <a:cubicBezTo>
                  <a:pt x="10408103" y="5641497"/>
                  <a:pt x="10407797" y="5641708"/>
                  <a:pt x="10407797" y="5642129"/>
                </a:cubicBezTo>
                <a:cubicBezTo>
                  <a:pt x="10407797" y="5645700"/>
                  <a:pt x="10409826" y="5649140"/>
                  <a:pt x="10413883" y="5652449"/>
                </a:cubicBezTo>
                <a:cubicBezTo>
                  <a:pt x="10417941" y="5655758"/>
                  <a:pt x="10422315" y="5657413"/>
                  <a:pt x="10427004" y="5657413"/>
                </a:cubicBezTo>
                <a:cubicBezTo>
                  <a:pt x="10429855" y="5657413"/>
                  <a:pt x="10433050" y="5656853"/>
                  <a:pt x="10436591" y="5655733"/>
                </a:cubicBezTo>
                <a:cubicBezTo>
                  <a:pt x="10440130" y="5654614"/>
                  <a:pt x="10443034" y="5653253"/>
                  <a:pt x="10445301" y="5651650"/>
                </a:cubicBezTo>
                <a:cubicBezTo>
                  <a:pt x="10447827" y="5649874"/>
                  <a:pt x="10449933" y="5648986"/>
                  <a:pt x="10451616" y="5648986"/>
                </a:cubicBezTo>
                <a:cubicBezTo>
                  <a:pt x="10453947" y="5648986"/>
                  <a:pt x="10456084" y="5650230"/>
                  <a:pt x="10458028" y="5652719"/>
                </a:cubicBezTo>
                <a:cubicBezTo>
                  <a:pt x="10459972" y="5655208"/>
                  <a:pt x="10460944" y="5657743"/>
                  <a:pt x="10460944" y="5660324"/>
                </a:cubicBezTo>
                <a:cubicBezTo>
                  <a:pt x="10460944" y="5665566"/>
                  <a:pt x="10457794" y="5670532"/>
                  <a:pt x="10451493" y="5675222"/>
                </a:cubicBezTo>
                <a:cubicBezTo>
                  <a:pt x="10441015" y="5683063"/>
                  <a:pt x="10428895" y="5686983"/>
                  <a:pt x="10415131" y="5686983"/>
                </a:cubicBezTo>
                <a:cubicBezTo>
                  <a:pt x="10401224" y="5686983"/>
                  <a:pt x="10389561" y="5682937"/>
                  <a:pt x="10380141" y="5674844"/>
                </a:cubicBezTo>
                <a:cubicBezTo>
                  <a:pt x="10375550" y="5670851"/>
                  <a:pt x="10371759" y="5666029"/>
                  <a:pt x="10368767" y="5660378"/>
                </a:cubicBezTo>
                <a:cubicBezTo>
                  <a:pt x="10364858" y="5652890"/>
                  <a:pt x="10362904" y="5644987"/>
                  <a:pt x="10362904" y="5636670"/>
                </a:cubicBezTo>
                <a:cubicBezTo>
                  <a:pt x="10362904" y="5625520"/>
                  <a:pt x="10366292" y="5615494"/>
                  <a:pt x="10373067" y="5606592"/>
                </a:cubicBezTo>
                <a:cubicBezTo>
                  <a:pt x="10378914" y="5598885"/>
                  <a:pt x="10386329" y="5593154"/>
                  <a:pt x="10395311" y="5589399"/>
                </a:cubicBezTo>
                <a:cubicBezTo>
                  <a:pt x="10402113" y="5586542"/>
                  <a:pt x="10409422" y="5585114"/>
                  <a:pt x="10417237" y="5585114"/>
                </a:cubicBezTo>
                <a:close/>
                <a:moveTo>
                  <a:pt x="9674287" y="5585114"/>
                </a:moveTo>
                <a:cubicBezTo>
                  <a:pt x="9686896" y="5585114"/>
                  <a:pt x="9697634" y="5588714"/>
                  <a:pt x="9706500" y="5595914"/>
                </a:cubicBezTo>
                <a:cubicBezTo>
                  <a:pt x="9710990" y="5599531"/>
                  <a:pt x="9714597" y="5603800"/>
                  <a:pt x="9717323" y="5608720"/>
                </a:cubicBezTo>
                <a:cubicBezTo>
                  <a:pt x="9720515" y="5614427"/>
                  <a:pt x="9722112" y="5619977"/>
                  <a:pt x="9722112" y="5625371"/>
                </a:cubicBezTo>
                <a:cubicBezTo>
                  <a:pt x="9722112" y="5629872"/>
                  <a:pt x="9721095" y="5633685"/>
                  <a:pt x="9719063" y="5636810"/>
                </a:cubicBezTo>
                <a:cubicBezTo>
                  <a:pt x="9717030" y="5639935"/>
                  <a:pt x="9714266" y="5641497"/>
                  <a:pt x="9710773" y="5641497"/>
                </a:cubicBezTo>
                <a:lnTo>
                  <a:pt x="9665765" y="5641497"/>
                </a:lnTo>
                <a:cubicBezTo>
                  <a:pt x="9665153" y="5641497"/>
                  <a:pt x="9664847" y="5641708"/>
                  <a:pt x="9664847" y="5642129"/>
                </a:cubicBezTo>
                <a:cubicBezTo>
                  <a:pt x="9664847" y="5645700"/>
                  <a:pt x="9666876" y="5649140"/>
                  <a:pt x="9670934" y="5652449"/>
                </a:cubicBezTo>
                <a:cubicBezTo>
                  <a:pt x="9674991" y="5655758"/>
                  <a:pt x="9679364" y="5657413"/>
                  <a:pt x="9684054" y="5657413"/>
                </a:cubicBezTo>
                <a:cubicBezTo>
                  <a:pt x="9686905" y="5657413"/>
                  <a:pt x="9690100" y="5656853"/>
                  <a:pt x="9693640" y="5655733"/>
                </a:cubicBezTo>
                <a:cubicBezTo>
                  <a:pt x="9697181" y="5654614"/>
                  <a:pt x="9700084" y="5653253"/>
                  <a:pt x="9702351" y="5651650"/>
                </a:cubicBezTo>
                <a:cubicBezTo>
                  <a:pt x="9704878" y="5649874"/>
                  <a:pt x="9706983" y="5648986"/>
                  <a:pt x="9708666" y="5648986"/>
                </a:cubicBezTo>
                <a:cubicBezTo>
                  <a:pt x="9710996" y="5648986"/>
                  <a:pt x="9713134" y="5650230"/>
                  <a:pt x="9715078" y="5652719"/>
                </a:cubicBezTo>
                <a:cubicBezTo>
                  <a:pt x="9717022" y="5655208"/>
                  <a:pt x="9717994" y="5657743"/>
                  <a:pt x="9717994" y="5660324"/>
                </a:cubicBezTo>
                <a:cubicBezTo>
                  <a:pt x="9717994" y="5665566"/>
                  <a:pt x="9714844" y="5670532"/>
                  <a:pt x="9708543" y="5675222"/>
                </a:cubicBezTo>
                <a:cubicBezTo>
                  <a:pt x="9698066" y="5683063"/>
                  <a:pt x="9685944" y="5686983"/>
                  <a:pt x="9672180" y="5686983"/>
                </a:cubicBezTo>
                <a:cubicBezTo>
                  <a:pt x="9658274" y="5686983"/>
                  <a:pt x="9646611" y="5682937"/>
                  <a:pt x="9637190" y="5674844"/>
                </a:cubicBezTo>
                <a:cubicBezTo>
                  <a:pt x="9632600" y="5670851"/>
                  <a:pt x="9628809" y="5666029"/>
                  <a:pt x="9625817" y="5660378"/>
                </a:cubicBezTo>
                <a:cubicBezTo>
                  <a:pt x="9621908" y="5652890"/>
                  <a:pt x="9619954" y="5644987"/>
                  <a:pt x="9619954" y="5636670"/>
                </a:cubicBezTo>
                <a:cubicBezTo>
                  <a:pt x="9619954" y="5625520"/>
                  <a:pt x="9623341" y="5615494"/>
                  <a:pt x="9630117" y="5606592"/>
                </a:cubicBezTo>
                <a:cubicBezTo>
                  <a:pt x="9635964" y="5598885"/>
                  <a:pt x="9643379" y="5593154"/>
                  <a:pt x="9652361" y="5589399"/>
                </a:cubicBezTo>
                <a:cubicBezTo>
                  <a:pt x="9659162" y="5586542"/>
                  <a:pt x="9666471" y="5585114"/>
                  <a:pt x="9674287" y="5585114"/>
                </a:cubicBezTo>
                <a:close/>
                <a:moveTo>
                  <a:pt x="9324448" y="5585114"/>
                </a:moveTo>
                <a:cubicBezTo>
                  <a:pt x="9336218" y="5585114"/>
                  <a:pt x="9346615" y="5588067"/>
                  <a:pt x="9355639" y="5593973"/>
                </a:cubicBezTo>
                <a:cubicBezTo>
                  <a:pt x="9364494" y="5599806"/>
                  <a:pt x="9368921" y="5607080"/>
                  <a:pt x="9368921" y="5615795"/>
                </a:cubicBezTo>
                <a:cubicBezTo>
                  <a:pt x="9368921" y="5621903"/>
                  <a:pt x="9367005" y="5626056"/>
                  <a:pt x="9363175" y="5628256"/>
                </a:cubicBezTo>
                <a:cubicBezTo>
                  <a:pt x="9358793" y="5633508"/>
                  <a:pt x="9353800" y="5636135"/>
                  <a:pt x="9348196" y="5636135"/>
                </a:cubicBezTo>
                <a:cubicBezTo>
                  <a:pt x="9342204" y="5636135"/>
                  <a:pt x="9337675" y="5633945"/>
                  <a:pt x="9334608" y="5629565"/>
                </a:cubicBezTo>
                <a:cubicBezTo>
                  <a:pt x="9333681" y="5628208"/>
                  <a:pt x="9332387" y="5624939"/>
                  <a:pt x="9330726" y="5619757"/>
                </a:cubicBezTo>
                <a:cubicBezTo>
                  <a:pt x="9329290" y="5615290"/>
                  <a:pt x="9326624" y="5613056"/>
                  <a:pt x="9322725" y="5613056"/>
                </a:cubicBezTo>
                <a:cubicBezTo>
                  <a:pt x="9319900" y="5613056"/>
                  <a:pt x="9317460" y="5614370"/>
                  <a:pt x="9315406" y="5616999"/>
                </a:cubicBezTo>
                <a:cubicBezTo>
                  <a:pt x="9313353" y="5619628"/>
                  <a:pt x="9312326" y="5622962"/>
                  <a:pt x="9312326" y="5627000"/>
                </a:cubicBezTo>
                <a:cubicBezTo>
                  <a:pt x="9312326" y="5634202"/>
                  <a:pt x="9314879" y="5640563"/>
                  <a:pt x="9319985" y="5646083"/>
                </a:cubicBezTo>
                <a:cubicBezTo>
                  <a:pt x="9324055" y="5650445"/>
                  <a:pt x="9329182" y="5652625"/>
                  <a:pt x="9335365" y="5652625"/>
                </a:cubicBezTo>
                <a:cubicBezTo>
                  <a:pt x="9338394" y="5652625"/>
                  <a:pt x="9340937" y="5652368"/>
                  <a:pt x="9342996" y="5651853"/>
                </a:cubicBezTo>
                <a:cubicBezTo>
                  <a:pt x="9345055" y="5651338"/>
                  <a:pt x="9347563" y="5650382"/>
                  <a:pt x="9350521" y="5648983"/>
                </a:cubicBezTo>
                <a:cubicBezTo>
                  <a:pt x="9352050" y="5648219"/>
                  <a:pt x="9353510" y="5647837"/>
                  <a:pt x="9354901" y="5647837"/>
                </a:cubicBezTo>
                <a:cubicBezTo>
                  <a:pt x="9357721" y="5647837"/>
                  <a:pt x="9360140" y="5649079"/>
                  <a:pt x="9362158" y="5651563"/>
                </a:cubicBezTo>
                <a:cubicBezTo>
                  <a:pt x="9364177" y="5654048"/>
                  <a:pt x="9365186" y="5656872"/>
                  <a:pt x="9365186" y="5660036"/>
                </a:cubicBezTo>
                <a:cubicBezTo>
                  <a:pt x="9365186" y="5663331"/>
                  <a:pt x="9363905" y="5666693"/>
                  <a:pt x="9361344" y="5670120"/>
                </a:cubicBezTo>
                <a:cubicBezTo>
                  <a:pt x="9358782" y="5673548"/>
                  <a:pt x="9355455" y="5676524"/>
                  <a:pt x="9351361" y="5679048"/>
                </a:cubicBezTo>
                <a:cubicBezTo>
                  <a:pt x="9342763" y="5684338"/>
                  <a:pt x="9332611" y="5686983"/>
                  <a:pt x="9320904" y="5686983"/>
                </a:cubicBezTo>
                <a:cubicBezTo>
                  <a:pt x="9307263" y="5686983"/>
                  <a:pt x="9295643" y="5683011"/>
                  <a:pt x="9286041" y="5675065"/>
                </a:cubicBezTo>
                <a:cubicBezTo>
                  <a:pt x="9273700" y="5664979"/>
                  <a:pt x="9267529" y="5652117"/>
                  <a:pt x="9267529" y="5636480"/>
                </a:cubicBezTo>
                <a:cubicBezTo>
                  <a:pt x="9267529" y="5621457"/>
                  <a:pt x="9273274" y="5609030"/>
                  <a:pt x="9284765" y="5599199"/>
                </a:cubicBezTo>
                <a:cubicBezTo>
                  <a:pt x="9295678" y="5589809"/>
                  <a:pt x="9308906" y="5585114"/>
                  <a:pt x="9324448" y="5585114"/>
                </a:cubicBezTo>
                <a:close/>
                <a:moveTo>
                  <a:pt x="9217087" y="5585114"/>
                </a:moveTo>
                <a:cubicBezTo>
                  <a:pt x="9229696" y="5585114"/>
                  <a:pt x="9240433" y="5588714"/>
                  <a:pt x="9249300" y="5595914"/>
                </a:cubicBezTo>
                <a:cubicBezTo>
                  <a:pt x="9253789" y="5599531"/>
                  <a:pt x="9257397" y="5603800"/>
                  <a:pt x="9260123" y="5608720"/>
                </a:cubicBezTo>
                <a:cubicBezTo>
                  <a:pt x="9263315" y="5614427"/>
                  <a:pt x="9264911" y="5619977"/>
                  <a:pt x="9264911" y="5625371"/>
                </a:cubicBezTo>
                <a:cubicBezTo>
                  <a:pt x="9264911" y="5629872"/>
                  <a:pt x="9263895" y="5633685"/>
                  <a:pt x="9261863" y="5636810"/>
                </a:cubicBezTo>
                <a:cubicBezTo>
                  <a:pt x="9259830" y="5639935"/>
                  <a:pt x="9257067" y="5641497"/>
                  <a:pt x="9253573" y="5641497"/>
                </a:cubicBezTo>
                <a:lnTo>
                  <a:pt x="9208565" y="5641497"/>
                </a:lnTo>
                <a:cubicBezTo>
                  <a:pt x="9207953" y="5641497"/>
                  <a:pt x="9207647" y="5641708"/>
                  <a:pt x="9207647" y="5642129"/>
                </a:cubicBezTo>
                <a:cubicBezTo>
                  <a:pt x="9207647" y="5645700"/>
                  <a:pt x="9209676" y="5649140"/>
                  <a:pt x="9213733" y="5652449"/>
                </a:cubicBezTo>
                <a:cubicBezTo>
                  <a:pt x="9217791" y="5655758"/>
                  <a:pt x="9222164" y="5657413"/>
                  <a:pt x="9226854" y="5657413"/>
                </a:cubicBezTo>
                <a:cubicBezTo>
                  <a:pt x="9229705" y="5657413"/>
                  <a:pt x="9232900" y="5656853"/>
                  <a:pt x="9236440" y="5655733"/>
                </a:cubicBezTo>
                <a:cubicBezTo>
                  <a:pt x="9239980" y="5654614"/>
                  <a:pt x="9242884" y="5653253"/>
                  <a:pt x="9245150" y="5651650"/>
                </a:cubicBezTo>
                <a:cubicBezTo>
                  <a:pt x="9247677" y="5649874"/>
                  <a:pt x="9249783" y="5648986"/>
                  <a:pt x="9251466" y="5648986"/>
                </a:cubicBezTo>
                <a:cubicBezTo>
                  <a:pt x="9253796" y="5648986"/>
                  <a:pt x="9255934" y="5650230"/>
                  <a:pt x="9257878" y="5652719"/>
                </a:cubicBezTo>
                <a:cubicBezTo>
                  <a:pt x="9259822" y="5655208"/>
                  <a:pt x="9260794" y="5657743"/>
                  <a:pt x="9260794" y="5660324"/>
                </a:cubicBezTo>
                <a:cubicBezTo>
                  <a:pt x="9260794" y="5665566"/>
                  <a:pt x="9257644" y="5670532"/>
                  <a:pt x="9251343" y="5675222"/>
                </a:cubicBezTo>
                <a:cubicBezTo>
                  <a:pt x="9240865" y="5683063"/>
                  <a:pt x="9228744" y="5686983"/>
                  <a:pt x="9214980" y="5686983"/>
                </a:cubicBezTo>
                <a:cubicBezTo>
                  <a:pt x="9201074" y="5686983"/>
                  <a:pt x="9189412" y="5682937"/>
                  <a:pt x="9179990" y="5674844"/>
                </a:cubicBezTo>
                <a:cubicBezTo>
                  <a:pt x="9175400" y="5670851"/>
                  <a:pt x="9171609" y="5666029"/>
                  <a:pt x="9168617" y="5660378"/>
                </a:cubicBezTo>
                <a:cubicBezTo>
                  <a:pt x="9164708" y="5652890"/>
                  <a:pt x="9162754" y="5644987"/>
                  <a:pt x="9162754" y="5636670"/>
                </a:cubicBezTo>
                <a:cubicBezTo>
                  <a:pt x="9162754" y="5625520"/>
                  <a:pt x="9166141" y="5615494"/>
                  <a:pt x="9172917" y="5606592"/>
                </a:cubicBezTo>
                <a:cubicBezTo>
                  <a:pt x="9178764" y="5598885"/>
                  <a:pt x="9186178" y="5593154"/>
                  <a:pt x="9195161" y="5589399"/>
                </a:cubicBezTo>
                <a:cubicBezTo>
                  <a:pt x="9201962" y="5586542"/>
                  <a:pt x="9209271" y="5585114"/>
                  <a:pt x="9217087" y="5585114"/>
                </a:cubicBezTo>
                <a:close/>
                <a:moveTo>
                  <a:pt x="7124174" y="5585114"/>
                </a:moveTo>
                <a:cubicBezTo>
                  <a:pt x="7135943" y="5585114"/>
                  <a:pt x="7146340" y="5588067"/>
                  <a:pt x="7155365" y="5593973"/>
                </a:cubicBezTo>
                <a:cubicBezTo>
                  <a:pt x="7164219" y="5599806"/>
                  <a:pt x="7168646" y="5607080"/>
                  <a:pt x="7168646" y="5615795"/>
                </a:cubicBezTo>
                <a:cubicBezTo>
                  <a:pt x="7168646" y="5621903"/>
                  <a:pt x="7166731" y="5626056"/>
                  <a:pt x="7162900" y="5628256"/>
                </a:cubicBezTo>
                <a:cubicBezTo>
                  <a:pt x="7158519" y="5633508"/>
                  <a:pt x="7153526" y="5636135"/>
                  <a:pt x="7147922" y="5636135"/>
                </a:cubicBezTo>
                <a:cubicBezTo>
                  <a:pt x="7141930" y="5636135"/>
                  <a:pt x="7137400" y="5633945"/>
                  <a:pt x="7134334" y="5629565"/>
                </a:cubicBezTo>
                <a:cubicBezTo>
                  <a:pt x="7133407" y="5628208"/>
                  <a:pt x="7132113" y="5624939"/>
                  <a:pt x="7130452" y="5619757"/>
                </a:cubicBezTo>
                <a:cubicBezTo>
                  <a:pt x="7129016" y="5615290"/>
                  <a:pt x="7126349" y="5613056"/>
                  <a:pt x="7122450" y="5613056"/>
                </a:cubicBezTo>
                <a:cubicBezTo>
                  <a:pt x="7119625" y="5613056"/>
                  <a:pt x="7117186" y="5614370"/>
                  <a:pt x="7115132" y="5616999"/>
                </a:cubicBezTo>
                <a:cubicBezTo>
                  <a:pt x="7113078" y="5619628"/>
                  <a:pt x="7112052" y="5622962"/>
                  <a:pt x="7112052" y="5627000"/>
                </a:cubicBezTo>
                <a:cubicBezTo>
                  <a:pt x="7112052" y="5634202"/>
                  <a:pt x="7114605" y="5640563"/>
                  <a:pt x="7119711" y="5646083"/>
                </a:cubicBezTo>
                <a:cubicBezTo>
                  <a:pt x="7123781" y="5650445"/>
                  <a:pt x="7128907" y="5652625"/>
                  <a:pt x="7135091" y="5652625"/>
                </a:cubicBezTo>
                <a:cubicBezTo>
                  <a:pt x="7138120" y="5652625"/>
                  <a:pt x="7140663" y="5652368"/>
                  <a:pt x="7142722" y="5651853"/>
                </a:cubicBezTo>
                <a:cubicBezTo>
                  <a:pt x="7144780" y="5651338"/>
                  <a:pt x="7147289" y="5650382"/>
                  <a:pt x="7150246" y="5648983"/>
                </a:cubicBezTo>
                <a:cubicBezTo>
                  <a:pt x="7151775" y="5648219"/>
                  <a:pt x="7153235" y="5647837"/>
                  <a:pt x="7154626" y="5647837"/>
                </a:cubicBezTo>
                <a:cubicBezTo>
                  <a:pt x="7157446" y="5647837"/>
                  <a:pt x="7159866" y="5649079"/>
                  <a:pt x="7161884" y="5651563"/>
                </a:cubicBezTo>
                <a:cubicBezTo>
                  <a:pt x="7163903" y="5654048"/>
                  <a:pt x="7164912" y="5656872"/>
                  <a:pt x="7164912" y="5660036"/>
                </a:cubicBezTo>
                <a:cubicBezTo>
                  <a:pt x="7164912" y="5663331"/>
                  <a:pt x="7163631" y="5666693"/>
                  <a:pt x="7161069" y="5670120"/>
                </a:cubicBezTo>
                <a:cubicBezTo>
                  <a:pt x="7158508" y="5673548"/>
                  <a:pt x="7155180" y="5676524"/>
                  <a:pt x="7151087" y="5679048"/>
                </a:cubicBezTo>
                <a:cubicBezTo>
                  <a:pt x="7142489" y="5684338"/>
                  <a:pt x="7132337" y="5686983"/>
                  <a:pt x="7120630" y="5686983"/>
                </a:cubicBezTo>
                <a:cubicBezTo>
                  <a:pt x="7106989" y="5686983"/>
                  <a:pt x="7095368" y="5683011"/>
                  <a:pt x="7085767" y="5675065"/>
                </a:cubicBezTo>
                <a:cubicBezTo>
                  <a:pt x="7073425" y="5664979"/>
                  <a:pt x="7067254" y="5652117"/>
                  <a:pt x="7067254" y="5636480"/>
                </a:cubicBezTo>
                <a:cubicBezTo>
                  <a:pt x="7067254" y="5621457"/>
                  <a:pt x="7072999" y="5609030"/>
                  <a:pt x="7084491" y="5599199"/>
                </a:cubicBezTo>
                <a:cubicBezTo>
                  <a:pt x="7095403" y="5589809"/>
                  <a:pt x="7108631" y="5585114"/>
                  <a:pt x="7124174" y="5585114"/>
                </a:cubicBezTo>
                <a:close/>
                <a:moveTo>
                  <a:pt x="6778688" y="5585114"/>
                </a:moveTo>
                <a:cubicBezTo>
                  <a:pt x="6791297" y="5585114"/>
                  <a:pt x="6802034" y="5588714"/>
                  <a:pt x="6810900" y="5595914"/>
                </a:cubicBezTo>
                <a:cubicBezTo>
                  <a:pt x="6815390" y="5599531"/>
                  <a:pt x="6818998" y="5603800"/>
                  <a:pt x="6821723" y="5608720"/>
                </a:cubicBezTo>
                <a:cubicBezTo>
                  <a:pt x="6824916" y="5614427"/>
                  <a:pt x="6826512" y="5619977"/>
                  <a:pt x="6826512" y="5625371"/>
                </a:cubicBezTo>
                <a:cubicBezTo>
                  <a:pt x="6826512" y="5629872"/>
                  <a:pt x="6825496" y="5633685"/>
                  <a:pt x="6823463" y="5636810"/>
                </a:cubicBezTo>
                <a:cubicBezTo>
                  <a:pt x="6821430" y="5639935"/>
                  <a:pt x="6818667" y="5641497"/>
                  <a:pt x="6815173" y="5641497"/>
                </a:cubicBezTo>
                <a:lnTo>
                  <a:pt x="6770165" y="5641497"/>
                </a:lnTo>
                <a:cubicBezTo>
                  <a:pt x="6769554" y="5641497"/>
                  <a:pt x="6769248" y="5641708"/>
                  <a:pt x="6769248" y="5642129"/>
                </a:cubicBezTo>
                <a:cubicBezTo>
                  <a:pt x="6769248" y="5645700"/>
                  <a:pt x="6771277" y="5649140"/>
                  <a:pt x="6775334" y="5652449"/>
                </a:cubicBezTo>
                <a:cubicBezTo>
                  <a:pt x="6779391" y="5655758"/>
                  <a:pt x="6783765" y="5657413"/>
                  <a:pt x="6788455" y="5657413"/>
                </a:cubicBezTo>
                <a:cubicBezTo>
                  <a:pt x="6791306" y="5657413"/>
                  <a:pt x="6794501" y="5656853"/>
                  <a:pt x="6798041" y="5655733"/>
                </a:cubicBezTo>
                <a:cubicBezTo>
                  <a:pt x="6801581" y="5654614"/>
                  <a:pt x="6804484" y="5653253"/>
                  <a:pt x="6806751" y="5651650"/>
                </a:cubicBezTo>
                <a:cubicBezTo>
                  <a:pt x="6809278" y="5649874"/>
                  <a:pt x="6811383" y="5648986"/>
                  <a:pt x="6813066" y="5648986"/>
                </a:cubicBezTo>
                <a:cubicBezTo>
                  <a:pt x="6815397" y="5648986"/>
                  <a:pt x="6817534" y="5650230"/>
                  <a:pt x="6819478" y="5652719"/>
                </a:cubicBezTo>
                <a:cubicBezTo>
                  <a:pt x="6821422" y="5655208"/>
                  <a:pt x="6822395" y="5657743"/>
                  <a:pt x="6822395" y="5660324"/>
                </a:cubicBezTo>
                <a:cubicBezTo>
                  <a:pt x="6822395" y="5665566"/>
                  <a:pt x="6819245" y="5670532"/>
                  <a:pt x="6812944" y="5675222"/>
                </a:cubicBezTo>
                <a:cubicBezTo>
                  <a:pt x="6802466" y="5683063"/>
                  <a:pt x="6790345" y="5686983"/>
                  <a:pt x="6776581" y="5686983"/>
                </a:cubicBezTo>
                <a:cubicBezTo>
                  <a:pt x="6762675" y="5686983"/>
                  <a:pt x="6751012" y="5682937"/>
                  <a:pt x="6741591" y="5674844"/>
                </a:cubicBezTo>
                <a:cubicBezTo>
                  <a:pt x="6737000" y="5670851"/>
                  <a:pt x="6733209" y="5666029"/>
                  <a:pt x="6730217" y="5660378"/>
                </a:cubicBezTo>
                <a:cubicBezTo>
                  <a:pt x="6726308" y="5652890"/>
                  <a:pt x="6724354" y="5644987"/>
                  <a:pt x="6724354" y="5636670"/>
                </a:cubicBezTo>
                <a:cubicBezTo>
                  <a:pt x="6724354" y="5625520"/>
                  <a:pt x="6727742" y="5615494"/>
                  <a:pt x="6734518" y="5606592"/>
                </a:cubicBezTo>
                <a:cubicBezTo>
                  <a:pt x="6740364" y="5598885"/>
                  <a:pt x="6747779" y="5593154"/>
                  <a:pt x="6756762" y="5589399"/>
                </a:cubicBezTo>
                <a:cubicBezTo>
                  <a:pt x="6763562" y="5586542"/>
                  <a:pt x="6770872" y="5585114"/>
                  <a:pt x="6778688" y="5585114"/>
                </a:cubicBezTo>
                <a:close/>
                <a:moveTo>
                  <a:pt x="6597713" y="5585114"/>
                </a:moveTo>
                <a:cubicBezTo>
                  <a:pt x="6610322" y="5585114"/>
                  <a:pt x="6621059" y="5588714"/>
                  <a:pt x="6629925" y="5595914"/>
                </a:cubicBezTo>
                <a:cubicBezTo>
                  <a:pt x="6634415" y="5599531"/>
                  <a:pt x="6638023" y="5603800"/>
                  <a:pt x="6640748" y="5608720"/>
                </a:cubicBezTo>
                <a:cubicBezTo>
                  <a:pt x="6643941" y="5614427"/>
                  <a:pt x="6645537" y="5619977"/>
                  <a:pt x="6645537" y="5625371"/>
                </a:cubicBezTo>
                <a:cubicBezTo>
                  <a:pt x="6645537" y="5629872"/>
                  <a:pt x="6644521" y="5633685"/>
                  <a:pt x="6642488" y="5636810"/>
                </a:cubicBezTo>
                <a:cubicBezTo>
                  <a:pt x="6640455" y="5639935"/>
                  <a:pt x="6637692" y="5641497"/>
                  <a:pt x="6634198" y="5641497"/>
                </a:cubicBezTo>
                <a:lnTo>
                  <a:pt x="6589190" y="5641497"/>
                </a:lnTo>
                <a:cubicBezTo>
                  <a:pt x="6588579" y="5641497"/>
                  <a:pt x="6588273" y="5641708"/>
                  <a:pt x="6588273" y="5642129"/>
                </a:cubicBezTo>
                <a:cubicBezTo>
                  <a:pt x="6588273" y="5645700"/>
                  <a:pt x="6590302" y="5649140"/>
                  <a:pt x="6594359" y="5652449"/>
                </a:cubicBezTo>
                <a:cubicBezTo>
                  <a:pt x="6598416" y="5655758"/>
                  <a:pt x="6602790" y="5657413"/>
                  <a:pt x="6607480" y="5657413"/>
                </a:cubicBezTo>
                <a:cubicBezTo>
                  <a:pt x="6610331" y="5657413"/>
                  <a:pt x="6613526" y="5656853"/>
                  <a:pt x="6617066" y="5655733"/>
                </a:cubicBezTo>
                <a:cubicBezTo>
                  <a:pt x="6620606" y="5654614"/>
                  <a:pt x="6623509" y="5653253"/>
                  <a:pt x="6625776" y="5651650"/>
                </a:cubicBezTo>
                <a:cubicBezTo>
                  <a:pt x="6628303" y="5649874"/>
                  <a:pt x="6630408" y="5648986"/>
                  <a:pt x="6632091" y="5648986"/>
                </a:cubicBezTo>
                <a:cubicBezTo>
                  <a:pt x="6634421" y="5648986"/>
                  <a:pt x="6636559" y="5650230"/>
                  <a:pt x="6638504" y="5652719"/>
                </a:cubicBezTo>
                <a:cubicBezTo>
                  <a:pt x="6640448" y="5655208"/>
                  <a:pt x="6641420" y="5657743"/>
                  <a:pt x="6641420" y="5660324"/>
                </a:cubicBezTo>
                <a:cubicBezTo>
                  <a:pt x="6641420" y="5665566"/>
                  <a:pt x="6638270" y="5670532"/>
                  <a:pt x="6631969" y="5675222"/>
                </a:cubicBezTo>
                <a:cubicBezTo>
                  <a:pt x="6621491" y="5683063"/>
                  <a:pt x="6609370" y="5686983"/>
                  <a:pt x="6595606" y="5686983"/>
                </a:cubicBezTo>
                <a:cubicBezTo>
                  <a:pt x="6581700" y="5686983"/>
                  <a:pt x="6570037" y="5682937"/>
                  <a:pt x="6560616" y="5674844"/>
                </a:cubicBezTo>
                <a:cubicBezTo>
                  <a:pt x="6556026" y="5670851"/>
                  <a:pt x="6552234" y="5666029"/>
                  <a:pt x="6549242" y="5660378"/>
                </a:cubicBezTo>
                <a:cubicBezTo>
                  <a:pt x="6545333" y="5652890"/>
                  <a:pt x="6543379" y="5644987"/>
                  <a:pt x="6543379" y="5636670"/>
                </a:cubicBezTo>
                <a:cubicBezTo>
                  <a:pt x="6543379" y="5625520"/>
                  <a:pt x="6546767" y="5615494"/>
                  <a:pt x="6553543" y="5606592"/>
                </a:cubicBezTo>
                <a:cubicBezTo>
                  <a:pt x="6559389" y="5598885"/>
                  <a:pt x="6566804" y="5593154"/>
                  <a:pt x="6575787" y="5589399"/>
                </a:cubicBezTo>
                <a:cubicBezTo>
                  <a:pt x="6582588" y="5586542"/>
                  <a:pt x="6589897" y="5585114"/>
                  <a:pt x="6597713" y="5585114"/>
                </a:cubicBezTo>
                <a:close/>
                <a:moveTo>
                  <a:pt x="3816414" y="5585114"/>
                </a:moveTo>
                <a:cubicBezTo>
                  <a:pt x="3829022" y="5585114"/>
                  <a:pt x="3839760" y="5588714"/>
                  <a:pt x="3848627" y="5595914"/>
                </a:cubicBezTo>
                <a:cubicBezTo>
                  <a:pt x="3853116" y="5599531"/>
                  <a:pt x="3856723" y="5603800"/>
                  <a:pt x="3859449" y="5608720"/>
                </a:cubicBezTo>
                <a:cubicBezTo>
                  <a:pt x="3862642" y="5614427"/>
                  <a:pt x="3864238" y="5619977"/>
                  <a:pt x="3864238" y="5625371"/>
                </a:cubicBezTo>
                <a:cubicBezTo>
                  <a:pt x="3864238" y="5629872"/>
                  <a:pt x="3863222" y="5633685"/>
                  <a:pt x="3861189" y="5636810"/>
                </a:cubicBezTo>
                <a:cubicBezTo>
                  <a:pt x="3859156" y="5639935"/>
                  <a:pt x="3856393" y="5641497"/>
                  <a:pt x="3852899" y="5641497"/>
                </a:cubicBezTo>
                <a:lnTo>
                  <a:pt x="3807891" y="5641497"/>
                </a:lnTo>
                <a:cubicBezTo>
                  <a:pt x="3807280" y="5641497"/>
                  <a:pt x="3806974" y="5641708"/>
                  <a:pt x="3806974" y="5642129"/>
                </a:cubicBezTo>
                <a:cubicBezTo>
                  <a:pt x="3806974" y="5645700"/>
                  <a:pt x="3809002" y="5649140"/>
                  <a:pt x="3813060" y="5652449"/>
                </a:cubicBezTo>
                <a:cubicBezTo>
                  <a:pt x="3817117" y="5655758"/>
                  <a:pt x="3821491" y="5657413"/>
                  <a:pt x="3826181" y="5657413"/>
                </a:cubicBezTo>
                <a:cubicBezTo>
                  <a:pt x="3829031" y="5657413"/>
                  <a:pt x="3832227" y="5656853"/>
                  <a:pt x="3835767" y="5655733"/>
                </a:cubicBezTo>
                <a:cubicBezTo>
                  <a:pt x="3839306" y="5654614"/>
                  <a:pt x="3842210" y="5653253"/>
                  <a:pt x="3844477" y="5651650"/>
                </a:cubicBezTo>
                <a:cubicBezTo>
                  <a:pt x="3847004" y="5649874"/>
                  <a:pt x="3849109" y="5648986"/>
                  <a:pt x="3850792" y="5648986"/>
                </a:cubicBezTo>
                <a:cubicBezTo>
                  <a:pt x="3853122" y="5648986"/>
                  <a:pt x="3855260" y="5650230"/>
                  <a:pt x="3857204" y="5652719"/>
                </a:cubicBezTo>
                <a:cubicBezTo>
                  <a:pt x="3859148" y="5655208"/>
                  <a:pt x="3860121" y="5657743"/>
                  <a:pt x="3860121" y="5660324"/>
                </a:cubicBezTo>
                <a:cubicBezTo>
                  <a:pt x="3860121" y="5665566"/>
                  <a:pt x="3856970" y="5670532"/>
                  <a:pt x="3850670" y="5675222"/>
                </a:cubicBezTo>
                <a:cubicBezTo>
                  <a:pt x="3840192" y="5683063"/>
                  <a:pt x="3828071" y="5686983"/>
                  <a:pt x="3814306" y="5686983"/>
                </a:cubicBezTo>
                <a:cubicBezTo>
                  <a:pt x="3800401" y="5686983"/>
                  <a:pt x="3788738" y="5682937"/>
                  <a:pt x="3779316" y="5674844"/>
                </a:cubicBezTo>
                <a:cubicBezTo>
                  <a:pt x="3774726" y="5670851"/>
                  <a:pt x="3770935" y="5666029"/>
                  <a:pt x="3767943" y="5660378"/>
                </a:cubicBezTo>
                <a:cubicBezTo>
                  <a:pt x="3764034" y="5652890"/>
                  <a:pt x="3762080" y="5644987"/>
                  <a:pt x="3762080" y="5636670"/>
                </a:cubicBezTo>
                <a:cubicBezTo>
                  <a:pt x="3762080" y="5625520"/>
                  <a:pt x="3765468" y="5615494"/>
                  <a:pt x="3772244" y="5606592"/>
                </a:cubicBezTo>
                <a:cubicBezTo>
                  <a:pt x="3778090" y="5598885"/>
                  <a:pt x="3785505" y="5593154"/>
                  <a:pt x="3794488" y="5589399"/>
                </a:cubicBezTo>
                <a:cubicBezTo>
                  <a:pt x="3801288" y="5586542"/>
                  <a:pt x="3808598" y="5585114"/>
                  <a:pt x="3816414" y="5585114"/>
                </a:cubicBezTo>
                <a:close/>
                <a:moveTo>
                  <a:pt x="1111314" y="5585114"/>
                </a:moveTo>
                <a:cubicBezTo>
                  <a:pt x="1123922" y="5585114"/>
                  <a:pt x="1134660" y="5588714"/>
                  <a:pt x="1143526" y="5595914"/>
                </a:cubicBezTo>
                <a:cubicBezTo>
                  <a:pt x="1148016" y="5599531"/>
                  <a:pt x="1151623" y="5603800"/>
                  <a:pt x="1154349" y="5608720"/>
                </a:cubicBezTo>
                <a:cubicBezTo>
                  <a:pt x="1157541" y="5614427"/>
                  <a:pt x="1159138" y="5619977"/>
                  <a:pt x="1159138" y="5625371"/>
                </a:cubicBezTo>
                <a:cubicBezTo>
                  <a:pt x="1159138" y="5629872"/>
                  <a:pt x="1158121" y="5633685"/>
                  <a:pt x="1156089" y="5636810"/>
                </a:cubicBezTo>
                <a:cubicBezTo>
                  <a:pt x="1154056" y="5639935"/>
                  <a:pt x="1151293" y="5641497"/>
                  <a:pt x="1147799" y="5641497"/>
                </a:cubicBezTo>
                <a:lnTo>
                  <a:pt x="1102791" y="5641497"/>
                </a:lnTo>
                <a:cubicBezTo>
                  <a:pt x="1102179" y="5641497"/>
                  <a:pt x="1101873" y="5641708"/>
                  <a:pt x="1101873" y="5642129"/>
                </a:cubicBezTo>
                <a:cubicBezTo>
                  <a:pt x="1101873" y="5645700"/>
                  <a:pt x="1103902" y="5649140"/>
                  <a:pt x="1107959" y="5652449"/>
                </a:cubicBezTo>
                <a:cubicBezTo>
                  <a:pt x="1112017" y="5655758"/>
                  <a:pt x="1116391" y="5657413"/>
                  <a:pt x="1121080" y="5657413"/>
                </a:cubicBezTo>
                <a:cubicBezTo>
                  <a:pt x="1123931" y="5657413"/>
                  <a:pt x="1127127" y="5656853"/>
                  <a:pt x="1130667" y="5655733"/>
                </a:cubicBezTo>
                <a:cubicBezTo>
                  <a:pt x="1134207" y="5654614"/>
                  <a:pt x="1137110" y="5653253"/>
                  <a:pt x="1139377" y="5651650"/>
                </a:cubicBezTo>
                <a:cubicBezTo>
                  <a:pt x="1141904" y="5649874"/>
                  <a:pt x="1144009" y="5648986"/>
                  <a:pt x="1145692" y="5648986"/>
                </a:cubicBezTo>
                <a:cubicBezTo>
                  <a:pt x="1148022" y="5648986"/>
                  <a:pt x="1150160" y="5650230"/>
                  <a:pt x="1152104" y="5652719"/>
                </a:cubicBezTo>
                <a:cubicBezTo>
                  <a:pt x="1154048" y="5655208"/>
                  <a:pt x="1155020" y="5657743"/>
                  <a:pt x="1155020" y="5660324"/>
                </a:cubicBezTo>
                <a:cubicBezTo>
                  <a:pt x="1155020" y="5665566"/>
                  <a:pt x="1151870" y="5670532"/>
                  <a:pt x="1145569" y="5675222"/>
                </a:cubicBezTo>
                <a:cubicBezTo>
                  <a:pt x="1135091" y="5683063"/>
                  <a:pt x="1122970" y="5686983"/>
                  <a:pt x="1109206" y="5686983"/>
                </a:cubicBezTo>
                <a:cubicBezTo>
                  <a:pt x="1095301" y="5686983"/>
                  <a:pt x="1083637" y="5682937"/>
                  <a:pt x="1074217" y="5674844"/>
                </a:cubicBezTo>
                <a:cubicBezTo>
                  <a:pt x="1069626" y="5670851"/>
                  <a:pt x="1065835" y="5666029"/>
                  <a:pt x="1062843" y="5660378"/>
                </a:cubicBezTo>
                <a:cubicBezTo>
                  <a:pt x="1058934" y="5652890"/>
                  <a:pt x="1056980" y="5644987"/>
                  <a:pt x="1056980" y="5636670"/>
                </a:cubicBezTo>
                <a:cubicBezTo>
                  <a:pt x="1056980" y="5625520"/>
                  <a:pt x="1060368" y="5615494"/>
                  <a:pt x="1067143" y="5606592"/>
                </a:cubicBezTo>
                <a:cubicBezTo>
                  <a:pt x="1072990" y="5598885"/>
                  <a:pt x="1080405" y="5593154"/>
                  <a:pt x="1089387" y="5589399"/>
                </a:cubicBezTo>
                <a:cubicBezTo>
                  <a:pt x="1096188" y="5586542"/>
                  <a:pt x="1103497" y="5585114"/>
                  <a:pt x="1111314" y="5585114"/>
                </a:cubicBezTo>
                <a:close/>
                <a:moveTo>
                  <a:pt x="11243666" y="5585018"/>
                </a:moveTo>
                <a:cubicBezTo>
                  <a:pt x="11255762" y="5585018"/>
                  <a:pt x="11266394" y="5588172"/>
                  <a:pt x="11275559" y="5594481"/>
                </a:cubicBezTo>
                <a:cubicBezTo>
                  <a:pt x="11282170" y="5599021"/>
                  <a:pt x="11287458" y="5604895"/>
                  <a:pt x="11291426" y="5612102"/>
                </a:cubicBezTo>
                <a:cubicBezTo>
                  <a:pt x="11295554" y="5619695"/>
                  <a:pt x="11297619" y="5627597"/>
                  <a:pt x="11297619" y="5635810"/>
                </a:cubicBezTo>
                <a:cubicBezTo>
                  <a:pt x="11297619" y="5650276"/>
                  <a:pt x="11290989" y="5662573"/>
                  <a:pt x="11277729" y="5672701"/>
                </a:cubicBezTo>
                <a:cubicBezTo>
                  <a:pt x="11265253" y="5682223"/>
                  <a:pt x="11250962" y="5686983"/>
                  <a:pt x="11234856" y="5686983"/>
                </a:cubicBezTo>
                <a:cubicBezTo>
                  <a:pt x="11219057" y="5686983"/>
                  <a:pt x="11206257" y="5682479"/>
                  <a:pt x="11196454" y="5673472"/>
                </a:cubicBezTo>
                <a:cubicBezTo>
                  <a:pt x="11186853" y="5664671"/>
                  <a:pt x="11182054" y="5653202"/>
                  <a:pt x="11182054" y="5639065"/>
                </a:cubicBezTo>
                <a:cubicBezTo>
                  <a:pt x="11182054" y="5623403"/>
                  <a:pt x="11187895" y="5610594"/>
                  <a:pt x="11199579" y="5600637"/>
                </a:cubicBezTo>
                <a:cubicBezTo>
                  <a:pt x="11211705" y="5590224"/>
                  <a:pt x="11226401" y="5585018"/>
                  <a:pt x="11243666" y="5585018"/>
                </a:cubicBezTo>
                <a:close/>
                <a:moveTo>
                  <a:pt x="9981769" y="5585018"/>
                </a:moveTo>
                <a:cubicBezTo>
                  <a:pt x="9993303" y="5585018"/>
                  <a:pt x="10003114" y="5587959"/>
                  <a:pt x="10011204" y="5593841"/>
                </a:cubicBezTo>
                <a:cubicBezTo>
                  <a:pt x="10015604" y="5597072"/>
                  <a:pt x="10018683" y="5600775"/>
                  <a:pt x="10020442" y="5604950"/>
                </a:cubicBezTo>
                <a:cubicBezTo>
                  <a:pt x="10022202" y="5609124"/>
                  <a:pt x="10023081" y="5614035"/>
                  <a:pt x="10023081" y="5619684"/>
                </a:cubicBezTo>
                <a:lnTo>
                  <a:pt x="10022891" y="5633951"/>
                </a:lnTo>
                <a:cubicBezTo>
                  <a:pt x="10022891" y="5644912"/>
                  <a:pt x="10023405" y="5651468"/>
                  <a:pt x="10024432" y="5653619"/>
                </a:cubicBezTo>
                <a:cubicBezTo>
                  <a:pt x="10025213" y="5655179"/>
                  <a:pt x="10025767" y="5656056"/>
                  <a:pt x="10026093" y="5656252"/>
                </a:cubicBezTo>
                <a:cubicBezTo>
                  <a:pt x="10026419" y="5656448"/>
                  <a:pt x="10027478" y="5656685"/>
                  <a:pt x="10029268" y="5656964"/>
                </a:cubicBezTo>
                <a:cubicBezTo>
                  <a:pt x="10032486" y="5657468"/>
                  <a:pt x="10034095" y="5659450"/>
                  <a:pt x="10034095" y="5662910"/>
                </a:cubicBezTo>
                <a:cubicBezTo>
                  <a:pt x="10034095" y="5666392"/>
                  <a:pt x="10032764" y="5669931"/>
                  <a:pt x="10030102" y="5673526"/>
                </a:cubicBezTo>
                <a:cubicBezTo>
                  <a:pt x="10027440" y="5677121"/>
                  <a:pt x="10024366" y="5679844"/>
                  <a:pt x="10020879" y="5681697"/>
                </a:cubicBezTo>
                <a:cubicBezTo>
                  <a:pt x="10015130" y="5685221"/>
                  <a:pt x="10009435" y="5686983"/>
                  <a:pt x="10003793" y="5686983"/>
                </a:cubicBezTo>
                <a:cubicBezTo>
                  <a:pt x="9996473" y="5686983"/>
                  <a:pt x="9990634" y="5684412"/>
                  <a:pt x="9986277" y="5679271"/>
                </a:cubicBezTo>
                <a:cubicBezTo>
                  <a:pt x="9985378" y="5678157"/>
                  <a:pt x="9984673" y="5677600"/>
                  <a:pt x="9984163" y="5677600"/>
                </a:cubicBezTo>
                <a:cubicBezTo>
                  <a:pt x="9983376" y="5677600"/>
                  <a:pt x="9982367" y="5678056"/>
                  <a:pt x="9981138" y="5678968"/>
                </a:cubicBezTo>
                <a:cubicBezTo>
                  <a:pt x="9973843" y="5684312"/>
                  <a:pt x="9965913" y="5686983"/>
                  <a:pt x="9957350" y="5686983"/>
                </a:cubicBezTo>
                <a:cubicBezTo>
                  <a:pt x="9948557" y="5686983"/>
                  <a:pt x="9941414" y="5685084"/>
                  <a:pt x="9935920" y="5681285"/>
                </a:cubicBezTo>
                <a:cubicBezTo>
                  <a:pt x="9932280" y="5678744"/>
                  <a:pt x="9929397" y="5675433"/>
                  <a:pt x="9927271" y="5671354"/>
                </a:cubicBezTo>
                <a:cubicBezTo>
                  <a:pt x="9925145" y="5667275"/>
                  <a:pt x="9924082" y="5662992"/>
                  <a:pt x="9924082" y="5658504"/>
                </a:cubicBezTo>
                <a:cubicBezTo>
                  <a:pt x="9924082" y="5651297"/>
                  <a:pt x="9926957" y="5644955"/>
                  <a:pt x="9932706" y="5639480"/>
                </a:cubicBezTo>
                <a:cubicBezTo>
                  <a:pt x="9941449" y="5631072"/>
                  <a:pt x="9954415" y="5626835"/>
                  <a:pt x="9971602" y="5626769"/>
                </a:cubicBezTo>
                <a:cubicBezTo>
                  <a:pt x="9974894" y="5626769"/>
                  <a:pt x="9976798" y="5626571"/>
                  <a:pt x="9977315" y="5626174"/>
                </a:cubicBezTo>
                <a:cubicBezTo>
                  <a:pt x="9977832" y="5625777"/>
                  <a:pt x="9978091" y="5624552"/>
                  <a:pt x="9978091" y="5622498"/>
                </a:cubicBezTo>
                <a:cubicBezTo>
                  <a:pt x="9978091" y="5616061"/>
                  <a:pt x="9977501" y="5611569"/>
                  <a:pt x="9976322" y="5609023"/>
                </a:cubicBezTo>
                <a:cubicBezTo>
                  <a:pt x="9975143" y="5606477"/>
                  <a:pt x="9973384" y="5605204"/>
                  <a:pt x="9971044" y="5605204"/>
                </a:cubicBezTo>
                <a:cubicBezTo>
                  <a:pt x="9969595" y="5605204"/>
                  <a:pt x="9968255" y="5605676"/>
                  <a:pt x="9967024" y="5606619"/>
                </a:cubicBezTo>
                <a:cubicBezTo>
                  <a:pt x="9965792" y="5607562"/>
                  <a:pt x="9964188" y="5609389"/>
                  <a:pt x="9962212" y="5612099"/>
                </a:cubicBezTo>
                <a:cubicBezTo>
                  <a:pt x="9955994" y="5620973"/>
                  <a:pt x="9949425" y="5625410"/>
                  <a:pt x="9942507" y="5625410"/>
                </a:cubicBezTo>
                <a:cubicBezTo>
                  <a:pt x="9938853" y="5625410"/>
                  <a:pt x="9935842" y="5624302"/>
                  <a:pt x="9933475" y="5622087"/>
                </a:cubicBezTo>
                <a:cubicBezTo>
                  <a:pt x="9931108" y="5619872"/>
                  <a:pt x="9929924" y="5616977"/>
                  <a:pt x="9929924" y="5613401"/>
                </a:cubicBezTo>
                <a:cubicBezTo>
                  <a:pt x="9929924" y="5609878"/>
                  <a:pt x="9931265" y="5606444"/>
                  <a:pt x="9933947" y="5603100"/>
                </a:cubicBezTo>
                <a:cubicBezTo>
                  <a:pt x="9936630" y="5599756"/>
                  <a:pt x="9939853" y="5597070"/>
                  <a:pt x="9943618" y="5595042"/>
                </a:cubicBezTo>
                <a:cubicBezTo>
                  <a:pt x="9956172" y="5588359"/>
                  <a:pt x="9968889" y="5585018"/>
                  <a:pt x="9981769" y="5585018"/>
                </a:cubicBezTo>
                <a:close/>
                <a:moveTo>
                  <a:pt x="9804196" y="5585018"/>
                </a:moveTo>
                <a:cubicBezTo>
                  <a:pt x="9807797" y="5585018"/>
                  <a:pt x="9811449" y="5587366"/>
                  <a:pt x="9815153" y="5592062"/>
                </a:cubicBezTo>
                <a:cubicBezTo>
                  <a:pt x="9817390" y="5594784"/>
                  <a:pt x="9819321" y="5598044"/>
                  <a:pt x="9820948" y="5601840"/>
                </a:cubicBezTo>
                <a:cubicBezTo>
                  <a:pt x="9822575" y="5605636"/>
                  <a:pt x="9823388" y="5608947"/>
                  <a:pt x="9823388" y="5611773"/>
                </a:cubicBezTo>
                <a:cubicBezTo>
                  <a:pt x="9823388" y="5614858"/>
                  <a:pt x="9822291" y="5617440"/>
                  <a:pt x="9820097" y="5619517"/>
                </a:cubicBezTo>
                <a:cubicBezTo>
                  <a:pt x="9817902" y="5621594"/>
                  <a:pt x="9815188" y="5622632"/>
                  <a:pt x="9811953" y="5622632"/>
                </a:cubicBezTo>
                <a:cubicBezTo>
                  <a:pt x="9809323" y="5622632"/>
                  <a:pt x="9807019" y="5622021"/>
                  <a:pt x="9805039" y="5620798"/>
                </a:cubicBezTo>
                <a:cubicBezTo>
                  <a:pt x="9803060" y="5619575"/>
                  <a:pt x="9800670" y="5617250"/>
                  <a:pt x="9797871" y="5613822"/>
                </a:cubicBezTo>
                <a:cubicBezTo>
                  <a:pt x="9792995" y="5609864"/>
                  <a:pt x="9789486" y="5607886"/>
                  <a:pt x="9787342" y="5607886"/>
                </a:cubicBezTo>
                <a:cubicBezTo>
                  <a:pt x="9786150" y="5607886"/>
                  <a:pt x="9785092" y="5608347"/>
                  <a:pt x="9784170" y="5609269"/>
                </a:cubicBezTo>
                <a:cubicBezTo>
                  <a:pt x="9783247" y="5610191"/>
                  <a:pt x="9782785" y="5611281"/>
                  <a:pt x="9782785" y="5612539"/>
                </a:cubicBezTo>
                <a:cubicBezTo>
                  <a:pt x="9782785" y="5614858"/>
                  <a:pt x="9785380" y="5617205"/>
                  <a:pt x="9790570" y="5619578"/>
                </a:cubicBezTo>
                <a:cubicBezTo>
                  <a:pt x="9801616" y="5624545"/>
                  <a:pt x="9810086" y="5629977"/>
                  <a:pt x="9815981" y="5635872"/>
                </a:cubicBezTo>
                <a:cubicBezTo>
                  <a:pt x="9821238" y="5641130"/>
                  <a:pt x="9823867" y="5647525"/>
                  <a:pt x="9823867" y="5655057"/>
                </a:cubicBezTo>
                <a:cubicBezTo>
                  <a:pt x="9823867" y="5664546"/>
                  <a:pt x="9819973" y="5671792"/>
                  <a:pt x="9812185" y="5676795"/>
                </a:cubicBezTo>
                <a:cubicBezTo>
                  <a:pt x="9804605" y="5683587"/>
                  <a:pt x="9795717" y="5686983"/>
                  <a:pt x="9785523" y="5686983"/>
                </a:cubicBezTo>
                <a:cubicBezTo>
                  <a:pt x="9782851" y="5686983"/>
                  <a:pt x="9778117" y="5686555"/>
                  <a:pt x="9771323" y="5685697"/>
                </a:cubicBezTo>
                <a:cubicBezTo>
                  <a:pt x="9765370" y="5685022"/>
                  <a:pt x="9762092" y="5684685"/>
                  <a:pt x="9761488" y="5684685"/>
                </a:cubicBezTo>
                <a:cubicBezTo>
                  <a:pt x="9760893" y="5684685"/>
                  <a:pt x="9760166" y="5684761"/>
                  <a:pt x="9759307" y="5684913"/>
                </a:cubicBezTo>
                <a:cubicBezTo>
                  <a:pt x="9757163" y="5685208"/>
                  <a:pt x="9755592" y="5685355"/>
                  <a:pt x="9754593" y="5685355"/>
                </a:cubicBezTo>
                <a:cubicBezTo>
                  <a:pt x="9751083" y="5685355"/>
                  <a:pt x="9748283" y="5684426"/>
                  <a:pt x="9746194" y="5682568"/>
                </a:cubicBezTo>
                <a:cubicBezTo>
                  <a:pt x="9743362" y="5680014"/>
                  <a:pt x="9740776" y="5676077"/>
                  <a:pt x="9738435" y="5670759"/>
                </a:cubicBezTo>
                <a:cubicBezTo>
                  <a:pt x="9736094" y="5665441"/>
                  <a:pt x="9734923" y="5660813"/>
                  <a:pt x="9734923" y="5656877"/>
                </a:cubicBezTo>
                <a:cubicBezTo>
                  <a:pt x="9734923" y="5649702"/>
                  <a:pt x="9737873" y="5646114"/>
                  <a:pt x="9743772" y="5646114"/>
                </a:cubicBezTo>
                <a:cubicBezTo>
                  <a:pt x="9746030" y="5646114"/>
                  <a:pt x="9748015" y="5646787"/>
                  <a:pt x="9749728" y="5648135"/>
                </a:cubicBezTo>
                <a:cubicBezTo>
                  <a:pt x="9751440" y="5649483"/>
                  <a:pt x="9754734" y="5652757"/>
                  <a:pt x="9759609" y="5657958"/>
                </a:cubicBezTo>
                <a:cubicBezTo>
                  <a:pt x="9762110" y="5660641"/>
                  <a:pt x="9764098" y="5662435"/>
                  <a:pt x="9765575" y="5663337"/>
                </a:cubicBezTo>
                <a:cubicBezTo>
                  <a:pt x="9767052" y="5664239"/>
                  <a:pt x="9768594" y="5664691"/>
                  <a:pt x="9770201" y="5664691"/>
                </a:cubicBezTo>
                <a:cubicBezTo>
                  <a:pt x="9771806" y="5664691"/>
                  <a:pt x="9773047" y="5664307"/>
                  <a:pt x="9773924" y="5663539"/>
                </a:cubicBezTo>
                <a:cubicBezTo>
                  <a:pt x="9774800" y="5662772"/>
                  <a:pt x="9775239" y="5661764"/>
                  <a:pt x="9775239" y="5660515"/>
                </a:cubicBezTo>
                <a:cubicBezTo>
                  <a:pt x="9775239" y="5658470"/>
                  <a:pt x="9772781" y="5656203"/>
                  <a:pt x="9767865" y="5653714"/>
                </a:cubicBezTo>
                <a:cubicBezTo>
                  <a:pt x="9758076" y="5649041"/>
                  <a:pt x="9750776" y="5643879"/>
                  <a:pt x="9745967" y="5638229"/>
                </a:cubicBezTo>
                <a:cubicBezTo>
                  <a:pt x="9741158" y="5632579"/>
                  <a:pt x="9738754" y="5625995"/>
                  <a:pt x="9738754" y="5618477"/>
                </a:cubicBezTo>
                <a:cubicBezTo>
                  <a:pt x="9738754" y="5610405"/>
                  <a:pt x="9741237" y="5603444"/>
                  <a:pt x="9746203" y="5597594"/>
                </a:cubicBezTo>
                <a:cubicBezTo>
                  <a:pt x="9753238" y="5589274"/>
                  <a:pt x="9762802" y="5585114"/>
                  <a:pt x="9774894" y="5585114"/>
                </a:cubicBezTo>
                <a:cubicBezTo>
                  <a:pt x="9778133" y="5585114"/>
                  <a:pt x="9783149" y="5585816"/>
                  <a:pt x="9789943" y="5587220"/>
                </a:cubicBezTo>
                <a:cubicBezTo>
                  <a:pt x="9791884" y="5587475"/>
                  <a:pt x="9793284" y="5587603"/>
                  <a:pt x="9794141" y="5587603"/>
                </a:cubicBezTo>
                <a:cubicBezTo>
                  <a:pt x="9794981" y="5587603"/>
                  <a:pt x="9797116" y="5587028"/>
                  <a:pt x="9800548" y="5585880"/>
                </a:cubicBezTo>
                <a:cubicBezTo>
                  <a:pt x="9801730" y="5585305"/>
                  <a:pt x="9802946" y="5585018"/>
                  <a:pt x="9804196" y="5585018"/>
                </a:cubicBezTo>
                <a:close/>
                <a:moveTo>
                  <a:pt x="9429319" y="5585018"/>
                </a:moveTo>
                <a:cubicBezTo>
                  <a:pt x="9440853" y="5585018"/>
                  <a:pt x="9450664" y="5587959"/>
                  <a:pt x="9458754" y="5593841"/>
                </a:cubicBezTo>
                <a:cubicBezTo>
                  <a:pt x="9463154" y="5597072"/>
                  <a:pt x="9466234" y="5600775"/>
                  <a:pt x="9467993" y="5604950"/>
                </a:cubicBezTo>
                <a:cubicBezTo>
                  <a:pt x="9469752" y="5609124"/>
                  <a:pt x="9470631" y="5614035"/>
                  <a:pt x="9470631" y="5619684"/>
                </a:cubicBezTo>
                <a:lnTo>
                  <a:pt x="9470441" y="5633951"/>
                </a:lnTo>
                <a:cubicBezTo>
                  <a:pt x="9470441" y="5644912"/>
                  <a:pt x="9470954" y="5651468"/>
                  <a:pt x="9471982" y="5653619"/>
                </a:cubicBezTo>
                <a:cubicBezTo>
                  <a:pt x="9472763" y="5655179"/>
                  <a:pt x="9473317" y="5656056"/>
                  <a:pt x="9473643" y="5656252"/>
                </a:cubicBezTo>
                <a:cubicBezTo>
                  <a:pt x="9473969" y="5656448"/>
                  <a:pt x="9475028" y="5656685"/>
                  <a:pt x="9476818" y="5656964"/>
                </a:cubicBezTo>
                <a:cubicBezTo>
                  <a:pt x="9480036" y="5657468"/>
                  <a:pt x="9481645" y="5659450"/>
                  <a:pt x="9481645" y="5662910"/>
                </a:cubicBezTo>
                <a:cubicBezTo>
                  <a:pt x="9481645" y="5666392"/>
                  <a:pt x="9480314" y="5669931"/>
                  <a:pt x="9477652" y="5673526"/>
                </a:cubicBezTo>
                <a:cubicBezTo>
                  <a:pt x="9474990" y="5677121"/>
                  <a:pt x="9471915" y="5679844"/>
                  <a:pt x="9468429" y="5681697"/>
                </a:cubicBezTo>
                <a:cubicBezTo>
                  <a:pt x="9462680" y="5685221"/>
                  <a:pt x="9456984" y="5686983"/>
                  <a:pt x="9451343" y="5686983"/>
                </a:cubicBezTo>
                <a:cubicBezTo>
                  <a:pt x="9444023" y="5686983"/>
                  <a:pt x="9438184" y="5684412"/>
                  <a:pt x="9433827" y="5679271"/>
                </a:cubicBezTo>
                <a:cubicBezTo>
                  <a:pt x="9432928" y="5678157"/>
                  <a:pt x="9432223" y="5677600"/>
                  <a:pt x="9431714" y="5677600"/>
                </a:cubicBezTo>
                <a:cubicBezTo>
                  <a:pt x="9430926" y="5677600"/>
                  <a:pt x="9429918" y="5678056"/>
                  <a:pt x="9428689" y="5678968"/>
                </a:cubicBezTo>
                <a:cubicBezTo>
                  <a:pt x="9421393" y="5684312"/>
                  <a:pt x="9413464" y="5686983"/>
                  <a:pt x="9404900" y="5686983"/>
                </a:cubicBezTo>
                <a:cubicBezTo>
                  <a:pt x="9396107" y="5686983"/>
                  <a:pt x="9388964" y="5685084"/>
                  <a:pt x="9383470" y="5681285"/>
                </a:cubicBezTo>
                <a:cubicBezTo>
                  <a:pt x="9379829" y="5678744"/>
                  <a:pt x="9376947" y="5675433"/>
                  <a:pt x="9374821" y="5671354"/>
                </a:cubicBezTo>
                <a:cubicBezTo>
                  <a:pt x="9372695" y="5667275"/>
                  <a:pt x="9371632" y="5662992"/>
                  <a:pt x="9371632" y="5658504"/>
                </a:cubicBezTo>
                <a:cubicBezTo>
                  <a:pt x="9371632" y="5651297"/>
                  <a:pt x="9374506" y="5644955"/>
                  <a:pt x="9380256" y="5639480"/>
                </a:cubicBezTo>
                <a:cubicBezTo>
                  <a:pt x="9388999" y="5631072"/>
                  <a:pt x="9401965" y="5626835"/>
                  <a:pt x="9419152" y="5626769"/>
                </a:cubicBezTo>
                <a:cubicBezTo>
                  <a:pt x="9422444" y="5626769"/>
                  <a:pt x="9424348" y="5626571"/>
                  <a:pt x="9424865" y="5626174"/>
                </a:cubicBezTo>
                <a:cubicBezTo>
                  <a:pt x="9425383" y="5625777"/>
                  <a:pt x="9425642" y="5624552"/>
                  <a:pt x="9425642" y="5622498"/>
                </a:cubicBezTo>
                <a:cubicBezTo>
                  <a:pt x="9425642" y="5616061"/>
                  <a:pt x="9425051" y="5611569"/>
                  <a:pt x="9423872" y="5609023"/>
                </a:cubicBezTo>
                <a:cubicBezTo>
                  <a:pt x="9422693" y="5606477"/>
                  <a:pt x="9420934" y="5605204"/>
                  <a:pt x="9418594" y="5605204"/>
                </a:cubicBezTo>
                <a:cubicBezTo>
                  <a:pt x="9417145" y="5605204"/>
                  <a:pt x="9415805" y="5605676"/>
                  <a:pt x="9414574" y="5606619"/>
                </a:cubicBezTo>
                <a:cubicBezTo>
                  <a:pt x="9413342" y="5607562"/>
                  <a:pt x="9411738" y="5609389"/>
                  <a:pt x="9409763" y="5612099"/>
                </a:cubicBezTo>
                <a:cubicBezTo>
                  <a:pt x="9403544" y="5620973"/>
                  <a:pt x="9396976" y="5625410"/>
                  <a:pt x="9390057" y="5625410"/>
                </a:cubicBezTo>
                <a:cubicBezTo>
                  <a:pt x="9386403" y="5625410"/>
                  <a:pt x="9383392" y="5624302"/>
                  <a:pt x="9381025" y="5622087"/>
                </a:cubicBezTo>
                <a:cubicBezTo>
                  <a:pt x="9378657" y="5619872"/>
                  <a:pt x="9377474" y="5616977"/>
                  <a:pt x="9377474" y="5613401"/>
                </a:cubicBezTo>
                <a:cubicBezTo>
                  <a:pt x="9377474" y="5609878"/>
                  <a:pt x="9378815" y="5606444"/>
                  <a:pt x="9381498" y="5603100"/>
                </a:cubicBezTo>
                <a:cubicBezTo>
                  <a:pt x="9384180" y="5599756"/>
                  <a:pt x="9387403" y="5597070"/>
                  <a:pt x="9391168" y="5595042"/>
                </a:cubicBezTo>
                <a:cubicBezTo>
                  <a:pt x="9403721" y="5588359"/>
                  <a:pt x="9416439" y="5585018"/>
                  <a:pt x="9429319" y="5585018"/>
                </a:cubicBezTo>
                <a:close/>
                <a:moveTo>
                  <a:pt x="8805266" y="5585018"/>
                </a:moveTo>
                <a:cubicBezTo>
                  <a:pt x="8817362" y="5585018"/>
                  <a:pt x="8827993" y="5588172"/>
                  <a:pt x="8837159" y="5594481"/>
                </a:cubicBezTo>
                <a:cubicBezTo>
                  <a:pt x="8843769" y="5599021"/>
                  <a:pt x="8849058" y="5604895"/>
                  <a:pt x="8853026" y="5612102"/>
                </a:cubicBezTo>
                <a:cubicBezTo>
                  <a:pt x="8857154" y="5619695"/>
                  <a:pt x="8859218" y="5627597"/>
                  <a:pt x="8859218" y="5635810"/>
                </a:cubicBezTo>
                <a:cubicBezTo>
                  <a:pt x="8859218" y="5650276"/>
                  <a:pt x="8852589" y="5662573"/>
                  <a:pt x="8839329" y="5672701"/>
                </a:cubicBezTo>
                <a:cubicBezTo>
                  <a:pt x="8826853" y="5682223"/>
                  <a:pt x="8812562" y="5686983"/>
                  <a:pt x="8796456" y="5686983"/>
                </a:cubicBezTo>
                <a:cubicBezTo>
                  <a:pt x="8780657" y="5686983"/>
                  <a:pt x="8767856" y="5682479"/>
                  <a:pt x="8758053" y="5673472"/>
                </a:cubicBezTo>
                <a:cubicBezTo>
                  <a:pt x="8748454" y="5664671"/>
                  <a:pt x="8743654" y="5653202"/>
                  <a:pt x="8743654" y="5639065"/>
                </a:cubicBezTo>
                <a:cubicBezTo>
                  <a:pt x="8743654" y="5623403"/>
                  <a:pt x="8749495" y="5610594"/>
                  <a:pt x="8761178" y="5600637"/>
                </a:cubicBezTo>
                <a:cubicBezTo>
                  <a:pt x="8773305" y="5590224"/>
                  <a:pt x="8788001" y="5585018"/>
                  <a:pt x="8805266" y="5585018"/>
                </a:cubicBezTo>
                <a:close/>
                <a:moveTo>
                  <a:pt x="8489746" y="5585018"/>
                </a:moveTo>
                <a:cubicBezTo>
                  <a:pt x="8493346" y="5585018"/>
                  <a:pt x="8497000" y="5587366"/>
                  <a:pt x="8500704" y="5592062"/>
                </a:cubicBezTo>
                <a:cubicBezTo>
                  <a:pt x="8502940" y="5594784"/>
                  <a:pt x="8504871" y="5598044"/>
                  <a:pt x="8506498" y="5601840"/>
                </a:cubicBezTo>
                <a:cubicBezTo>
                  <a:pt x="8508125" y="5605636"/>
                  <a:pt x="8508938" y="5608947"/>
                  <a:pt x="8508938" y="5611773"/>
                </a:cubicBezTo>
                <a:cubicBezTo>
                  <a:pt x="8508938" y="5614858"/>
                  <a:pt x="8507841" y="5617440"/>
                  <a:pt x="8505646" y="5619517"/>
                </a:cubicBezTo>
                <a:cubicBezTo>
                  <a:pt x="8503452" y="5621594"/>
                  <a:pt x="8500738" y="5622632"/>
                  <a:pt x="8497504" y="5622632"/>
                </a:cubicBezTo>
                <a:cubicBezTo>
                  <a:pt x="8494874" y="5622632"/>
                  <a:pt x="8492569" y="5622021"/>
                  <a:pt x="8490590" y="5620798"/>
                </a:cubicBezTo>
                <a:cubicBezTo>
                  <a:pt x="8488610" y="5619575"/>
                  <a:pt x="8486220" y="5617250"/>
                  <a:pt x="8483420" y="5613822"/>
                </a:cubicBezTo>
                <a:cubicBezTo>
                  <a:pt x="8478546" y="5609864"/>
                  <a:pt x="8475036" y="5607886"/>
                  <a:pt x="8472892" y="5607886"/>
                </a:cubicBezTo>
                <a:cubicBezTo>
                  <a:pt x="8471700" y="5607886"/>
                  <a:pt x="8470642" y="5608347"/>
                  <a:pt x="8469720" y="5609269"/>
                </a:cubicBezTo>
                <a:cubicBezTo>
                  <a:pt x="8468797" y="5610191"/>
                  <a:pt x="8468336" y="5611281"/>
                  <a:pt x="8468336" y="5612539"/>
                </a:cubicBezTo>
                <a:cubicBezTo>
                  <a:pt x="8468336" y="5614858"/>
                  <a:pt x="8470930" y="5617205"/>
                  <a:pt x="8476120" y="5619578"/>
                </a:cubicBezTo>
                <a:cubicBezTo>
                  <a:pt x="8487166" y="5624545"/>
                  <a:pt x="8495636" y="5629977"/>
                  <a:pt x="8501530" y="5635872"/>
                </a:cubicBezTo>
                <a:cubicBezTo>
                  <a:pt x="8506788" y="5641130"/>
                  <a:pt x="8509418" y="5647525"/>
                  <a:pt x="8509418" y="5655057"/>
                </a:cubicBezTo>
                <a:cubicBezTo>
                  <a:pt x="8509418" y="5664546"/>
                  <a:pt x="8505524" y="5671792"/>
                  <a:pt x="8497736" y="5676795"/>
                </a:cubicBezTo>
                <a:cubicBezTo>
                  <a:pt x="8490155" y="5683587"/>
                  <a:pt x="8481267" y="5686983"/>
                  <a:pt x="8471073" y="5686983"/>
                </a:cubicBezTo>
                <a:cubicBezTo>
                  <a:pt x="8468400" y="5686983"/>
                  <a:pt x="8463667" y="5686555"/>
                  <a:pt x="8456874" y="5685697"/>
                </a:cubicBezTo>
                <a:cubicBezTo>
                  <a:pt x="8450921" y="5685022"/>
                  <a:pt x="8447642" y="5684685"/>
                  <a:pt x="8447038" y="5684685"/>
                </a:cubicBezTo>
                <a:cubicBezTo>
                  <a:pt x="8446442" y="5684685"/>
                  <a:pt x="8445716" y="5684761"/>
                  <a:pt x="8444857" y="5684913"/>
                </a:cubicBezTo>
                <a:cubicBezTo>
                  <a:pt x="8442713" y="5685208"/>
                  <a:pt x="8441142" y="5685355"/>
                  <a:pt x="8440143" y="5685355"/>
                </a:cubicBezTo>
                <a:cubicBezTo>
                  <a:pt x="8436633" y="5685355"/>
                  <a:pt x="8433834" y="5684426"/>
                  <a:pt x="8431744" y="5682568"/>
                </a:cubicBezTo>
                <a:cubicBezTo>
                  <a:pt x="8428912" y="5680014"/>
                  <a:pt x="8426326" y="5676077"/>
                  <a:pt x="8423984" y="5670759"/>
                </a:cubicBezTo>
                <a:cubicBezTo>
                  <a:pt x="8421644" y="5665441"/>
                  <a:pt x="8420474" y="5660813"/>
                  <a:pt x="8420474" y="5656877"/>
                </a:cubicBezTo>
                <a:cubicBezTo>
                  <a:pt x="8420474" y="5649702"/>
                  <a:pt x="8423423" y="5646114"/>
                  <a:pt x="8429322" y="5646114"/>
                </a:cubicBezTo>
                <a:cubicBezTo>
                  <a:pt x="8431580" y="5646114"/>
                  <a:pt x="8433566" y="5646787"/>
                  <a:pt x="8435278" y="5648135"/>
                </a:cubicBezTo>
                <a:cubicBezTo>
                  <a:pt x="8436990" y="5649483"/>
                  <a:pt x="8440284" y="5652757"/>
                  <a:pt x="8445159" y="5657958"/>
                </a:cubicBezTo>
                <a:cubicBezTo>
                  <a:pt x="8447660" y="5660641"/>
                  <a:pt x="8449649" y="5662435"/>
                  <a:pt x="8451126" y="5663337"/>
                </a:cubicBezTo>
                <a:cubicBezTo>
                  <a:pt x="8452602" y="5664239"/>
                  <a:pt x="8454144" y="5664691"/>
                  <a:pt x="8455752" y="5664691"/>
                </a:cubicBezTo>
                <a:cubicBezTo>
                  <a:pt x="8457356" y="5664691"/>
                  <a:pt x="8458596" y="5664307"/>
                  <a:pt x="8459474" y="5663539"/>
                </a:cubicBezTo>
                <a:cubicBezTo>
                  <a:pt x="8460350" y="5662772"/>
                  <a:pt x="8460790" y="5661764"/>
                  <a:pt x="8460790" y="5660515"/>
                </a:cubicBezTo>
                <a:cubicBezTo>
                  <a:pt x="8460790" y="5658470"/>
                  <a:pt x="8458332" y="5656203"/>
                  <a:pt x="8453416" y="5653714"/>
                </a:cubicBezTo>
                <a:cubicBezTo>
                  <a:pt x="8443626" y="5649041"/>
                  <a:pt x="8436327" y="5643879"/>
                  <a:pt x="8431518" y="5638229"/>
                </a:cubicBezTo>
                <a:cubicBezTo>
                  <a:pt x="8426708" y="5632579"/>
                  <a:pt x="8424304" y="5625995"/>
                  <a:pt x="8424304" y="5618477"/>
                </a:cubicBezTo>
                <a:cubicBezTo>
                  <a:pt x="8424304" y="5610405"/>
                  <a:pt x="8426787" y="5603444"/>
                  <a:pt x="8431753" y="5597594"/>
                </a:cubicBezTo>
                <a:cubicBezTo>
                  <a:pt x="8438788" y="5589274"/>
                  <a:pt x="8448352" y="5585114"/>
                  <a:pt x="8460444" y="5585114"/>
                </a:cubicBezTo>
                <a:cubicBezTo>
                  <a:pt x="8463683" y="5585114"/>
                  <a:pt x="8468699" y="5585816"/>
                  <a:pt x="8475492" y="5587220"/>
                </a:cubicBezTo>
                <a:cubicBezTo>
                  <a:pt x="8477434" y="5587475"/>
                  <a:pt x="8478834" y="5587603"/>
                  <a:pt x="8479691" y="5587603"/>
                </a:cubicBezTo>
                <a:cubicBezTo>
                  <a:pt x="8480530" y="5587603"/>
                  <a:pt x="8482666" y="5587028"/>
                  <a:pt x="8486098" y="5585880"/>
                </a:cubicBezTo>
                <a:cubicBezTo>
                  <a:pt x="8487280" y="5585305"/>
                  <a:pt x="8488496" y="5585018"/>
                  <a:pt x="8489746" y="5585018"/>
                </a:cubicBezTo>
                <a:close/>
                <a:moveTo>
                  <a:pt x="8352995" y="5585018"/>
                </a:moveTo>
                <a:cubicBezTo>
                  <a:pt x="8364529" y="5585018"/>
                  <a:pt x="8374340" y="5587959"/>
                  <a:pt x="8382429" y="5593841"/>
                </a:cubicBezTo>
                <a:cubicBezTo>
                  <a:pt x="8386829" y="5597072"/>
                  <a:pt x="8389909" y="5600775"/>
                  <a:pt x="8391668" y="5604950"/>
                </a:cubicBezTo>
                <a:cubicBezTo>
                  <a:pt x="8393426" y="5609124"/>
                  <a:pt x="8394306" y="5614035"/>
                  <a:pt x="8394306" y="5619684"/>
                </a:cubicBezTo>
                <a:lnTo>
                  <a:pt x="8394116" y="5633951"/>
                </a:lnTo>
                <a:cubicBezTo>
                  <a:pt x="8394116" y="5644912"/>
                  <a:pt x="8394630" y="5651468"/>
                  <a:pt x="8395657" y="5653619"/>
                </a:cubicBezTo>
                <a:cubicBezTo>
                  <a:pt x="8396438" y="5655179"/>
                  <a:pt x="8396992" y="5656056"/>
                  <a:pt x="8397318" y="5656252"/>
                </a:cubicBezTo>
                <a:cubicBezTo>
                  <a:pt x="8397644" y="5656448"/>
                  <a:pt x="8398702" y="5656685"/>
                  <a:pt x="8400493" y="5656964"/>
                </a:cubicBezTo>
                <a:cubicBezTo>
                  <a:pt x="8403711" y="5657468"/>
                  <a:pt x="8405320" y="5659450"/>
                  <a:pt x="8405320" y="5662910"/>
                </a:cubicBezTo>
                <a:cubicBezTo>
                  <a:pt x="8405320" y="5666392"/>
                  <a:pt x="8403989" y="5669931"/>
                  <a:pt x="8401327" y="5673526"/>
                </a:cubicBezTo>
                <a:cubicBezTo>
                  <a:pt x="8398664" y="5677121"/>
                  <a:pt x="8395590" y="5679844"/>
                  <a:pt x="8392104" y="5681697"/>
                </a:cubicBezTo>
                <a:cubicBezTo>
                  <a:pt x="8386355" y="5685221"/>
                  <a:pt x="8380660" y="5686983"/>
                  <a:pt x="8375019" y="5686983"/>
                </a:cubicBezTo>
                <a:cubicBezTo>
                  <a:pt x="8367698" y="5686983"/>
                  <a:pt x="8361860" y="5684412"/>
                  <a:pt x="8357502" y="5679271"/>
                </a:cubicBezTo>
                <a:cubicBezTo>
                  <a:pt x="8356603" y="5678157"/>
                  <a:pt x="8355898" y="5677600"/>
                  <a:pt x="8355389" y="5677600"/>
                </a:cubicBezTo>
                <a:cubicBezTo>
                  <a:pt x="8354601" y="5677600"/>
                  <a:pt x="8353593" y="5678056"/>
                  <a:pt x="8352364" y="5678968"/>
                </a:cubicBezTo>
                <a:cubicBezTo>
                  <a:pt x="8345068" y="5684312"/>
                  <a:pt x="8337139" y="5686983"/>
                  <a:pt x="8328576" y="5686983"/>
                </a:cubicBezTo>
                <a:cubicBezTo>
                  <a:pt x="8319783" y="5686983"/>
                  <a:pt x="8312639" y="5685084"/>
                  <a:pt x="8307145" y="5681285"/>
                </a:cubicBezTo>
                <a:cubicBezTo>
                  <a:pt x="8303505" y="5678744"/>
                  <a:pt x="8300622" y="5675433"/>
                  <a:pt x="8298496" y="5671354"/>
                </a:cubicBezTo>
                <a:cubicBezTo>
                  <a:pt x="8296370" y="5667275"/>
                  <a:pt x="8295307" y="5662992"/>
                  <a:pt x="8295307" y="5658504"/>
                </a:cubicBezTo>
                <a:cubicBezTo>
                  <a:pt x="8295307" y="5651297"/>
                  <a:pt x="8298182" y="5644955"/>
                  <a:pt x="8303931" y="5639480"/>
                </a:cubicBezTo>
                <a:cubicBezTo>
                  <a:pt x="8312674" y="5631072"/>
                  <a:pt x="8325640" y="5626835"/>
                  <a:pt x="8342828" y="5626769"/>
                </a:cubicBezTo>
                <a:cubicBezTo>
                  <a:pt x="8346119" y="5626769"/>
                  <a:pt x="8348023" y="5626571"/>
                  <a:pt x="8348541" y="5626174"/>
                </a:cubicBezTo>
                <a:cubicBezTo>
                  <a:pt x="8349058" y="5625777"/>
                  <a:pt x="8349317" y="5624552"/>
                  <a:pt x="8349317" y="5622498"/>
                </a:cubicBezTo>
                <a:cubicBezTo>
                  <a:pt x="8349317" y="5616061"/>
                  <a:pt x="8348727" y="5611569"/>
                  <a:pt x="8347548" y="5609023"/>
                </a:cubicBezTo>
                <a:cubicBezTo>
                  <a:pt x="8346369" y="5606477"/>
                  <a:pt x="8344609" y="5605204"/>
                  <a:pt x="8342269" y="5605204"/>
                </a:cubicBezTo>
                <a:cubicBezTo>
                  <a:pt x="8340820" y="5605204"/>
                  <a:pt x="8339480" y="5605676"/>
                  <a:pt x="8338249" y="5606619"/>
                </a:cubicBezTo>
                <a:cubicBezTo>
                  <a:pt x="8337017" y="5607562"/>
                  <a:pt x="8335414" y="5609389"/>
                  <a:pt x="8333438" y="5612099"/>
                </a:cubicBezTo>
                <a:cubicBezTo>
                  <a:pt x="8327219" y="5620973"/>
                  <a:pt x="8320651" y="5625410"/>
                  <a:pt x="8313732" y="5625410"/>
                </a:cubicBezTo>
                <a:cubicBezTo>
                  <a:pt x="8310079" y="5625410"/>
                  <a:pt x="8307068" y="5624302"/>
                  <a:pt x="8304700" y="5622087"/>
                </a:cubicBezTo>
                <a:cubicBezTo>
                  <a:pt x="8302333" y="5619872"/>
                  <a:pt x="8301149" y="5616977"/>
                  <a:pt x="8301149" y="5613401"/>
                </a:cubicBezTo>
                <a:cubicBezTo>
                  <a:pt x="8301149" y="5609878"/>
                  <a:pt x="8302490" y="5606444"/>
                  <a:pt x="8305172" y="5603100"/>
                </a:cubicBezTo>
                <a:cubicBezTo>
                  <a:pt x="8307855" y="5599756"/>
                  <a:pt x="8311078" y="5597070"/>
                  <a:pt x="8314843" y="5595042"/>
                </a:cubicBezTo>
                <a:cubicBezTo>
                  <a:pt x="8327397" y="5588359"/>
                  <a:pt x="8340114" y="5585018"/>
                  <a:pt x="8352995" y="5585018"/>
                </a:cubicBezTo>
                <a:close/>
                <a:moveTo>
                  <a:pt x="8119466" y="5585018"/>
                </a:moveTo>
                <a:cubicBezTo>
                  <a:pt x="8131563" y="5585018"/>
                  <a:pt x="8142193" y="5588172"/>
                  <a:pt x="8151359" y="5594481"/>
                </a:cubicBezTo>
                <a:cubicBezTo>
                  <a:pt x="8157969" y="5599021"/>
                  <a:pt x="8163258" y="5604895"/>
                  <a:pt x="8167226" y="5612102"/>
                </a:cubicBezTo>
                <a:cubicBezTo>
                  <a:pt x="8171354" y="5619695"/>
                  <a:pt x="8173418" y="5627597"/>
                  <a:pt x="8173418" y="5635810"/>
                </a:cubicBezTo>
                <a:cubicBezTo>
                  <a:pt x="8173418" y="5650276"/>
                  <a:pt x="8166788" y="5662573"/>
                  <a:pt x="8153529" y="5672701"/>
                </a:cubicBezTo>
                <a:cubicBezTo>
                  <a:pt x="8141053" y="5682223"/>
                  <a:pt x="8126762" y="5686983"/>
                  <a:pt x="8110656" y="5686983"/>
                </a:cubicBezTo>
                <a:cubicBezTo>
                  <a:pt x="8094857" y="5686983"/>
                  <a:pt x="8082056" y="5682479"/>
                  <a:pt x="8072254" y="5673472"/>
                </a:cubicBezTo>
                <a:cubicBezTo>
                  <a:pt x="8062654" y="5664671"/>
                  <a:pt x="8057854" y="5653202"/>
                  <a:pt x="8057854" y="5639065"/>
                </a:cubicBezTo>
                <a:cubicBezTo>
                  <a:pt x="8057854" y="5623403"/>
                  <a:pt x="8063696" y="5610594"/>
                  <a:pt x="8075379" y="5600637"/>
                </a:cubicBezTo>
                <a:cubicBezTo>
                  <a:pt x="8087505" y="5590224"/>
                  <a:pt x="8102201" y="5585018"/>
                  <a:pt x="8119466" y="5585018"/>
                </a:cubicBezTo>
                <a:close/>
                <a:moveTo>
                  <a:pt x="7643216" y="5585018"/>
                </a:moveTo>
                <a:cubicBezTo>
                  <a:pt x="7655313" y="5585018"/>
                  <a:pt x="7665944" y="5588172"/>
                  <a:pt x="7675109" y="5594481"/>
                </a:cubicBezTo>
                <a:cubicBezTo>
                  <a:pt x="7681719" y="5599021"/>
                  <a:pt x="7687008" y="5604895"/>
                  <a:pt x="7690976" y="5612102"/>
                </a:cubicBezTo>
                <a:cubicBezTo>
                  <a:pt x="7695104" y="5619695"/>
                  <a:pt x="7697169" y="5627597"/>
                  <a:pt x="7697169" y="5635810"/>
                </a:cubicBezTo>
                <a:cubicBezTo>
                  <a:pt x="7697169" y="5650276"/>
                  <a:pt x="7690539" y="5662573"/>
                  <a:pt x="7677279" y="5672701"/>
                </a:cubicBezTo>
                <a:cubicBezTo>
                  <a:pt x="7664803" y="5682223"/>
                  <a:pt x="7650512" y="5686983"/>
                  <a:pt x="7634406" y="5686983"/>
                </a:cubicBezTo>
                <a:cubicBezTo>
                  <a:pt x="7618607" y="5686983"/>
                  <a:pt x="7605806" y="5682479"/>
                  <a:pt x="7596004" y="5673472"/>
                </a:cubicBezTo>
                <a:cubicBezTo>
                  <a:pt x="7586404" y="5664671"/>
                  <a:pt x="7581604" y="5653202"/>
                  <a:pt x="7581604" y="5639065"/>
                </a:cubicBezTo>
                <a:cubicBezTo>
                  <a:pt x="7581604" y="5623403"/>
                  <a:pt x="7587446" y="5610594"/>
                  <a:pt x="7599129" y="5600637"/>
                </a:cubicBezTo>
                <a:cubicBezTo>
                  <a:pt x="7611255" y="5590224"/>
                  <a:pt x="7625951" y="5585018"/>
                  <a:pt x="7643216" y="5585018"/>
                </a:cubicBezTo>
                <a:close/>
                <a:moveTo>
                  <a:pt x="7243166" y="5585018"/>
                </a:moveTo>
                <a:cubicBezTo>
                  <a:pt x="7255263" y="5585018"/>
                  <a:pt x="7265894" y="5588172"/>
                  <a:pt x="7275059" y="5594481"/>
                </a:cubicBezTo>
                <a:cubicBezTo>
                  <a:pt x="7281669" y="5599021"/>
                  <a:pt x="7286958" y="5604895"/>
                  <a:pt x="7290926" y="5612102"/>
                </a:cubicBezTo>
                <a:cubicBezTo>
                  <a:pt x="7295054" y="5619695"/>
                  <a:pt x="7297119" y="5627597"/>
                  <a:pt x="7297119" y="5635810"/>
                </a:cubicBezTo>
                <a:cubicBezTo>
                  <a:pt x="7297119" y="5650276"/>
                  <a:pt x="7290489" y="5662573"/>
                  <a:pt x="7277229" y="5672701"/>
                </a:cubicBezTo>
                <a:cubicBezTo>
                  <a:pt x="7264753" y="5682223"/>
                  <a:pt x="7250462" y="5686983"/>
                  <a:pt x="7234356" y="5686983"/>
                </a:cubicBezTo>
                <a:cubicBezTo>
                  <a:pt x="7218557" y="5686983"/>
                  <a:pt x="7205756" y="5682479"/>
                  <a:pt x="7195954" y="5673472"/>
                </a:cubicBezTo>
                <a:cubicBezTo>
                  <a:pt x="7186354" y="5664671"/>
                  <a:pt x="7181554" y="5653202"/>
                  <a:pt x="7181554" y="5639065"/>
                </a:cubicBezTo>
                <a:cubicBezTo>
                  <a:pt x="7181554" y="5623403"/>
                  <a:pt x="7187396" y="5610594"/>
                  <a:pt x="7199079" y="5600637"/>
                </a:cubicBezTo>
                <a:cubicBezTo>
                  <a:pt x="7211205" y="5590224"/>
                  <a:pt x="7225901" y="5585018"/>
                  <a:pt x="7243166" y="5585018"/>
                </a:cubicBezTo>
                <a:close/>
                <a:moveTo>
                  <a:pt x="7003847" y="5585018"/>
                </a:moveTo>
                <a:cubicBezTo>
                  <a:pt x="7007447" y="5585018"/>
                  <a:pt x="7011100" y="5587366"/>
                  <a:pt x="7014804" y="5592062"/>
                </a:cubicBezTo>
                <a:cubicBezTo>
                  <a:pt x="7017040" y="5594784"/>
                  <a:pt x="7018972" y="5598044"/>
                  <a:pt x="7020599" y="5601840"/>
                </a:cubicBezTo>
                <a:cubicBezTo>
                  <a:pt x="7022225" y="5605636"/>
                  <a:pt x="7023038" y="5608947"/>
                  <a:pt x="7023038" y="5611773"/>
                </a:cubicBezTo>
                <a:cubicBezTo>
                  <a:pt x="7023038" y="5614858"/>
                  <a:pt x="7021941" y="5617440"/>
                  <a:pt x="7019747" y="5619517"/>
                </a:cubicBezTo>
                <a:cubicBezTo>
                  <a:pt x="7017552" y="5621594"/>
                  <a:pt x="7014838" y="5622632"/>
                  <a:pt x="7011604" y="5622632"/>
                </a:cubicBezTo>
                <a:cubicBezTo>
                  <a:pt x="7008974" y="5622632"/>
                  <a:pt x="7006669" y="5622021"/>
                  <a:pt x="7004690" y="5620798"/>
                </a:cubicBezTo>
                <a:cubicBezTo>
                  <a:pt x="7002711" y="5619575"/>
                  <a:pt x="7000321" y="5617250"/>
                  <a:pt x="6997521" y="5613822"/>
                </a:cubicBezTo>
                <a:cubicBezTo>
                  <a:pt x="6992646" y="5609864"/>
                  <a:pt x="6989136" y="5607886"/>
                  <a:pt x="6986993" y="5607886"/>
                </a:cubicBezTo>
                <a:cubicBezTo>
                  <a:pt x="6985801" y="5607886"/>
                  <a:pt x="6984743" y="5608347"/>
                  <a:pt x="6983821" y="5609269"/>
                </a:cubicBezTo>
                <a:cubicBezTo>
                  <a:pt x="6982897" y="5610191"/>
                  <a:pt x="6982436" y="5611281"/>
                  <a:pt x="6982436" y="5612539"/>
                </a:cubicBezTo>
                <a:cubicBezTo>
                  <a:pt x="6982436" y="5614858"/>
                  <a:pt x="6985031" y="5617205"/>
                  <a:pt x="6990221" y="5619578"/>
                </a:cubicBezTo>
                <a:cubicBezTo>
                  <a:pt x="7001266" y="5624545"/>
                  <a:pt x="7009736" y="5629977"/>
                  <a:pt x="7015631" y="5635872"/>
                </a:cubicBezTo>
                <a:cubicBezTo>
                  <a:pt x="7020889" y="5641130"/>
                  <a:pt x="7023518" y="5647525"/>
                  <a:pt x="7023518" y="5655057"/>
                </a:cubicBezTo>
                <a:cubicBezTo>
                  <a:pt x="7023518" y="5664546"/>
                  <a:pt x="7019624" y="5671792"/>
                  <a:pt x="7011836" y="5676795"/>
                </a:cubicBezTo>
                <a:cubicBezTo>
                  <a:pt x="7004255" y="5683587"/>
                  <a:pt x="6995368" y="5686983"/>
                  <a:pt x="6985174" y="5686983"/>
                </a:cubicBezTo>
                <a:cubicBezTo>
                  <a:pt x="6982501" y="5686983"/>
                  <a:pt x="6977768" y="5686555"/>
                  <a:pt x="6970974" y="5685697"/>
                </a:cubicBezTo>
                <a:cubicBezTo>
                  <a:pt x="6965021" y="5685022"/>
                  <a:pt x="6961743" y="5684685"/>
                  <a:pt x="6961138" y="5684685"/>
                </a:cubicBezTo>
                <a:cubicBezTo>
                  <a:pt x="6960543" y="5684685"/>
                  <a:pt x="6959816" y="5684761"/>
                  <a:pt x="6958957" y="5684913"/>
                </a:cubicBezTo>
                <a:cubicBezTo>
                  <a:pt x="6956814" y="5685208"/>
                  <a:pt x="6955243" y="5685355"/>
                  <a:pt x="6954243" y="5685355"/>
                </a:cubicBezTo>
                <a:cubicBezTo>
                  <a:pt x="6950734" y="5685355"/>
                  <a:pt x="6947934" y="5684426"/>
                  <a:pt x="6945844" y="5682568"/>
                </a:cubicBezTo>
                <a:cubicBezTo>
                  <a:pt x="6943013" y="5680014"/>
                  <a:pt x="6940427" y="5676077"/>
                  <a:pt x="6938086" y="5670759"/>
                </a:cubicBezTo>
                <a:cubicBezTo>
                  <a:pt x="6935744" y="5665441"/>
                  <a:pt x="6934574" y="5660813"/>
                  <a:pt x="6934574" y="5656877"/>
                </a:cubicBezTo>
                <a:cubicBezTo>
                  <a:pt x="6934574" y="5649702"/>
                  <a:pt x="6937523" y="5646114"/>
                  <a:pt x="6943422" y="5646114"/>
                </a:cubicBezTo>
                <a:cubicBezTo>
                  <a:pt x="6945680" y="5646114"/>
                  <a:pt x="6947666" y="5646787"/>
                  <a:pt x="6949378" y="5648135"/>
                </a:cubicBezTo>
                <a:cubicBezTo>
                  <a:pt x="6951091" y="5649483"/>
                  <a:pt x="6954385" y="5652757"/>
                  <a:pt x="6959260" y="5657958"/>
                </a:cubicBezTo>
                <a:cubicBezTo>
                  <a:pt x="6961760" y="5660641"/>
                  <a:pt x="6963749" y="5662435"/>
                  <a:pt x="6965226" y="5663337"/>
                </a:cubicBezTo>
                <a:cubicBezTo>
                  <a:pt x="6966702" y="5664239"/>
                  <a:pt x="6968245" y="5664691"/>
                  <a:pt x="6969852" y="5664691"/>
                </a:cubicBezTo>
                <a:cubicBezTo>
                  <a:pt x="6971457" y="5664691"/>
                  <a:pt x="6972697" y="5664307"/>
                  <a:pt x="6973574" y="5663539"/>
                </a:cubicBezTo>
                <a:cubicBezTo>
                  <a:pt x="6974451" y="5662772"/>
                  <a:pt x="6974890" y="5661764"/>
                  <a:pt x="6974890" y="5660515"/>
                </a:cubicBezTo>
                <a:cubicBezTo>
                  <a:pt x="6974890" y="5658470"/>
                  <a:pt x="6972432" y="5656203"/>
                  <a:pt x="6967516" y="5653714"/>
                </a:cubicBezTo>
                <a:cubicBezTo>
                  <a:pt x="6957726" y="5649041"/>
                  <a:pt x="6950427" y="5643879"/>
                  <a:pt x="6945618" y="5638229"/>
                </a:cubicBezTo>
                <a:cubicBezTo>
                  <a:pt x="6940809" y="5632579"/>
                  <a:pt x="6938405" y="5625995"/>
                  <a:pt x="6938405" y="5618477"/>
                </a:cubicBezTo>
                <a:cubicBezTo>
                  <a:pt x="6938405" y="5610405"/>
                  <a:pt x="6940887" y="5603444"/>
                  <a:pt x="6945853" y="5597594"/>
                </a:cubicBezTo>
                <a:cubicBezTo>
                  <a:pt x="6952888" y="5589274"/>
                  <a:pt x="6962452" y="5585114"/>
                  <a:pt x="6974545" y="5585114"/>
                </a:cubicBezTo>
                <a:cubicBezTo>
                  <a:pt x="6977783" y="5585114"/>
                  <a:pt x="6982799" y="5585816"/>
                  <a:pt x="6989593" y="5587220"/>
                </a:cubicBezTo>
                <a:cubicBezTo>
                  <a:pt x="6991535" y="5587475"/>
                  <a:pt x="6992934" y="5587603"/>
                  <a:pt x="6993791" y="5587603"/>
                </a:cubicBezTo>
                <a:cubicBezTo>
                  <a:pt x="6994631" y="5587603"/>
                  <a:pt x="6996766" y="5587028"/>
                  <a:pt x="7000198" y="5585880"/>
                </a:cubicBezTo>
                <a:cubicBezTo>
                  <a:pt x="7001380" y="5585305"/>
                  <a:pt x="7002597" y="5585018"/>
                  <a:pt x="7003847" y="5585018"/>
                </a:cubicBezTo>
                <a:close/>
                <a:moveTo>
                  <a:pt x="6899072" y="5585018"/>
                </a:moveTo>
                <a:cubicBezTo>
                  <a:pt x="6902673" y="5585018"/>
                  <a:pt x="6906325" y="5587366"/>
                  <a:pt x="6910029" y="5592062"/>
                </a:cubicBezTo>
                <a:cubicBezTo>
                  <a:pt x="6912265" y="5594784"/>
                  <a:pt x="6914196" y="5598044"/>
                  <a:pt x="6915824" y="5601840"/>
                </a:cubicBezTo>
                <a:cubicBezTo>
                  <a:pt x="6917450" y="5605636"/>
                  <a:pt x="6918263" y="5608947"/>
                  <a:pt x="6918263" y="5611773"/>
                </a:cubicBezTo>
                <a:cubicBezTo>
                  <a:pt x="6918263" y="5614858"/>
                  <a:pt x="6917166" y="5617440"/>
                  <a:pt x="6914972" y="5619517"/>
                </a:cubicBezTo>
                <a:cubicBezTo>
                  <a:pt x="6912777" y="5621594"/>
                  <a:pt x="6910063" y="5622632"/>
                  <a:pt x="6906829" y="5622632"/>
                </a:cubicBezTo>
                <a:cubicBezTo>
                  <a:pt x="6904199" y="5622632"/>
                  <a:pt x="6901894" y="5622021"/>
                  <a:pt x="6899915" y="5620798"/>
                </a:cubicBezTo>
                <a:cubicBezTo>
                  <a:pt x="6897936" y="5619575"/>
                  <a:pt x="6895546" y="5617250"/>
                  <a:pt x="6892746" y="5613822"/>
                </a:cubicBezTo>
                <a:cubicBezTo>
                  <a:pt x="6887871" y="5609864"/>
                  <a:pt x="6884361" y="5607886"/>
                  <a:pt x="6882218" y="5607886"/>
                </a:cubicBezTo>
                <a:cubicBezTo>
                  <a:pt x="6881026" y="5607886"/>
                  <a:pt x="6879968" y="5608347"/>
                  <a:pt x="6879045" y="5609269"/>
                </a:cubicBezTo>
                <a:cubicBezTo>
                  <a:pt x="6878122" y="5610191"/>
                  <a:pt x="6877661" y="5611281"/>
                  <a:pt x="6877661" y="5612539"/>
                </a:cubicBezTo>
                <a:cubicBezTo>
                  <a:pt x="6877661" y="5614858"/>
                  <a:pt x="6880256" y="5617205"/>
                  <a:pt x="6885446" y="5619578"/>
                </a:cubicBezTo>
                <a:cubicBezTo>
                  <a:pt x="6896491" y="5624545"/>
                  <a:pt x="6904961" y="5629977"/>
                  <a:pt x="6910856" y="5635872"/>
                </a:cubicBezTo>
                <a:cubicBezTo>
                  <a:pt x="6916114" y="5641130"/>
                  <a:pt x="6918743" y="5647525"/>
                  <a:pt x="6918743" y="5655057"/>
                </a:cubicBezTo>
                <a:cubicBezTo>
                  <a:pt x="6918743" y="5664546"/>
                  <a:pt x="6914849" y="5671792"/>
                  <a:pt x="6907061" y="5676795"/>
                </a:cubicBezTo>
                <a:cubicBezTo>
                  <a:pt x="6899480" y="5683587"/>
                  <a:pt x="6890593" y="5686983"/>
                  <a:pt x="6880399" y="5686983"/>
                </a:cubicBezTo>
                <a:cubicBezTo>
                  <a:pt x="6877726" y="5686983"/>
                  <a:pt x="6872993" y="5686555"/>
                  <a:pt x="6866199" y="5685697"/>
                </a:cubicBezTo>
                <a:cubicBezTo>
                  <a:pt x="6860246" y="5685022"/>
                  <a:pt x="6856968" y="5684685"/>
                  <a:pt x="6856363" y="5684685"/>
                </a:cubicBezTo>
                <a:cubicBezTo>
                  <a:pt x="6855768" y="5684685"/>
                  <a:pt x="6855041" y="5684761"/>
                  <a:pt x="6854182" y="5684913"/>
                </a:cubicBezTo>
                <a:cubicBezTo>
                  <a:pt x="6852039" y="5685208"/>
                  <a:pt x="6850468" y="5685355"/>
                  <a:pt x="6849468" y="5685355"/>
                </a:cubicBezTo>
                <a:cubicBezTo>
                  <a:pt x="6845959" y="5685355"/>
                  <a:pt x="6843159" y="5684426"/>
                  <a:pt x="6841069" y="5682568"/>
                </a:cubicBezTo>
                <a:cubicBezTo>
                  <a:pt x="6838238" y="5680014"/>
                  <a:pt x="6835652" y="5676077"/>
                  <a:pt x="6833311" y="5670759"/>
                </a:cubicBezTo>
                <a:cubicBezTo>
                  <a:pt x="6830969" y="5665441"/>
                  <a:pt x="6829799" y="5660813"/>
                  <a:pt x="6829799" y="5656877"/>
                </a:cubicBezTo>
                <a:cubicBezTo>
                  <a:pt x="6829799" y="5649702"/>
                  <a:pt x="6832748" y="5646114"/>
                  <a:pt x="6838647" y="5646114"/>
                </a:cubicBezTo>
                <a:cubicBezTo>
                  <a:pt x="6840905" y="5646114"/>
                  <a:pt x="6842891" y="5646787"/>
                  <a:pt x="6844603" y="5648135"/>
                </a:cubicBezTo>
                <a:cubicBezTo>
                  <a:pt x="6846316" y="5649483"/>
                  <a:pt x="6849610" y="5652757"/>
                  <a:pt x="6854485" y="5657958"/>
                </a:cubicBezTo>
                <a:cubicBezTo>
                  <a:pt x="6856985" y="5660641"/>
                  <a:pt x="6858974" y="5662435"/>
                  <a:pt x="6860451" y="5663337"/>
                </a:cubicBezTo>
                <a:cubicBezTo>
                  <a:pt x="6861927" y="5664239"/>
                  <a:pt x="6863470" y="5664691"/>
                  <a:pt x="6865077" y="5664691"/>
                </a:cubicBezTo>
                <a:cubicBezTo>
                  <a:pt x="6866682" y="5664691"/>
                  <a:pt x="6867922" y="5664307"/>
                  <a:pt x="6868799" y="5663539"/>
                </a:cubicBezTo>
                <a:cubicBezTo>
                  <a:pt x="6869676" y="5662772"/>
                  <a:pt x="6870115" y="5661764"/>
                  <a:pt x="6870115" y="5660515"/>
                </a:cubicBezTo>
                <a:cubicBezTo>
                  <a:pt x="6870115" y="5658470"/>
                  <a:pt x="6867657" y="5656203"/>
                  <a:pt x="6862741" y="5653714"/>
                </a:cubicBezTo>
                <a:cubicBezTo>
                  <a:pt x="6852952" y="5649041"/>
                  <a:pt x="6845652" y="5643879"/>
                  <a:pt x="6840843" y="5638229"/>
                </a:cubicBezTo>
                <a:cubicBezTo>
                  <a:pt x="6836034" y="5632579"/>
                  <a:pt x="6833629" y="5625995"/>
                  <a:pt x="6833629" y="5618477"/>
                </a:cubicBezTo>
                <a:cubicBezTo>
                  <a:pt x="6833629" y="5610405"/>
                  <a:pt x="6836112" y="5603444"/>
                  <a:pt x="6841078" y="5597594"/>
                </a:cubicBezTo>
                <a:cubicBezTo>
                  <a:pt x="6848113" y="5589274"/>
                  <a:pt x="6857677" y="5585114"/>
                  <a:pt x="6869770" y="5585114"/>
                </a:cubicBezTo>
                <a:cubicBezTo>
                  <a:pt x="6873008" y="5585114"/>
                  <a:pt x="6878024" y="5585816"/>
                  <a:pt x="6884818" y="5587220"/>
                </a:cubicBezTo>
                <a:cubicBezTo>
                  <a:pt x="6886760" y="5587475"/>
                  <a:pt x="6888159" y="5587603"/>
                  <a:pt x="6889016" y="5587603"/>
                </a:cubicBezTo>
                <a:cubicBezTo>
                  <a:pt x="6889856" y="5587603"/>
                  <a:pt x="6891991" y="5587028"/>
                  <a:pt x="6895423" y="5585880"/>
                </a:cubicBezTo>
                <a:cubicBezTo>
                  <a:pt x="6896605" y="5585305"/>
                  <a:pt x="6897822" y="5585018"/>
                  <a:pt x="6899072" y="5585018"/>
                </a:cubicBezTo>
                <a:close/>
                <a:moveTo>
                  <a:pt x="5679872" y="5585018"/>
                </a:moveTo>
                <a:cubicBezTo>
                  <a:pt x="5683473" y="5585018"/>
                  <a:pt x="5687125" y="5587366"/>
                  <a:pt x="5690829" y="5592062"/>
                </a:cubicBezTo>
                <a:cubicBezTo>
                  <a:pt x="5693065" y="5594784"/>
                  <a:pt x="5694997" y="5598044"/>
                  <a:pt x="5696624" y="5601840"/>
                </a:cubicBezTo>
                <a:cubicBezTo>
                  <a:pt x="5698250" y="5605636"/>
                  <a:pt x="5699063" y="5608947"/>
                  <a:pt x="5699063" y="5611773"/>
                </a:cubicBezTo>
                <a:cubicBezTo>
                  <a:pt x="5699063" y="5614858"/>
                  <a:pt x="5697966" y="5617440"/>
                  <a:pt x="5695772" y="5619517"/>
                </a:cubicBezTo>
                <a:cubicBezTo>
                  <a:pt x="5693578" y="5621594"/>
                  <a:pt x="5690863" y="5622632"/>
                  <a:pt x="5687629" y="5622632"/>
                </a:cubicBezTo>
                <a:cubicBezTo>
                  <a:pt x="5684999" y="5622632"/>
                  <a:pt x="5682694" y="5622021"/>
                  <a:pt x="5680715" y="5620798"/>
                </a:cubicBezTo>
                <a:cubicBezTo>
                  <a:pt x="5678736" y="5619575"/>
                  <a:pt x="5676346" y="5617250"/>
                  <a:pt x="5673546" y="5613822"/>
                </a:cubicBezTo>
                <a:cubicBezTo>
                  <a:pt x="5668672" y="5609864"/>
                  <a:pt x="5665161" y="5607886"/>
                  <a:pt x="5663018" y="5607886"/>
                </a:cubicBezTo>
                <a:cubicBezTo>
                  <a:pt x="5661826" y="5607886"/>
                  <a:pt x="5660768" y="5608347"/>
                  <a:pt x="5659845" y="5609269"/>
                </a:cubicBezTo>
                <a:cubicBezTo>
                  <a:pt x="5658922" y="5610191"/>
                  <a:pt x="5658461" y="5611281"/>
                  <a:pt x="5658461" y="5612539"/>
                </a:cubicBezTo>
                <a:cubicBezTo>
                  <a:pt x="5658461" y="5614858"/>
                  <a:pt x="5661056" y="5617205"/>
                  <a:pt x="5666246" y="5619578"/>
                </a:cubicBezTo>
                <a:cubicBezTo>
                  <a:pt x="5677291" y="5624545"/>
                  <a:pt x="5685761" y="5629977"/>
                  <a:pt x="5691656" y="5635872"/>
                </a:cubicBezTo>
                <a:cubicBezTo>
                  <a:pt x="5696915" y="5641130"/>
                  <a:pt x="5699543" y="5647525"/>
                  <a:pt x="5699543" y="5655057"/>
                </a:cubicBezTo>
                <a:cubicBezTo>
                  <a:pt x="5699543" y="5664546"/>
                  <a:pt x="5695649" y="5671792"/>
                  <a:pt x="5687861" y="5676795"/>
                </a:cubicBezTo>
                <a:cubicBezTo>
                  <a:pt x="5680280" y="5683587"/>
                  <a:pt x="5671393" y="5686983"/>
                  <a:pt x="5661199" y="5686983"/>
                </a:cubicBezTo>
                <a:cubicBezTo>
                  <a:pt x="5658526" y="5686983"/>
                  <a:pt x="5653793" y="5686555"/>
                  <a:pt x="5646999" y="5685697"/>
                </a:cubicBezTo>
                <a:cubicBezTo>
                  <a:pt x="5641046" y="5685022"/>
                  <a:pt x="5637768" y="5684685"/>
                  <a:pt x="5637163" y="5684685"/>
                </a:cubicBezTo>
                <a:cubicBezTo>
                  <a:pt x="5636568" y="5684685"/>
                  <a:pt x="5635841" y="5684761"/>
                  <a:pt x="5634982" y="5684913"/>
                </a:cubicBezTo>
                <a:cubicBezTo>
                  <a:pt x="5632839" y="5685208"/>
                  <a:pt x="5631268" y="5685355"/>
                  <a:pt x="5630269" y="5685355"/>
                </a:cubicBezTo>
                <a:cubicBezTo>
                  <a:pt x="5626759" y="5685355"/>
                  <a:pt x="5623959" y="5684426"/>
                  <a:pt x="5621869" y="5682568"/>
                </a:cubicBezTo>
                <a:cubicBezTo>
                  <a:pt x="5619038" y="5680014"/>
                  <a:pt x="5616452" y="5676077"/>
                  <a:pt x="5614111" y="5670759"/>
                </a:cubicBezTo>
                <a:cubicBezTo>
                  <a:pt x="5611769" y="5665441"/>
                  <a:pt x="5610599" y="5660813"/>
                  <a:pt x="5610599" y="5656877"/>
                </a:cubicBezTo>
                <a:cubicBezTo>
                  <a:pt x="5610599" y="5649702"/>
                  <a:pt x="5613548" y="5646114"/>
                  <a:pt x="5619447" y="5646114"/>
                </a:cubicBezTo>
                <a:cubicBezTo>
                  <a:pt x="5621705" y="5646114"/>
                  <a:pt x="5623692" y="5646787"/>
                  <a:pt x="5625403" y="5648135"/>
                </a:cubicBezTo>
                <a:cubicBezTo>
                  <a:pt x="5627116" y="5649483"/>
                  <a:pt x="5630410" y="5652757"/>
                  <a:pt x="5635285" y="5657958"/>
                </a:cubicBezTo>
                <a:cubicBezTo>
                  <a:pt x="5637785" y="5660641"/>
                  <a:pt x="5639774" y="5662435"/>
                  <a:pt x="5641251" y="5663337"/>
                </a:cubicBezTo>
                <a:cubicBezTo>
                  <a:pt x="5642727" y="5664239"/>
                  <a:pt x="5644270" y="5664691"/>
                  <a:pt x="5645877" y="5664691"/>
                </a:cubicBezTo>
                <a:cubicBezTo>
                  <a:pt x="5647482" y="5664691"/>
                  <a:pt x="5648723" y="5664307"/>
                  <a:pt x="5649599" y="5663539"/>
                </a:cubicBezTo>
                <a:cubicBezTo>
                  <a:pt x="5650476" y="5662772"/>
                  <a:pt x="5650915" y="5661764"/>
                  <a:pt x="5650915" y="5660515"/>
                </a:cubicBezTo>
                <a:cubicBezTo>
                  <a:pt x="5650915" y="5658470"/>
                  <a:pt x="5648457" y="5656203"/>
                  <a:pt x="5643541" y="5653714"/>
                </a:cubicBezTo>
                <a:cubicBezTo>
                  <a:pt x="5633751" y="5649041"/>
                  <a:pt x="5626452" y="5643879"/>
                  <a:pt x="5621643" y="5638229"/>
                </a:cubicBezTo>
                <a:cubicBezTo>
                  <a:pt x="5616834" y="5632579"/>
                  <a:pt x="5614429" y="5625995"/>
                  <a:pt x="5614429" y="5618477"/>
                </a:cubicBezTo>
                <a:cubicBezTo>
                  <a:pt x="5614429" y="5610405"/>
                  <a:pt x="5616912" y="5603444"/>
                  <a:pt x="5621878" y="5597594"/>
                </a:cubicBezTo>
                <a:cubicBezTo>
                  <a:pt x="5628913" y="5589274"/>
                  <a:pt x="5638477" y="5585114"/>
                  <a:pt x="5650570" y="5585114"/>
                </a:cubicBezTo>
                <a:cubicBezTo>
                  <a:pt x="5653808" y="5585114"/>
                  <a:pt x="5658824" y="5585816"/>
                  <a:pt x="5665618" y="5587220"/>
                </a:cubicBezTo>
                <a:cubicBezTo>
                  <a:pt x="5667560" y="5587475"/>
                  <a:pt x="5668959" y="5587603"/>
                  <a:pt x="5669816" y="5587603"/>
                </a:cubicBezTo>
                <a:cubicBezTo>
                  <a:pt x="5670656" y="5587603"/>
                  <a:pt x="5672791" y="5587028"/>
                  <a:pt x="5676223" y="5585880"/>
                </a:cubicBezTo>
                <a:cubicBezTo>
                  <a:pt x="5677405" y="5585305"/>
                  <a:pt x="5678621" y="5585018"/>
                  <a:pt x="5679872" y="5585018"/>
                </a:cubicBezTo>
                <a:close/>
                <a:moveTo>
                  <a:pt x="5552645" y="5585018"/>
                </a:moveTo>
                <a:cubicBezTo>
                  <a:pt x="5564179" y="5585018"/>
                  <a:pt x="5573991" y="5587959"/>
                  <a:pt x="5582079" y="5593841"/>
                </a:cubicBezTo>
                <a:cubicBezTo>
                  <a:pt x="5586480" y="5597072"/>
                  <a:pt x="5589560" y="5600775"/>
                  <a:pt x="5591318" y="5604950"/>
                </a:cubicBezTo>
                <a:cubicBezTo>
                  <a:pt x="5593077" y="5609124"/>
                  <a:pt x="5593957" y="5614035"/>
                  <a:pt x="5593957" y="5619684"/>
                </a:cubicBezTo>
                <a:lnTo>
                  <a:pt x="5593766" y="5633951"/>
                </a:lnTo>
                <a:cubicBezTo>
                  <a:pt x="5593766" y="5644912"/>
                  <a:pt x="5594280" y="5651468"/>
                  <a:pt x="5595308" y="5653619"/>
                </a:cubicBezTo>
                <a:cubicBezTo>
                  <a:pt x="5596088" y="5655179"/>
                  <a:pt x="5596642" y="5656056"/>
                  <a:pt x="5596969" y="5656252"/>
                </a:cubicBezTo>
                <a:cubicBezTo>
                  <a:pt x="5597295" y="5656448"/>
                  <a:pt x="5598353" y="5656685"/>
                  <a:pt x="5600143" y="5656964"/>
                </a:cubicBezTo>
                <a:cubicBezTo>
                  <a:pt x="5603361" y="5657468"/>
                  <a:pt x="5604970" y="5659450"/>
                  <a:pt x="5604970" y="5662910"/>
                </a:cubicBezTo>
                <a:cubicBezTo>
                  <a:pt x="5604970" y="5666392"/>
                  <a:pt x="5603639" y="5669931"/>
                  <a:pt x="5600978" y="5673526"/>
                </a:cubicBezTo>
                <a:cubicBezTo>
                  <a:pt x="5598316" y="5677121"/>
                  <a:pt x="5595241" y="5679844"/>
                  <a:pt x="5591755" y="5681697"/>
                </a:cubicBezTo>
                <a:cubicBezTo>
                  <a:pt x="5586005" y="5685221"/>
                  <a:pt x="5580310" y="5686983"/>
                  <a:pt x="5574669" y="5686983"/>
                </a:cubicBezTo>
                <a:cubicBezTo>
                  <a:pt x="5567349" y="5686983"/>
                  <a:pt x="5561510" y="5684412"/>
                  <a:pt x="5557153" y="5679271"/>
                </a:cubicBezTo>
                <a:cubicBezTo>
                  <a:pt x="5556253" y="5678157"/>
                  <a:pt x="5555549" y="5677600"/>
                  <a:pt x="5555039" y="5677600"/>
                </a:cubicBezTo>
                <a:cubicBezTo>
                  <a:pt x="5554251" y="5677600"/>
                  <a:pt x="5553243" y="5678056"/>
                  <a:pt x="5552014" y="5678968"/>
                </a:cubicBezTo>
                <a:cubicBezTo>
                  <a:pt x="5544719" y="5684312"/>
                  <a:pt x="5536789" y="5686983"/>
                  <a:pt x="5528226" y="5686983"/>
                </a:cubicBezTo>
                <a:cubicBezTo>
                  <a:pt x="5519433" y="5686983"/>
                  <a:pt x="5512289" y="5685084"/>
                  <a:pt x="5506796" y="5681285"/>
                </a:cubicBezTo>
                <a:cubicBezTo>
                  <a:pt x="5503155" y="5678744"/>
                  <a:pt x="5500273" y="5675433"/>
                  <a:pt x="5498146" y="5671354"/>
                </a:cubicBezTo>
                <a:cubicBezTo>
                  <a:pt x="5496021" y="5667275"/>
                  <a:pt x="5494957" y="5662992"/>
                  <a:pt x="5494957" y="5658504"/>
                </a:cubicBezTo>
                <a:cubicBezTo>
                  <a:pt x="5494957" y="5651297"/>
                  <a:pt x="5497832" y="5644955"/>
                  <a:pt x="5503581" y="5639480"/>
                </a:cubicBezTo>
                <a:cubicBezTo>
                  <a:pt x="5512325" y="5631072"/>
                  <a:pt x="5525291" y="5626835"/>
                  <a:pt x="5542478" y="5626769"/>
                </a:cubicBezTo>
                <a:cubicBezTo>
                  <a:pt x="5545769" y="5626769"/>
                  <a:pt x="5547673" y="5626571"/>
                  <a:pt x="5548191" y="5626174"/>
                </a:cubicBezTo>
                <a:cubicBezTo>
                  <a:pt x="5548708" y="5625777"/>
                  <a:pt x="5548967" y="5624552"/>
                  <a:pt x="5548967" y="5622498"/>
                </a:cubicBezTo>
                <a:cubicBezTo>
                  <a:pt x="5548967" y="5616061"/>
                  <a:pt x="5548377" y="5611569"/>
                  <a:pt x="5547198" y="5609023"/>
                </a:cubicBezTo>
                <a:cubicBezTo>
                  <a:pt x="5546019" y="5606477"/>
                  <a:pt x="5544259" y="5605204"/>
                  <a:pt x="5541920" y="5605204"/>
                </a:cubicBezTo>
                <a:cubicBezTo>
                  <a:pt x="5540470" y="5605204"/>
                  <a:pt x="5539130" y="5605676"/>
                  <a:pt x="5537899" y="5606619"/>
                </a:cubicBezTo>
                <a:cubicBezTo>
                  <a:pt x="5536667" y="5607562"/>
                  <a:pt x="5535064" y="5609389"/>
                  <a:pt x="5533088" y="5612099"/>
                </a:cubicBezTo>
                <a:cubicBezTo>
                  <a:pt x="5526870" y="5620973"/>
                  <a:pt x="5520301" y="5625410"/>
                  <a:pt x="5513382" y="5625410"/>
                </a:cubicBezTo>
                <a:cubicBezTo>
                  <a:pt x="5509729" y="5625410"/>
                  <a:pt x="5506718" y="5624302"/>
                  <a:pt x="5504350" y="5622087"/>
                </a:cubicBezTo>
                <a:cubicBezTo>
                  <a:pt x="5501983" y="5619872"/>
                  <a:pt x="5500799" y="5616977"/>
                  <a:pt x="5500799" y="5613401"/>
                </a:cubicBezTo>
                <a:cubicBezTo>
                  <a:pt x="5500799" y="5609878"/>
                  <a:pt x="5502141" y="5606444"/>
                  <a:pt x="5504823" y="5603100"/>
                </a:cubicBezTo>
                <a:cubicBezTo>
                  <a:pt x="5507505" y="5599756"/>
                  <a:pt x="5510728" y="5597070"/>
                  <a:pt x="5514493" y="5595042"/>
                </a:cubicBezTo>
                <a:cubicBezTo>
                  <a:pt x="5527048" y="5588359"/>
                  <a:pt x="5539764" y="5585018"/>
                  <a:pt x="5552645" y="5585018"/>
                </a:cubicBezTo>
                <a:close/>
                <a:moveTo>
                  <a:pt x="5033366" y="5585018"/>
                </a:moveTo>
                <a:cubicBezTo>
                  <a:pt x="5045463" y="5585018"/>
                  <a:pt x="5056094" y="5588172"/>
                  <a:pt x="5065259" y="5594481"/>
                </a:cubicBezTo>
                <a:cubicBezTo>
                  <a:pt x="5071869" y="5599021"/>
                  <a:pt x="5077158" y="5604895"/>
                  <a:pt x="5081126" y="5612102"/>
                </a:cubicBezTo>
                <a:cubicBezTo>
                  <a:pt x="5085254" y="5619695"/>
                  <a:pt x="5087319" y="5627597"/>
                  <a:pt x="5087319" y="5635810"/>
                </a:cubicBezTo>
                <a:cubicBezTo>
                  <a:pt x="5087319" y="5650276"/>
                  <a:pt x="5080689" y="5662573"/>
                  <a:pt x="5067429" y="5672701"/>
                </a:cubicBezTo>
                <a:cubicBezTo>
                  <a:pt x="5054954" y="5682223"/>
                  <a:pt x="5040662" y="5686983"/>
                  <a:pt x="5024557" y="5686983"/>
                </a:cubicBezTo>
                <a:cubicBezTo>
                  <a:pt x="5008757" y="5686983"/>
                  <a:pt x="4995956" y="5682479"/>
                  <a:pt x="4986154" y="5673472"/>
                </a:cubicBezTo>
                <a:cubicBezTo>
                  <a:pt x="4976554" y="5664671"/>
                  <a:pt x="4971754" y="5653202"/>
                  <a:pt x="4971754" y="5639065"/>
                </a:cubicBezTo>
                <a:cubicBezTo>
                  <a:pt x="4971754" y="5623403"/>
                  <a:pt x="4977596" y="5610594"/>
                  <a:pt x="4989279" y="5600637"/>
                </a:cubicBezTo>
                <a:cubicBezTo>
                  <a:pt x="5001405" y="5590224"/>
                  <a:pt x="5016101" y="5585018"/>
                  <a:pt x="5033366" y="5585018"/>
                </a:cubicBezTo>
                <a:close/>
                <a:moveTo>
                  <a:pt x="4099917" y="5585018"/>
                </a:moveTo>
                <a:cubicBezTo>
                  <a:pt x="4112013" y="5585018"/>
                  <a:pt x="4122645" y="5588172"/>
                  <a:pt x="4131810" y="5594481"/>
                </a:cubicBezTo>
                <a:cubicBezTo>
                  <a:pt x="4138420" y="5599021"/>
                  <a:pt x="4143709" y="5604895"/>
                  <a:pt x="4147677" y="5612102"/>
                </a:cubicBezTo>
                <a:cubicBezTo>
                  <a:pt x="4151805" y="5619695"/>
                  <a:pt x="4153870" y="5627597"/>
                  <a:pt x="4153870" y="5635810"/>
                </a:cubicBezTo>
                <a:cubicBezTo>
                  <a:pt x="4153870" y="5650276"/>
                  <a:pt x="4147240" y="5662573"/>
                  <a:pt x="4133981" y="5672701"/>
                </a:cubicBezTo>
                <a:cubicBezTo>
                  <a:pt x="4121504" y="5682223"/>
                  <a:pt x="4107214" y="5686983"/>
                  <a:pt x="4091107" y="5686983"/>
                </a:cubicBezTo>
                <a:cubicBezTo>
                  <a:pt x="4075308" y="5686983"/>
                  <a:pt x="4062508" y="5682479"/>
                  <a:pt x="4052705" y="5673472"/>
                </a:cubicBezTo>
                <a:cubicBezTo>
                  <a:pt x="4043105" y="5664671"/>
                  <a:pt x="4038305" y="5653202"/>
                  <a:pt x="4038305" y="5639065"/>
                </a:cubicBezTo>
                <a:cubicBezTo>
                  <a:pt x="4038305" y="5623403"/>
                  <a:pt x="4044147" y="5610594"/>
                  <a:pt x="4055830" y="5600637"/>
                </a:cubicBezTo>
                <a:cubicBezTo>
                  <a:pt x="4067957" y="5590224"/>
                  <a:pt x="4082651" y="5585018"/>
                  <a:pt x="4099917" y="5585018"/>
                </a:cubicBezTo>
                <a:close/>
                <a:moveTo>
                  <a:pt x="3376017" y="5585018"/>
                </a:moveTo>
                <a:cubicBezTo>
                  <a:pt x="3388114" y="5585018"/>
                  <a:pt x="3398745" y="5588172"/>
                  <a:pt x="3407910" y="5594481"/>
                </a:cubicBezTo>
                <a:cubicBezTo>
                  <a:pt x="3414520" y="5599021"/>
                  <a:pt x="3419809" y="5604895"/>
                  <a:pt x="3423777" y="5612102"/>
                </a:cubicBezTo>
                <a:cubicBezTo>
                  <a:pt x="3427905" y="5619695"/>
                  <a:pt x="3429969" y="5627597"/>
                  <a:pt x="3429969" y="5635810"/>
                </a:cubicBezTo>
                <a:cubicBezTo>
                  <a:pt x="3429969" y="5650276"/>
                  <a:pt x="3423340" y="5662573"/>
                  <a:pt x="3410080" y="5672701"/>
                </a:cubicBezTo>
                <a:cubicBezTo>
                  <a:pt x="3397604" y="5682223"/>
                  <a:pt x="3383313" y="5686983"/>
                  <a:pt x="3367207" y="5686983"/>
                </a:cubicBezTo>
                <a:cubicBezTo>
                  <a:pt x="3351407" y="5686983"/>
                  <a:pt x="3338607" y="5682479"/>
                  <a:pt x="3328805" y="5673472"/>
                </a:cubicBezTo>
                <a:cubicBezTo>
                  <a:pt x="3319204" y="5664671"/>
                  <a:pt x="3314405" y="5653202"/>
                  <a:pt x="3314405" y="5639065"/>
                </a:cubicBezTo>
                <a:cubicBezTo>
                  <a:pt x="3314405" y="5623403"/>
                  <a:pt x="3320247" y="5610594"/>
                  <a:pt x="3331930" y="5600637"/>
                </a:cubicBezTo>
                <a:cubicBezTo>
                  <a:pt x="3344056" y="5590224"/>
                  <a:pt x="3358752" y="5585018"/>
                  <a:pt x="3376017" y="5585018"/>
                </a:cubicBezTo>
                <a:close/>
                <a:moveTo>
                  <a:pt x="3155466" y="5585018"/>
                </a:moveTo>
                <a:cubicBezTo>
                  <a:pt x="3164101" y="5585018"/>
                  <a:pt x="3171796" y="5587989"/>
                  <a:pt x="3178550" y="5593933"/>
                </a:cubicBezTo>
                <a:cubicBezTo>
                  <a:pt x="3183656" y="5598435"/>
                  <a:pt x="3187604" y="5604074"/>
                  <a:pt x="3190395" y="5610849"/>
                </a:cubicBezTo>
                <a:cubicBezTo>
                  <a:pt x="3193311" y="5617940"/>
                  <a:pt x="3194769" y="5625367"/>
                  <a:pt x="3194769" y="5633128"/>
                </a:cubicBezTo>
                <a:cubicBezTo>
                  <a:pt x="3194769" y="5649763"/>
                  <a:pt x="3188179" y="5663660"/>
                  <a:pt x="3174997" y="5674822"/>
                </a:cubicBezTo>
                <a:cubicBezTo>
                  <a:pt x="3168157" y="5682930"/>
                  <a:pt x="3159126" y="5686983"/>
                  <a:pt x="3147902" y="5686983"/>
                </a:cubicBezTo>
                <a:cubicBezTo>
                  <a:pt x="3142175" y="5686983"/>
                  <a:pt x="3136325" y="5685656"/>
                  <a:pt x="3130351" y="5683000"/>
                </a:cubicBezTo>
                <a:cubicBezTo>
                  <a:pt x="3129430" y="5682591"/>
                  <a:pt x="3128770" y="5682387"/>
                  <a:pt x="3128367" y="5682387"/>
                </a:cubicBezTo>
                <a:cubicBezTo>
                  <a:pt x="3127818" y="5682387"/>
                  <a:pt x="3127544" y="5683651"/>
                  <a:pt x="3127544" y="5686179"/>
                </a:cubicBezTo>
                <a:cubicBezTo>
                  <a:pt x="3127544" y="5690553"/>
                  <a:pt x="3128926" y="5693653"/>
                  <a:pt x="3131691" y="5695479"/>
                </a:cubicBezTo>
                <a:cubicBezTo>
                  <a:pt x="3135001" y="5697708"/>
                  <a:pt x="3137069" y="5699322"/>
                  <a:pt x="3137894" y="5700322"/>
                </a:cubicBezTo>
                <a:cubicBezTo>
                  <a:pt x="3138719" y="5701322"/>
                  <a:pt x="3139132" y="5702896"/>
                  <a:pt x="3139132" y="5705044"/>
                </a:cubicBezTo>
                <a:cubicBezTo>
                  <a:pt x="3139132" y="5709671"/>
                  <a:pt x="3136733" y="5713149"/>
                  <a:pt x="3131935" y="5715477"/>
                </a:cubicBezTo>
                <a:cubicBezTo>
                  <a:pt x="3127137" y="5717804"/>
                  <a:pt x="3120681" y="5718968"/>
                  <a:pt x="3112566" y="5718968"/>
                </a:cubicBezTo>
                <a:cubicBezTo>
                  <a:pt x="3098348" y="5718968"/>
                  <a:pt x="3085567" y="5715307"/>
                  <a:pt x="3074223" y="5707984"/>
                </a:cubicBezTo>
                <a:cubicBezTo>
                  <a:pt x="3068925" y="5706434"/>
                  <a:pt x="3066276" y="5703188"/>
                  <a:pt x="3066276" y="5698246"/>
                </a:cubicBezTo>
                <a:cubicBezTo>
                  <a:pt x="3066276" y="5695869"/>
                  <a:pt x="3066790" y="5694044"/>
                  <a:pt x="3067818" y="5692769"/>
                </a:cubicBezTo>
                <a:cubicBezTo>
                  <a:pt x="3068846" y="5691495"/>
                  <a:pt x="3071177" y="5690180"/>
                  <a:pt x="3074812" y="5688822"/>
                </a:cubicBezTo>
                <a:cubicBezTo>
                  <a:pt x="3076479" y="5687693"/>
                  <a:pt x="3077644" y="5685311"/>
                  <a:pt x="3078307" y="5681675"/>
                </a:cubicBezTo>
                <a:cubicBezTo>
                  <a:pt x="3078970" y="5678039"/>
                  <a:pt x="3079493" y="5666750"/>
                  <a:pt x="3079873" y="5647808"/>
                </a:cubicBezTo>
                <a:cubicBezTo>
                  <a:pt x="3079434" y="5632408"/>
                  <a:pt x="3078860" y="5623635"/>
                  <a:pt x="3078150" y="5621489"/>
                </a:cubicBezTo>
                <a:cubicBezTo>
                  <a:pt x="3078184" y="5621769"/>
                  <a:pt x="3078111" y="5621872"/>
                  <a:pt x="3077930" y="5621799"/>
                </a:cubicBezTo>
                <a:cubicBezTo>
                  <a:pt x="3077748" y="5621726"/>
                  <a:pt x="3076403" y="5621450"/>
                  <a:pt x="3073895" y="5620973"/>
                </a:cubicBezTo>
                <a:cubicBezTo>
                  <a:pt x="3071389" y="5620503"/>
                  <a:pt x="3069349" y="5619344"/>
                  <a:pt x="3067775" y="5617495"/>
                </a:cubicBezTo>
                <a:cubicBezTo>
                  <a:pt x="3066201" y="5615645"/>
                  <a:pt x="3065413" y="5613419"/>
                  <a:pt x="3065413" y="5610816"/>
                </a:cubicBezTo>
                <a:cubicBezTo>
                  <a:pt x="3065413" y="5607742"/>
                  <a:pt x="3066431" y="5605096"/>
                  <a:pt x="3068468" y="5602878"/>
                </a:cubicBezTo>
                <a:cubicBezTo>
                  <a:pt x="3070504" y="5600659"/>
                  <a:pt x="3073661" y="5598565"/>
                  <a:pt x="3077938" y="5596596"/>
                </a:cubicBezTo>
                <a:cubicBezTo>
                  <a:pt x="3093793" y="5589412"/>
                  <a:pt x="3107168" y="5585744"/>
                  <a:pt x="3118065" y="5585593"/>
                </a:cubicBezTo>
                <a:cubicBezTo>
                  <a:pt x="3121011" y="5585593"/>
                  <a:pt x="3123200" y="5586093"/>
                  <a:pt x="3124632" y="5587095"/>
                </a:cubicBezTo>
                <a:cubicBezTo>
                  <a:pt x="3126063" y="5588096"/>
                  <a:pt x="3126778" y="5590257"/>
                  <a:pt x="3126778" y="5593579"/>
                </a:cubicBezTo>
                <a:cubicBezTo>
                  <a:pt x="3126778" y="5594639"/>
                  <a:pt x="3126861" y="5595169"/>
                  <a:pt x="3127026" y="5595169"/>
                </a:cubicBezTo>
                <a:cubicBezTo>
                  <a:pt x="3127268" y="5595169"/>
                  <a:pt x="3129040" y="5594068"/>
                  <a:pt x="3132344" y="5591865"/>
                </a:cubicBezTo>
                <a:cubicBezTo>
                  <a:pt x="3135250" y="5589905"/>
                  <a:pt x="3138925" y="5588273"/>
                  <a:pt x="3143367" y="5586971"/>
                </a:cubicBezTo>
                <a:cubicBezTo>
                  <a:pt x="3147810" y="5585669"/>
                  <a:pt x="3151843" y="5585018"/>
                  <a:pt x="3155466" y="5585018"/>
                </a:cubicBezTo>
                <a:close/>
                <a:moveTo>
                  <a:pt x="2956917" y="5585018"/>
                </a:moveTo>
                <a:cubicBezTo>
                  <a:pt x="2969013" y="5585018"/>
                  <a:pt x="2979645" y="5588172"/>
                  <a:pt x="2988810" y="5594481"/>
                </a:cubicBezTo>
                <a:cubicBezTo>
                  <a:pt x="2995420" y="5599021"/>
                  <a:pt x="3000708" y="5604895"/>
                  <a:pt x="3004677" y="5612102"/>
                </a:cubicBezTo>
                <a:cubicBezTo>
                  <a:pt x="3008805" y="5619695"/>
                  <a:pt x="3010869" y="5627597"/>
                  <a:pt x="3010869" y="5635810"/>
                </a:cubicBezTo>
                <a:cubicBezTo>
                  <a:pt x="3010869" y="5650276"/>
                  <a:pt x="3004240" y="5662573"/>
                  <a:pt x="2990980" y="5672701"/>
                </a:cubicBezTo>
                <a:cubicBezTo>
                  <a:pt x="2978504" y="5682223"/>
                  <a:pt x="2964213" y="5686983"/>
                  <a:pt x="2948107" y="5686983"/>
                </a:cubicBezTo>
                <a:cubicBezTo>
                  <a:pt x="2932308" y="5686983"/>
                  <a:pt x="2919507" y="5682479"/>
                  <a:pt x="2909705" y="5673472"/>
                </a:cubicBezTo>
                <a:cubicBezTo>
                  <a:pt x="2900105" y="5664671"/>
                  <a:pt x="2895305" y="5653202"/>
                  <a:pt x="2895305" y="5639065"/>
                </a:cubicBezTo>
                <a:cubicBezTo>
                  <a:pt x="2895305" y="5623403"/>
                  <a:pt x="2901146" y="5610594"/>
                  <a:pt x="2912830" y="5600637"/>
                </a:cubicBezTo>
                <a:cubicBezTo>
                  <a:pt x="2924956" y="5590224"/>
                  <a:pt x="2939652" y="5585018"/>
                  <a:pt x="2956917" y="5585018"/>
                </a:cubicBezTo>
                <a:close/>
                <a:moveTo>
                  <a:pt x="2717598" y="5585018"/>
                </a:moveTo>
                <a:cubicBezTo>
                  <a:pt x="2721198" y="5585018"/>
                  <a:pt x="2724851" y="5587366"/>
                  <a:pt x="2728555" y="5592062"/>
                </a:cubicBezTo>
                <a:cubicBezTo>
                  <a:pt x="2730791" y="5594784"/>
                  <a:pt x="2732722" y="5598044"/>
                  <a:pt x="2734349" y="5601840"/>
                </a:cubicBezTo>
                <a:cubicBezTo>
                  <a:pt x="2735976" y="5605636"/>
                  <a:pt x="2736789" y="5608947"/>
                  <a:pt x="2736789" y="5611773"/>
                </a:cubicBezTo>
                <a:cubicBezTo>
                  <a:pt x="2736789" y="5614858"/>
                  <a:pt x="2735693" y="5617440"/>
                  <a:pt x="2733498" y="5619517"/>
                </a:cubicBezTo>
                <a:cubicBezTo>
                  <a:pt x="2731303" y="5621594"/>
                  <a:pt x="2728589" y="5622632"/>
                  <a:pt x="2725354" y="5622632"/>
                </a:cubicBezTo>
                <a:cubicBezTo>
                  <a:pt x="2722725" y="5622632"/>
                  <a:pt x="2720420" y="5622021"/>
                  <a:pt x="2718441" y="5620798"/>
                </a:cubicBezTo>
                <a:cubicBezTo>
                  <a:pt x="2716462" y="5619575"/>
                  <a:pt x="2714072" y="5617250"/>
                  <a:pt x="2711272" y="5613822"/>
                </a:cubicBezTo>
                <a:cubicBezTo>
                  <a:pt x="2706397" y="5609864"/>
                  <a:pt x="2702887" y="5607886"/>
                  <a:pt x="2700743" y="5607886"/>
                </a:cubicBezTo>
                <a:cubicBezTo>
                  <a:pt x="2699552" y="5607886"/>
                  <a:pt x="2698493" y="5608347"/>
                  <a:pt x="2697571" y="5609269"/>
                </a:cubicBezTo>
                <a:cubicBezTo>
                  <a:pt x="2696648" y="5610191"/>
                  <a:pt x="2696187" y="5611281"/>
                  <a:pt x="2696187" y="5612539"/>
                </a:cubicBezTo>
                <a:cubicBezTo>
                  <a:pt x="2696187" y="5614858"/>
                  <a:pt x="2698782" y="5617205"/>
                  <a:pt x="2703972" y="5619578"/>
                </a:cubicBezTo>
                <a:cubicBezTo>
                  <a:pt x="2715017" y="5624545"/>
                  <a:pt x="2723487" y="5629977"/>
                  <a:pt x="2729382" y="5635872"/>
                </a:cubicBezTo>
                <a:cubicBezTo>
                  <a:pt x="2734640" y="5641130"/>
                  <a:pt x="2737269" y="5647525"/>
                  <a:pt x="2737269" y="5655057"/>
                </a:cubicBezTo>
                <a:cubicBezTo>
                  <a:pt x="2737269" y="5664546"/>
                  <a:pt x="2733375" y="5671792"/>
                  <a:pt x="2725586" y="5676795"/>
                </a:cubicBezTo>
                <a:cubicBezTo>
                  <a:pt x="2718006" y="5683587"/>
                  <a:pt x="2709119" y="5686983"/>
                  <a:pt x="2698924" y="5686983"/>
                </a:cubicBezTo>
                <a:cubicBezTo>
                  <a:pt x="2696252" y="5686983"/>
                  <a:pt x="2691518" y="5686555"/>
                  <a:pt x="2684725" y="5685697"/>
                </a:cubicBezTo>
                <a:cubicBezTo>
                  <a:pt x="2678772" y="5685022"/>
                  <a:pt x="2675493" y="5684685"/>
                  <a:pt x="2674889" y="5684685"/>
                </a:cubicBezTo>
                <a:cubicBezTo>
                  <a:pt x="2674294" y="5684685"/>
                  <a:pt x="2673567" y="5684761"/>
                  <a:pt x="2672708" y="5684913"/>
                </a:cubicBezTo>
                <a:cubicBezTo>
                  <a:pt x="2670565" y="5685208"/>
                  <a:pt x="2668994" y="5685355"/>
                  <a:pt x="2667994" y="5685355"/>
                </a:cubicBezTo>
                <a:cubicBezTo>
                  <a:pt x="2664484" y="5685355"/>
                  <a:pt x="2661685" y="5684426"/>
                  <a:pt x="2659595" y="5682568"/>
                </a:cubicBezTo>
                <a:cubicBezTo>
                  <a:pt x="2656763" y="5680014"/>
                  <a:pt x="2654177" y="5676077"/>
                  <a:pt x="2651836" y="5670759"/>
                </a:cubicBezTo>
                <a:cubicBezTo>
                  <a:pt x="2649496" y="5665441"/>
                  <a:pt x="2648325" y="5660813"/>
                  <a:pt x="2648325" y="5656877"/>
                </a:cubicBezTo>
                <a:cubicBezTo>
                  <a:pt x="2648325" y="5649702"/>
                  <a:pt x="2651274" y="5646114"/>
                  <a:pt x="2657173" y="5646114"/>
                </a:cubicBezTo>
                <a:cubicBezTo>
                  <a:pt x="2659431" y="5646114"/>
                  <a:pt x="2661417" y="5646787"/>
                  <a:pt x="2663130" y="5648135"/>
                </a:cubicBezTo>
                <a:cubicBezTo>
                  <a:pt x="2664842" y="5649483"/>
                  <a:pt x="2668135" y="5652757"/>
                  <a:pt x="2673010" y="5657958"/>
                </a:cubicBezTo>
                <a:cubicBezTo>
                  <a:pt x="2675511" y="5660641"/>
                  <a:pt x="2677500" y="5662435"/>
                  <a:pt x="2678977" y="5663337"/>
                </a:cubicBezTo>
                <a:cubicBezTo>
                  <a:pt x="2680453" y="5664239"/>
                  <a:pt x="2681996" y="5664691"/>
                  <a:pt x="2683603" y="5664691"/>
                </a:cubicBezTo>
                <a:cubicBezTo>
                  <a:pt x="2685208" y="5664691"/>
                  <a:pt x="2686448" y="5664307"/>
                  <a:pt x="2687325" y="5663539"/>
                </a:cubicBezTo>
                <a:cubicBezTo>
                  <a:pt x="2688202" y="5662772"/>
                  <a:pt x="2688640" y="5661764"/>
                  <a:pt x="2688640" y="5660515"/>
                </a:cubicBezTo>
                <a:cubicBezTo>
                  <a:pt x="2688640" y="5658470"/>
                  <a:pt x="2686182" y="5656203"/>
                  <a:pt x="2681267" y="5653714"/>
                </a:cubicBezTo>
                <a:cubicBezTo>
                  <a:pt x="2671477" y="5649041"/>
                  <a:pt x="2664178" y="5643879"/>
                  <a:pt x="2659369" y="5638229"/>
                </a:cubicBezTo>
                <a:cubicBezTo>
                  <a:pt x="2654560" y="5632579"/>
                  <a:pt x="2652156" y="5625995"/>
                  <a:pt x="2652156" y="5618477"/>
                </a:cubicBezTo>
                <a:cubicBezTo>
                  <a:pt x="2652156" y="5610405"/>
                  <a:pt x="2654639" y="5603444"/>
                  <a:pt x="2659604" y="5597594"/>
                </a:cubicBezTo>
                <a:cubicBezTo>
                  <a:pt x="2666639" y="5589274"/>
                  <a:pt x="2676203" y="5585114"/>
                  <a:pt x="2688296" y="5585114"/>
                </a:cubicBezTo>
                <a:cubicBezTo>
                  <a:pt x="2691534" y="5585114"/>
                  <a:pt x="2696550" y="5585816"/>
                  <a:pt x="2703344" y="5587220"/>
                </a:cubicBezTo>
                <a:cubicBezTo>
                  <a:pt x="2705285" y="5587475"/>
                  <a:pt x="2706684" y="5587603"/>
                  <a:pt x="2707542" y="5587603"/>
                </a:cubicBezTo>
                <a:cubicBezTo>
                  <a:pt x="2708382" y="5587603"/>
                  <a:pt x="2710517" y="5587028"/>
                  <a:pt x="2713949" y="5585880"/>
                </a:cubicBezTo>
                <a:cubicBezTo>
                  <a:pt x="2715131" y="5585305"/>
                  <a:pt x="2716347" y="5585018"/>
                  <a:pt x="2717598" y="5585018"/>
                </a:cubicBezTo>
                <a:close/>
                <a:moveTo>
                  <a:pt x="2337792" y="5585018"/>
                </a:moveTo>
                <a:cubicBezTo>
                  <a:pt x="2349888" y="5585018"/>
                  <a:pt x="2360519" y="5588172"/>
                  <a:pt x="2369685" y="5594481"/>
                </a:cubicBezTo>
                <a:cubicBezTo>
                  <a:pt x="2376295" y="5599021"/>
                  <a:pt x="2381584" y="5604895"/>
                  <a:pt x="2385552" y="5612102"/>
                </a:cubicBezTo>
                <a:cubicBezTo>
                  <a:pt x="2389680" y="5619695"/>
                  <a:pt x="2391744" y="5627597"/>
                  <a:pt x="2391744" y="5635810"/>
                </a:cubicBezTo>
                <a:cubicBezTo>
                  <a:pt x="2391744" y="5650276"/>
                  <a:pt x="2385115" y="5662573"/>
                  <a:pt x="2371855" y="5672701"/>
                </a:cubicBezTo>
                <a:cubicBezTo>
                  <a:pt x="2359379" y="5682223"/>
                  <a:pt x="2345088" y="5686983"/>
                  <a:pt x="2328982" y="5686983"/>
                </a:cubicBezTo>
                <a:cubicBezTo>
                  <a:pt x="2313183" y="5686983"/>
                  <a:pt x="2300383" y="5682479"/>
                  <a:pt x="2290580" y="5673472"/>
                </a:cubicBezTo>
                <a:cubicBezTo>
                  <a:pt x="2280980" y="5664671"/>
                  <a:pt x="2276180" y="5653202"/>
                  <a:pt x="2276180" y="5639065"/>
                </a:cubicBezTo>
                <a:cubicBezTo>
                  <a:pt x="2276180" y="5623403"/>
                  <a:pt x="2282022" y="5610594"/>
                  <a:pt x="2293705" y="5600637"/>
                </a:cubicBezTo>
                <a:cubicBezTo>
                  <a:pt x="2305832" y="5590224"/>
                  <a:pt x="2320527" y="5585018"/>
                  <a:pt x="2337792" y="5585018"/>
                </a:cubicBezTo>
                <a:close/>
                <a:moveTo>
                  <a:pt x="2174673" y="5585018"/>
                </a:moveTo>
                <a:cubicBezTo>
                  <a:pt x="2178273" y="5585018"/>
                  <a:pt x="2181925" y="5587366"/>
                  <a:pt x="2185629" y="5592062"/>
                </a:cubicBezTo>
                <a:cubicBezTo>
                  <a:pt x="2187866" y="5594784"/>
                  <a:pt x="2189797" y="5598044"/>
                  <a:pt x="2191424" y="5601840"/>
                </a:cubicBezTo>
                <a:cubicBezTo>
                  <a:pt x="2193051" y="5605636"/>
                  <a:pt x="2193865" y="5608947"/>
                  <a:pt x="2193865" y="5611773"/>
                </a:cubicBezTo>
                <a:cubicBezTo>
                  <a:pt x="2193865" y="5614858"/>
                  <a:pt x="2192767" y="5617440"/>
                  <a:pt x="2190573" y="5619517"/>
                </a:cubicBezTo>
                <a:cubicBezTo>
                  <a:pt x="2188378" y="5621594"/>
                  <a:pt x="2185664" y="5622632"/>
                  <a:pt x="2182429" y="5622632"/>
                </a:cubicBezTo>
                <a:cubicBezTo>
                  <a:pt x="2179799" y="5622632"/>
                  <a:pt x="2177495" y="5622021"/>
                  <a:pt x="2175515" y="5620798"/>
                </a:cubicBezTo>
                <a:cubicBezTo>
                  <a:pt x="2173536" y="5619575"/>
                  <a:pt x="2171147" y="5617250"/>
                  <a:pt x="2168347" y="5613822"/>
                </a:cubicBezTo>
                <a:cubicBezTo>
                  <a:pt x="2163472" y="5609864"/>
                  <a:pt x="2159963" y="5607886"/>
                  <a:pt x="2157819" y="5607886"/>
                </a:cubicBezTo>
                <a:cubicBezTo>
                  <a:pt x="2156627" y="5607886"/>
                  <a:pt x="2155569" y="5608347"/>
                  <a:pt x="2154646" y="5609269"/>
                </a:cubicBezTo>
                <a:cubicBezTo>
                  <a:pt x="2153723" y="5610191"/>
                  <a:pt x="2153262" y="5611281"/>
                  <a:pt x="2153262" y="5612539"/>
                </a:cubicBezTo>
                <a:cubicBezTo>
                  <a:pt x="2153262" y="5614858"/>
                  <a:pt x="2155857" y="5617205"/>
                  <a:pt x="2161046" y="5619578"/>
                </a:cubicBezTo>
                <a:cubicBezTo>
                  <a:pt x="2172092" y="5624545"/>
                  <a:pt x="2180563" y="5629977"/>
                  <a:pt x="2186457" y="5635872"/>
                </a:cubicBezTo>
                <a:cubicBezTo>
                  <a:pt x="2191715" y="5641130"/>
                  <a:pt x="2194343" y="5647525"/>
                  <a:pt x="2194343" y="5655057"/>
                </a:cubicBezTo>
                <a:cubicBezTo>
                  <a:pt x="2194343" y="5664546"/>
                  <a:pt x="2190449" y="5671792"/>
                  <a:pt x="2182662" y="5676795"/>
                </a:cubicBezTo>
                <a:cubicBezTo>
                  <a:pt x="2175081" y="5683587"/>
                  <a:pt x="2166194" y="5686983"/>
                  <a:pt x="2156000" y="5686983"/>
                </a:cubicBezTo>
                <a:cubicBezTo>
                  <a:pt x="2153327" y="5686983"/>
                  <a:pt x="2148594" y="5686555"/>
                  <a:pt x="2141800" y="5685697"/>
                </a:cubicBezTo>
                <a:cubicBezTo>
                  <a:pt x="2135846" y="5685022"/>
                  <a:pt x="2132569" y="5684685"/>
                  <a:pt x="2131964" y="5684685"/>
                </a:cubicBezTo>
                <a:cubicBezTo>
                  <a:pt x="2131369" y="5684685"/>
                  <a:pt x="2130642" y="5684761"/>
                  <a:pt x="2129783" y="5684913"/>
                </a:cubicBezTo>
                <a:cubicBezTo>
                  <a:pt x="2127640" y="5685208"/>
                  <a:pt x="2126069" y="5685355"/>
                  <a:pt x="2125069" y="5685355"/>
                </a:cubicBezTo>
                <a:cubicBezTo>
                  <a:pt x="2121559" y="5685355"/>
                  <a:pt x="2118760" y="5684426"/>
                  <a:pt x="2116670" y="5682568"/>
                </a:cubicBezTo>
                <a:cubicBezTo>
                  <a:pt x="2113838" y="5680014"/>
                  <a:pt x="2111253" y="5676077"/>
                  <a:pt x="2108911" y="5670759"/>
                </a:cubicBezTo>
                <a:cubicBezTo>
                  <a:pt x="2106570" y="5665441"/>
                  <a:pt x="2105400" y="5660813"/>
                  <a:pt x="2105400" y="5656877"/>
                </a:cubicBezTo>
                <a:cubicBezTo>
                  <a:pt x="2105400" y="5649702"/>
                  <a:pt x="2108349" y="5646114"/>
                  <a:pt x="2114248" y="5646114"/>
                </a:cubicBezTo>
                <a:cubicBezTo>
                  <a:pt x="2116507" y="5646114"/>
                  <a:pt x="2118492" y="5646787"/>
                  <a:pt x="2120204" y="5648135"/>
                </a:cubicBezTo>
                <a:cubicBezTo>
                  <a:pt x="2121916" y="5649483"/>
                  <a:pt x="2125210" y="5652757"/>
                  <a:pt x="2130086" y="5657958"/>
                </a:cubicBezTo>
                <a:cubicBezTo>
                  <a:pt x="2132586" y="5660641"/>
                  <a:pt x="2134575" y="5662435"/>
                  <a:pt x="2136051" y="5663337"/>
                </a:cubicBezTo>
                <a:cubicBezTo>
                  <a:pt x="2137529" y="5664239"/>
                  <a:pt x="2139071" y="5664691"/>
                  <a:pt x="2140678" y="5664691"/>
                </a:cubicBezTo>
                <a:cubicBezTo>
                  <a:pt x="2142282" y="5664691"/>
                  <a:pt x="2143523" y="5664307"/>
                  <a:pt x="2144400" y="5663539"/>
                </a:cubicBezTo>
                <a:cubicBezTo>
                  <a:pt x="2145277" y="5662772"/>
                  <a:pt x="2145716" y="5661764"/>
                  <a:pt x="2145716" y="5660515"/>
                </a:cubicBezTo>
                <a:cubicBezTo>
                  <a:pt x="2145716" y="5658470"/>
                  <a:pt x="2143257" y="5656203"/>
                  <a:pt x="2138342" y="5653714"/>
                </a:cubicBezTo>
                <a:cubicBezTo>
                  <a:pt x="2128553" y="5649041"/>
                  <a:pt x="2121253" y="5643879"/>
                  <a:pt x="2116444" y="5638229"/>
                </a:cubicBezTo>
                <a:cubicBezTo>
                  <a:pt x="2111634" y="5632579"/>
                  <a:pt x="2109230" y="5625995"/>
                  <a:pt x="2109230" y="5618477"/>
                </a:cubicBezTo>
                <a:cubicBezTo>
                  <a:pt x="2109230" y="5610405"/>
                  <a:pt x="2111713" y="5603444"/>
                  <a:pt x="2116679" y="5597594"/>
                </a:cubicBezTo>
                <a:cubicBezTo>
                  <a:pt x="2123714" y="5589274"/>
                  <a:pt x="2133278" y="5585114"/>
                  <a:pt x="2145371" y="5585114"/>
                </a:cubicBezTo>
                <a:cubicBezTo>
                  <a:pt x="2148609" y="5585114"/>
                  <a:pt x="2153625" y="5585816"/>
                  <a:pt x="2160419" y="5587220"/>
                </a:cubicBezTo>
                <a:cubicBezTo>
                  <a:pt x="2162360" y="5587475"/>
                  <a:pt x="2163760" y="5587603"/>
                  <a:pt x="2164618" y="5587603"/>
                </a:cubicBezTo>
                <a:cubicBezTo>
                  <a:pt x="2165457" y="5587603"/>
                  <a:pt x="2167592" y="5587028"/>
                  <a:pt x="2171024" y="5585880"/>
                </a:cubicBezTo>
                <a:cubicBezTo>
                  <a:pt x="2172206" y="5585305"/>
                  <a:pt x="2173422" y="5585018"/>
                  <a:pt x="2174673" y="5585018"/>
                </a:cubicBezTo>
                <a:close/>
                <a:moveTo>
                  <a:pt x="2079423" y="5585018"/>
                </a:moveTo>
                <a:cubicBezTo>
                  <a:pt x="2083023" y="5585018"/>
                  <a:pt x="2086675" y="5587366"/>
                  <a:pt x="2090380" y="5592062"/>
                </a:cubicBezTo>
                <a:cubicBezTo>
                  <a:pt x="2092616" y="5594784"/>
                  <a:pt x="2094547" y="5598044"/>
                  <a:pt x="2096174" y="5601840"/>
                </a:cubicBezTo>
                <a:cubicBezTo>
                  <a:pt x="2097801" y="5605636"/>
                  <a:pt x="2098614" y="5608947"/>
                  <a:pt x="2098614" y="5611773"/>
                </a:cubicBezTo>
                <a:cubicBezTo>
                  <a:pt x="2098614" y="5614858"/>
                  <a:pt x="2097517" y="5617440"/>
                  <a:pt x="2095322" y="5619517"/>
                </a:cubicBezTo>
                <a:cubicBezTo>
                  <a:pt x="2093128" y="5621594"/>
                  <a:pt x="2090414" y="5622632"/>
                  <a:pt x="2087180" y="5622632"/>
                </a:cubicBezTo>
                <a:cubicBezTo>
                  <a:pt x="2084550" y="5622632"/>
                  <a:pt x="2082245" y="5622021"/>
                  <a:pt x="2080266" y="5620798"/>
                </a:cubicBezTo>
                <a:cubicBezTo>
                  <a:pt x="2078286" y="5619575"/>
                  <a:pt x="2075897" y="5617250"/>
                  <a:pt x="2073097" y="5613822"/>
                </a:cubicBezTo>
                <a:cubicBezTo>
                  <a:pt x="2068222" y="5609864"/>
                  <a:pt x="2064712" y="5607886"/>
                  <a:pt x="2062569" y="5607886"/>
                </a:cubicBezTo>
                <a:cubicBezTo>
                  <a:pt x="2061376" y="5607886"/>
                  <a:pt x="2060319" y="5608347"/>
                  <a:pt x="2059396" y="5609269"/>
                </a:cubicBezTo>
                <a:cubicBezTo>
                  <a:pt x="2058473" y="5610191"/>
                  <a:pt x="2058011" y="5611281"/>
                  <a:pt x="2058011" y="5612539"/>
                </a:cubicBezTo>
                <a:cubicBezTo>
                  <a:pt x="2058011" y="5614858"/>
                  <a:pt x="2060607" y="5617205"/>
                  <a:pt x="2065796" y="5619578"/>
                </a:cubicBezTo>
                <a:cubicBezTo>
                  <a:pt x="2076842" y="5624545"/>
                  <a:pt x="2085312" y="5629977"/>
                  <a:pt x="2091207" y="5635872"/>
                </a:cubicBezTo>
                <a:cubicBezTo>
                  <a:pt x="2096465" y="5641130"/>
                  <a:pt x="2099093" y="5647525"/>
                  <a:pt x="2099093" y="5655057"/>
                </a:cubicBezTo>
                <a:cubicBezTo>
                  <a:pt x="2099093" y="5664546"/>
                  <a:pt x="2095199" y="5671792"/>
                  <a:pt x="2087412" y="5676795"/>
                </a:cubicBezTo>
                <a:cubicBezTo>
                  <a:pt x="2079831" y="5683587"/>
                  <a:pt x="2070944" y="5686983"/>
                  <a:pt x="2060749" y="5686983"/>
                </a:cubicBezTo>
                <a:cubicBezTo>
                  <a:pt x="2058077" y="5686983"/>
                  <a:pt x="2053343" y="5686555"/>
                  <a:pt x="2046549" y="5685697"/>
                </a:cubicBezTo>
                <a:cubicBezTo>
                  <a:pt x="2040597" y="5685022"/>
                  <a:pt x="2037318" y="5684685"/>
                  <a:pt x="2036714" y="5684685"/>
                </a:cubicBezTo>
                <a:cubicBezTo>
                  <a:pt x="2036119" y="5684685"/>
                  <a:pt x="2035392" y="5684761"/>
                  <a:pt x="2034533" y="5684913"/>
                </a:cubicBezTo>
                <a:cubicBezTo>
                  <a:pt x="2032389" y="5685208"/>
                  <a:pt x="2030818" y="5685355"/>
                  <a:pt x="2029819" y="5685355"/>
                </a:cubicBezTo>
                <a:cubicBezTo>
                  <a:pt x="2026309" y="5685355"/>
                  <a:pt x="2023510" y="5684426"/>
                  <a:pt x="2021419" y="5682568"/>
                </a:cubicBezTo>
                <a:cubicBezTo>
                  <a:pt x="2018588" y="5680014"/>
                  <a:pt x="2016002" y="5676077"/>
                  <a:pt x="2013661" y="5670759"/>
                </a:cubicBezTo>
                <a:cubicBezTo>
                  <a:pt x="2011320" y="5665441"/>
                  <a:pt x="2010150" y="5660813"/>
                  <a:pt x="2010150" y="5656877"/>
                </a:cubicBezTo>
                <a:cubicBezTo>
                  <a:pt x="2010150" y="5649702"/>
                  <a:pt x="2013099" y="5646114"/>
                  <a:pt x="2018997" y="5646114"/>
                </a:cubicBezTo>
                <a:cubicBezTo>
                  <a:pt x="2021256" y="5646114"/>
                  <a:pt x="2023242" y="5646787"/>
                  <a:pt x="2024954" y="5648135"/>
                </a:cubicBezTo>
                <a:cubicBezTo>
                  <a:pt x="2026666" y="5649483"/>
                  <a:pt x="2029960" y="5652757"/>
                  <a:pt x="2034835" y="5657958"/>
                </a:cubicBezTo>
                <a:cubicBezTo>
                  <a:pt x="2037336" y="5660641"/>
                  <a:pt x="2039324" y="5662435"/>
                  <a:pt x="2040802" y="5663337"/>
                </a:cubicBezTo>
                <a:cubicBezTo>
                  <a:pt x="2042278" y="5664239"/>
                  <a:pt x="2043820" y="5664691"/>
                  <a:pt x="2045428" y="5664691"/>
                </a:cubicBezTo>
                <a:cubicBezTo>
                  <a:pt x="2047032" y="5664691"/>
                  <a:pt x="2048273" y="5664307"/>
                  <a:pt x="2049150" y="5663539"/>
                </a:cubicBezTo>
                <a:cubicBezTo>
                  <a:pt x="2050027" y="5662772"/>
                  <a:pt x="2050465" y="5661764"/>
                  <a:pt x="2050465" y="5660515"/>
                </a:cubicBezTo>
                <a:cubicBezTo>
                  <a:pt x="2050465" y="5658470"/>
                  <a:pt x="2048007" y="5656203"/>
                  <a:pt x="2043092" y="5653714"/>
                </a:cubicBezTo>
                <a:cubicBezTo>
                  <a:pt x="2033302" y="5649041"/>
                  <a:pt x="2026003" y="5643879"/>
                  <a:pt x="2021194" y="5638229"/>
                </a:cubicBezTo>
                <a:cubicBezTo>
                  <a:pt x="2016384" y="5632579"/>
                  <a:pt x="2013980" y="5625995"/>
                  <a:pt x="2013980" y="5618477"/>
                </a:cubicBezTo>
                <a:cubicBezTo>
                  <a:pt x="2013980" y="5610405"/>
                  <a:pt x="2016463" y="5603444"/>
                  <a:pt x="2021429" y="5597594"/>
                </a:cubicBezTo>
                <a:cubicBezTo>
                  <a:pt x="2028464" y="5589274"/>
                  <a:pt x="2038028" y="5585114"/>
                  <a:pt x="2050120" y="5585114"/>
                </a:cubicBezTo>
                <a:cubicBezTo>
                  <a:pt x="2053359" y="5585114"/>
                  <a:pt x="2058375" y="5585816"/>
                  <a:pt x="2065169" y="5587220"/>
                </a:cubicBezTo>
                <a:cubicBezTo>
                  <a:pt x="2067110" y="5587475"/>
                  <a:pt x="2068509" y="5587603"/>
                  <a:pt x="2069368" y="5587603"/>
                </a:cubicBezTo>
                <a:cubicBezTo>
                  <a:pt x="2070206" y="5587603"/>
                  <a:pt x="2072342" y="5587028"/>
                  <a:pt x="2075774" y="5585880"/>
                </a:cubicBezTo>
                <a:cubicBezTo>
                  <a:pt x="2076956" y="5585305"/>
                  <a:pt x="2078172" y="5585018"/>
                  <a:pt x="2079423" y="5585018"/>
                </a:cubicBezTo>
                <a:close/>
                <a:moveTo>
                  <a:pt x="785217" y="5585018"/>
                </a:moveTo>
                <a:cubicBezTo>
                  <a:pt x="797313" y="5585018"/>
                  <a:pt x="807944" y="5588172"/>
                  <a:pt x="817110" y="5594481"/>
                </a:cubicBezTo>
                <a:cubicBezTo>
                  <a:pt x="823720" y="5599021"/>
                  <a:pt x="829008" y="5604895"/>
                  <a:pt x="832976" y="5612102"/>
                </a:cubicBezTo>
                <a:cubicBezTo>
                  <a:pt x="837105" y="5619695"/>
                  <a:pt x="839169" y="5627597"/>
                  <a:pt x="839169" y="5635810"/>
                </a:cubicBezTo>
                <a:cubicBezTo>
                  <a:pt x="839169" y="5650276"/>
                  <a:pt x="832540" y="5662573"/>
                  <a:pt x="819280" y="5672701"/>
                </a:cubicBezTo>
                <a:cubicBezTo>
                  <a:pt x="806804" y="5682223"/>
                  <a:pt x="792513" y="5686983"/>
                  <a:pt x="776407" y="5686983"/>
                </a:cubicBezTo>
                <a:cubicBezTo>
                  <a:pt x="760608" y="5686983"/>
                  <a:pt x="747807" y="5682479"/>
                  <a:pt x="738005" y="5673472"/>
                </a:cubicBezTo>
                <a:cubicBezTo>
                  <a:pt x="728405" y="5664671"/>
                  <a:pt x="723604" y="5653202"/>
                  <a:pt x="723604" y="5639065"/>
                </a:cubicBezTo>
                <a:cubicBezTo>
                  <a:pt x="723604" y="5623403"/>
                  <a:pt x="729446" y="5610594"/>
                  <a:pt x="741130" y="5600637"/>
                </a:cubicBezTo>
                <a:cubicBezTo>
                  <a:pt x="753256" y="5590224"/>
                  <a:pt x="767952" y="5585018"/>
                  <a:pt x="785217" y="5585018"/>
                </a:cubicBezTo>
                <a:close/>
                <a:moveTo>
                  <a:pt x="6114109" y="5579942"/>
                </a:moveTo>
                <a:cubicBezTo>
                  <a:pt x="6116444" y="5579942"/>
                  <a:pt x="6118375" y="5581087"/>
                  <a:pt x="6119902" y="5583378"/>
                </a:cubicBezTo>
                <a:cubicBezTo>
                  <a:pt x="6121429" y="5585668"/>
                  <a:pt x="6122192" y="5588207"/>
                  <a:pt x="6122192" y="5590994"/>
                </a:cubicBezTo>
                <a:cubicBezTo>
                  <a:pt x="6122192" y="5593895"/>
                  <a:pt x="6121317" y="5597131"/>
                  <a:pt x="6119567" y="5600700"/>
                </a:cubicBezTo>
                <a:cubicBezTo>
                  <a:pt x="6117816" y="5604270"/>
                  <a:pt x="6115674" y="5607151"/>
                  <a:pt x="6113140" y="5609343"/>
                </a:cubicBezTo>
                <a:cubicBezTo>
                  <a:pt x="6112153" y="5610211"/>
                  <a:pt x="6111660" y="5610734"/>
                  <a:pt x="6111660" y="5610912"/>
                </a:cubicBezTo>
                <a:cubicBezTo>
                  <a:pt x="6111660" y="5611206"/>
                  <a:pt x="6111703" y="5611817"/>
                  <a:pt x="6111791" y="5612745"/>
                </a:cubicBezTo>
                <a:cubicBezTo>
                  <a:pt x="6112021" y="5614359"/>
                  <a:pt x="6112138" y="5615727"/>
                  <a:pt x="6112138" y="5616848"/>
                </a:cubicBezTo>
                <a:cubicBezTo>
                  <a:pt x="6112138" y="5624950"/>
                  <a:pt x="6108560" y="5631985"/>
                  <a:pt x="6101404" y="5637954"/>
                </a:cubicBezTo>
                <a:cubicBezTo>
                  <a:pt x="6098258" y="5642376"/>
                  <a:pt x="6092938" y="5645908"/>
                  <a:pt x="6085445" y="5648549"/>
                </a:cubicBezTo>
                <a:cubicBezTo>
                  <a:pt x="6077951" y="5651189"/>
                  <a:pt x="6069727" y="5652509"/>
                  <a:pt x="6060770" y="5652509"/>
                </a:cubicBezTo>
                <a:cubicBezTo>
                  <a:pt x="6058500" y="5652509"/>
                  <a:pt x="6056344" y="5652382"/>
                  <a:pt x="6054301" y="5652126"/>
                </a:cubicBezTo>
                <a:cubicBezTo>
                  <a:pt x="6052644" y="5651935"/>
                  <a:pt x="6051449" y="5651840"/>
                  <a:pt x="6050714" y="5651840"/>
                </a:cubicBezTo>
                <a:cubicBezTo>
                  <a:pt x="6048699" y="5651840"/>
                  <a:pt x="6047691" y="5652880"/>
                  <a:pt x="6047691" y="5654962"/>
                </a:cubicBezTo>
                <a:cubicBezTo>
                  <a:pt x="6047691" y="5656412"/>
                  <a:pt x="6048535" y="5657613"/>
                  <a:pt x="6050223" y="5658567"/>
                </a:cubicBezTo>
                <a:cubicBezTo>
                  <a:pt x="6051911" y="5659521"/>
                  <a:pt x="6054469" y="5659998"/>
                  <a:pt x="6057897" y="5659998"/>
                </a:cubicBezTo>
                <a:cubicBezTo>
                  <a:pt x="6060412" y="5659998"/>
                  <a:pt x="6064087" y="5659657"/>
                  <a:pt x="6068922" y="5658975"/>
                </a:cubicBezTo>
                <a:cubicBezTo>
                  <a:pt x="6079539" y="5657487"/>
                  <a:pt x="6087355" y="5656743"/>
                  <a:pt x="6092371" y="5656743"/>
                </a:cubicBezTo>
                <a:cubicBezTo>
                  <a:pt x="6100249" y="5656743"/>
                  <a:pt x="6106264" y="5657989"/>
                  <a:pt x="6110417" y="5660480"/>
                </a:cubicBezTo>
                <a:cubicBezTo>
                  <a:pt x="6114403" y="5662780"/>
                  <a:pt x="6117458" y="5665811"/>
                  <a:pt x="6119582" y="5669571"/>
                </a:cubicBezTo>
                <a:cubicBezTo>
                  <a:pt x="6121706" y="5673331"/>
                  <a:pt x="6122768" y="5677335"/>
                  <a:pt x="6122768" y="5681583"/>
                </a:cubicBezTo>
                <a:cubicBezTo>
                  <a:pt x="6122768" y="5688461"/>
                  <a:pt x="6120256" y="5695124"/>
                  <a:pt x="6115232" y="5701573"/>
                </a:cubicBezTo>
                <a:cubicBezTo>
                  <a:pt x="6109365" y="5709040"/>
                  <a:pt x="6100766" y="5714563"/>
                  <a:pt x="6089437" y="5718141"/>
                </a:cubicBezTo>
                <a:cubicBezTo>
                  <a:pt x="6080752" y="5720863"/>
                  <a:pt x="6070653" y="5722223"/>
                  <a:pt x="6059141" y="5722223"/>
                </a:cubicBezTo>
                <a:cubicBezTo>
                  <a:pt x="6044627" y="5722223"/>
                  <a:pt x="6032841" y="5719992"/>
                  <a:pt x="6023782" y="5715529"/>
                </a:cubicBezTo>
                <a:cubicBezTo>
                  <a:pt x="6019428" y="5713351"/>
                  <a:pt x="6015927" y="5710451"/>
                  <a:pt x="6013279" y="5706828"/>
                </a:cubicBezTo>
                <a:cubicBezTo>
                  <a:pt x="6010632" y="5703204"/>
                  <a:pt x="6009308" y="5699386"/>
                  <a:pt x="6009308" y="5695372"/>
                </a:cubicBezTo>
                <a:cubicBezTo>
                  <a:pt x="6009308" y="5692503"/>
                  <a:pt x="6010099" y="5689855"/>
                  <a:pt x="6011680" y="5687427"/>
                </a:cubicBezTo>
                <a:cubicBezTo>
                  <a:pt x="6013263" y="5684999"/>
                  <a:pt x="6015554" y="5683198"/>
                  <a:pt x="6018556" y="5682024"/>
                </a:cubicBezTo>
                <a:cubicBezTo>
                  <a:pt x="6019158" y="5681685"/>
                  <a:pt x="6019460" y="5681506"/>
                  <a:pt x="6019460" y="5681487"/>
                </a:cubicBezTo>
                <a:cubicBezTo>
                  <a:pt x="6019460" y="5681425"/>
                  <a:pt x="6018885" y="5680913"/>
                  <a:pt x="6017736" y="5679948"/>
                </a:cubicBezTo>
                <a:cubicBezTo>
                  <a:pt x="6012181" y="5675297"/>
                  <a:pt x="6009404" y="5670351"/>
                  <a:pt x="6009404" y="5665112"/>
                </a:cubicBezTo>
                <a:cubicBezTo>
                  <a:pt x="6009404" y="5661598"/>
                  <a:pt x="6010741" y="5658070"/>
                  <a:pt x="6013415" y="5654528"/>
                </a:cubicBezTo>
                <a:cubicBezTo>
                  <a:pt x="6016089" y="5650986"/>
                  <a:pt x="6019386" y="5648252"/>
                  <a:pt x="6023305" y="5646327"/>
                </a:cubicBezTo>
                <a:cubicBezTo>
                  <a:pt x="6024124" y="5645917"/>
                  <a:pt x="6024535" y="5645731"/>
                  <a:pt x="6024535" y="5645769"/>
                </a:cubicBezTo>
                <a:cubicBezTo>
                  <a:pt x="6024535" y="5645451"/>
                  <a:pt x="6024720" y="5644762"/>
                  <a:pt x="6025091" y="5643699"/>
                </a:cubicBezTo>
                <a:cubicBezTo>
                  <a:pt x="6016229" y="5636934"/>
                  <a:pt x="6011798" y="5629197"/>
                  <a:pt x="6011798" y="5620488"/>
                </a:cubicBezTo>
                <a:cubicBezTo>
                  <a:pt x="6011798" y="5615865"/>
                  <a:pt x="6013051" y="5611459"/>
                  <a:pt x="6015558" y="5607270"/>
                </a:cubicBezTo>
                <a:cubicBezTo>
                  <a:pt x="6018064" y="5603081"/>
                  <a:pt x="6021215" y="5600001"/>
                  <a:pt x="6025012" y="5598030"/>
                </a:cubicBezTo>
                <a:cubicBezTo>
                  <a:pt x="6036224" y="5590185"/>
                  <a:pt x="6048271" y="5586263"/>
                  <a:pt x="6061152" y="5586263"/>
                </a:cubicBezTo>
                <a:cubicBezTo>
                  <a:pt x="6066215" y="5586263"/>
                  <a:pt x="6072088" y="5586959"/>
                  <a:pt x="6078771" y="5588352"/>
                </a:cubicBezTo>
                <a:cubicBezTo>
                  <a:pt x="6083995" y="5589385"/>
                  <a:pt x="6087666" y="5589901"/>
                  <a:pt x="6089785" y="5589901"/>
                </a:cubicBezTo>
                <a:cubicBezTo>
                  <a:pt x="6096288" y="5589901"/>
                  <a:pt x="6102862" y="5587255"/>
                  <a:pt x="6109508" y="5581962"/>
                </a:cubicBezTo>
                <a:cubicBezTo>
                  <a:pt x="6111305" y="5580615"/>
                  <a:pt x="6112838" y="5579942"/>
                  <a:pt x="6114109" y="5579942"/>
                </a:cubicBezTo>
                <a:close/>
                <a:moveTo>
                  <a:pt x="5352109" y="5579942"/>
                </a:moveTo>
                <a:cubicBezTo>
                  <a:pt x="5354444" y="5579942"/>
                  <a:pt x="5356375" y="5581087"/>
                  <a:pt x="5357902" y="5583378"/>
                </a:cubicBezTo>
                <a:cubicBezTo>
                  <a:pt x="5359429" y="5585668"/>
                  <a:pt x="5360193" y="5588207"/>
                  <a:pt x="5360193" y="5590994"/>
                </a:cubicBezTo>
                <a:cubicBezTo>
                  <a:pt x="5360193" y="5593895"/>
                  <a:pt x="5359317" y="5597131"/>
                  <a:pt x="5357567" y="5600700"/>
                </a:cubicBezTo>
                <a:cubicBezTo>
                  <a:pt x="5355817" y="5604270"/>
                  <a:pt x="5353674" y="5607151"/>
                  <a:pt x="5351140" y="5609343"/>
                </a:cubicBezTo>
                <a:cubicBezTo>
                  <a:pt x="5350153" y="5610211"/>
                  <a:pt x="5349660" y="5610734"/>
                  <a:pt x="5349660" y="5610912"/>
                </a:cubicBezTo>
                <a:cubicBezTo>
                  <a:pt x="5349660" y="5611206"/>
                  <a:pt x="5349704" y="5611817"/>
                  <a:pt x="5349791" y="5612745"/>
                </a:cubicBezTo>
                <a:cubicBezTo>
                  <a:pt x="5350022" y="5614359"/>
                  <a:pt x="5350137" y="5615727"/>
                  <a:pt x="5350137" y="5616848"/>
                </a:cubicBezTo>
                <a:cubicBezTo>
                  <a:pt x="5350137" y="5624950"/>
                  <a:pt x="5346559" y="5631985"/>
                  <a:pt x="5339404" y="5637954"/>
                </a:cubicBezTo>
                <a:cubicBezTo>
                  <a:pt x="5336258" y="5642376"/>
                  <a:pt x="5330938" y="5645908"/>
                  <a:pt x="5323445" y="5648549"/>
                </a:cubicBezTo>
                <a:cubicBezTo>
                  <a:pt x="5315952" y="5651189"/>
                  <a:pt x="5307727" y="5652509"/>
                  <a:pt x="5298770" y="5652509"/>
                </a:cubicBezTo>
                <a:cubicBezTo>
                  <a:pt x="5296500" y="5652509"/>
                  <a:pt x="5294344" y="5652382"/>
                  <a:pt x="5292301" y="5652126"/>
                </a:cubicBezTo>
                <a:cubicBezTo>
                  <a:pt x="5290644" y="5651935"/>
                  <a:pt x="5289449" y="5651840"/>
                  <a:pt x="5288714" y="5651840"/>
                </a:cubicBezTo>
                <a:cubicBezTo>
                  <a:pt x="5286699" y="5651840"/>
                  <a:pt x="5285691" y="5652880"/>
                  <a:pt x="5285691" y="5654962"/>
                </a:cubicBezTo>
                <a:cubicBezTo>
                  <a:pt x="5285691" y="5656412"/>
                  <a:pt x="5286536" y="5657613"/>
                  <a:pt x="5288224" y="5658567"/>
                </a:cubicBezTo>
                <a:cubicBezTo>
                  <a:pt x="5289911" y="5659521"/>
                  <a:pt x="5292469" y="5659998"/>
                  <a:pt x="5295898" y="5659998"/>
                </a:cubicBezTo>
                <a:cubicBezTo>
                  <a:pt x="5298413" y="5659998"/>
                  <a:pt x="5302087" y="5659657"/>
                  <a:pt x="5306922" y="5658975"/>
                </a:cubicBezTo>
                <a:cubicBezTo>
                  <a:pt x="5317539" y="5657487"/>
                  <a:pt x="5325355" y="5656743"/>
                  <a:pt x="5330371" y="5656743"/>
                </a:cubicBezTo>
                <a:cubicBezTo>
                  <a:pt x="5338249" y="5656743"/>
                  <a:pt x="5344265" y="5657989"/>
                  <a:pt x="5348417" y="5660480"/>
                </a:cubicBezTo>
                <a:cubicBezTo>
                  <a:pt x="5352404" y="5662780"/>
                  <a:pt x="5355458" y="5665811"/>
                  <a:pt x="5357583" y="5669571"/>
                </a:cubicBezTo>
                <a:cubicBezTo>
                  <a:pt x="5359706" y="5673331"/>
                  <a:pt x="5360768" y="5677335"/>
                  <a:pt x="5360768" y="5681583"/>
                </a:cubicBezTo>
                <a:cubicBezTo>
                  <a:pt x="5360768" y="5688461"/>
                  <a:pt x="5358256" y="5695124"/>
                  <a:pt x="5353232" y="5701573"/>
                </a:cubicBezTo>
                <a:cubicBezTo>
                  <a:pt x="5347365" y="5709040"/>
                  <a:pt x="5338767" y="5714563"/>
                  <a:pt x="5327437" y="5718141"/>
                </a:cubicBezTo>
                <a:cubicBezTo>
                  <a:pt x="5318751" y="5720863"/>
                  <a:pt x="5308653" y="5722223"/>
                  <a:pt x="5297141" y="5722223"/>
                </a:cubicBezTo>
                <a:cubicBezTo>
                  <a:pt x="5282627" y="5722223"/>
                  <a:pt x="5270841" y="5719992"/>
                  <a:pt x="5261782" y="5715529"/>
                </a:cubicBezTo>
                <a:cubicBezTo>
                  <a:pt x="5257428" y="5713351"/>
                  <a:pt x="5253927" y="5710451"/>
                  <a:pt x="5251279" y="5706828"/>
                </a:cubicBezTo>
                <a:cubicBezTo>
                  <a:pt x="5248631" y="5703204"/>
                  <a:pt x="5247308" y="5699386"/>
                  <a:pt x="5247308" y="5695372"/>
                </a:cubicBezTo>
                <a:cubicBezTo>
                  <a:pt x="5247308" y="5692503"/>
                  <a:pt x="5248099" y="5689855"/>
                  <a:pt x="5249681" y="5687427"/>
                </a:cubicBezTo>
                <a:cubicBezTo>
                  <a:pt x="5251262" y="5684999"/>
                  <a:pt x="5253554" y="5683198"/>
                  <a:pt x="5256556" y="5682024"/>
                </a:cubicBezTo>
                <a:cubicBezTo>
                  <a:pt x="5257158" y="5681685"/>
                  <a:pt x="5257460" y="5681506"/>
                  <a:pt x="5257460" y="5681487"/>
                </a:cubicBezTo>
                <a:cubicBezTo>
                  <a:pt x="5257460" y="5681425"/>
                  <a:pt x="5256884" y="5680913"/>
                  <a:pt x="5255736" y="5679948"/>
                </a:cubicBezTo>
                <a:cubicBezTo>
                  <a:pt x="5250181" y="5675297"/>
                  <a:pt x="5247404" y="5670351"/>
                  <a:pt x="5247404" y="5665112"/>
                </a:cubicBezTo>
                <a:cubicBezTo>
                  <a:pt x="5247404" y="5661598"/>
                  <a:pt x="5248741" y="5658070"/>
                  <a:pt x="5251415" y="5654528"/>
                </a:cubicBezTo>
                <a:cubicBezTo>
                  <a:pt x="5254089" y="5650986"/>
                  <a:pt x="5257386" y="5648252"/>
                  <a:pt x="5261305" y="5646327"/>
                </a:cubicBezTo>
                <a:cubicBezTo>
                  <a:pt x="5262125" y="5645917"/>
                  <a:pt x="5262535" y="5645731"/>
                  <a:pt x="5262535" y="5645769"/>
                </a:cubicBezTo>
                <a:cubicBezTo>
                  <a:pt x="5262535" y="5645451"/>
                  <a:pt x="5262720" y="5644762"/>
                  <a:pt x="5263091" y="5643699"/>
                </a:cubicBezTo>
                <a:cubicBezTo>
                  <a:pt x="5254229" y="5636934"/>
                  <a:pt x="5249798" y="5629197"/>
                  <a:pt x="5249798" y="5620488"/>
                </a:cubicBezTo>
                <a:cubicBezTo>
                  <a:pt x="5249798" y="5615865"/>
                  <a:pt x="5251051" y="5611459"/>
                  <a:pt x="5253558" y="5607270"/>
                </a:cubicBezTo>
                <a:cubicBezTo>
                  <a:pt x="5256064" y="5603081"/>
                  <a:pt x="5259216" y="5600001"/>
                  <a:pt x="5263012" y="5598030"/>
                </a:cubicBezTo>
                <a:cubicBezTo>
                  <a:pt x="5274224" y="5590185"/>
                  <a:pt x="5286270" y="5586263"/>
                  <a:pt x="5299153" y="5586263"/>
                </a:cubicBezTo>
                <a:cubicBezTo>
                  <a:pt x="5304215" y="5586263"/>
                  <a:pt x="5310088" y="5586959"/>
                  <a:pt x="5316771" y="5588352"/>
                </a:cubicBezTo>
                <a:cubicBezTo>
                  <a:pt x="5321995" y="5589385"/>
                  <a:pt x="5325667" y="5589901"/>
                  <a:pt x="5327785" y="5589901"/>
                </a:cubicBezTo>
                <a:cubicBezTo>
                  <a:pt x="5334288" y="5589901"/>
                  <a:pt x="5340862" y="5587255"/>
                  <a:pt x="5347508" y="5581962"/>
                </a:cubicBezTo>
                <a:cubicBezTo>
                  <a:pt x="5349304" y="5580615"/>
                  <a:pt x="5350838" y="5579942"/>
                  <a:pt x="5352109" y="5579942"/>
                </a:cubicBezTo>
                <a:close/>
                <a:moveTo>
                  <a:pt x="1342952" y="5578486"/>
                </a:moveTo>
                <a:cubicBezTo>
                  <a:pt x="1338401" y="5578486"/>
                  <a:pt x="1334865" y="5580169"/>
                  <a:pt x="1332344" y="5583534"/>
                </a:cubicBezTo>
                <a:cubicBezTo>
                  <a:pt x="1329918" y="5587584"/>
                  <a:pt x="1328705" y="5591890"/>
                  <a:pt x="1328705" y="5596451"/>
                </a:cubicBezTo>
                <a:cubicBezTo>
                  <a:pt x="1328705" y="5603505"/>
                  <a:pt x="1330148" y="5611691"/>
                  <a:pt x="1333034" y="5621008"/>
                </a:cubicBezTo>
                <a:cubicBezTo>
                  <a:pt x="1335920" y="5630324"/>
                  <a:pt x="1339378" y="5638294"/>
                  <a:pt x="1343409" y="5644917"/>
                </a:cubicBezTo>
                <a:cubicBezTo>
                  <a:pt x="1345593" y="5648368"/>
                  <a:pt x="1347974" y="5650914"/>
                  <a:pt x="1350550" y="5652556"/>
                </a:cubicBezTo>
                <a:cubicBezTo>
                  <a:pt x="1353125" y="5654198"/>
                  <a:pt x="1355726" y="5655018"/>
                  <a:pt x="1358351" y="5655018"/>
                </a:cubicBezTo>
                <a:cubicBezTo>
                  <a:pt x="1362584" y="5655018"/>
                  <a:pt x="1366014" y="5653408"/>
                  <a:pt x="1368641" y="5650188"/>
                </a:cubicBezTo>
                <a:cubicBezTo>
                  <a:pt x="1371268" y="5646968"/>
                  <a:pt x="1372581" y="5642622"/>
                  <a:pt x="1372581" y="5637150"/>
                </a:cubicBezTo>
                <a:cubicBezTo>
                  <a:pt x="1372581" y="5629644"/>
                  <a:pt x="1371359" y="5621504"/>
                  <a:pt x="1368913" y="5612727"/>
                </a:cubicBezTo>
                <a:cubicBezTo>
                  <a:pt x="1366468" y="5603951"/>
                  <a:pt x="1363314" y="5596477"/>
                  <a:pt x="1359449" y="5590307"/>
                </a:cubicBezTo>
                <a:cubicBezTo>
                  <a:pt x="1357168" y="5586643"/>
                  <a:pt x="1354561" y="5583785"/>
                  <a:pt x="1351628" y="5581733"/>
                </a:cubicBezTo>
                <a:cubicBezTo>
                  <a:pt x="1348695" y="5579681"/>
                  <a:pt x="1345803" y="5578599"/>
                  <a:pt x="1342952" y="5578486"/>
                </a:cubicBezTo>
                <a:close/>
                <a:moveTo>
                  <a:pt x="11800993" y="5562035"/>
                </a:moveTo>
                <a:lnTo>
                  <a:pt x="11808750" y="5562035"/>
                </a:lnTo>
                <a:cubicBezTo>
                  <a:pt x="11811043" y="5562035"/>
                  <a:pt x="11812629" y="5562628"/>
                  <a:pt x="11813506" y="5563814"/>
                </a:cubicBezTo>
                <a:cubicBezTo>
                  <a:pt x="11814384" y="5565001"/>
                  <a:pt x="11814822" y="5566878"/>
                  <a:pt x="11814822" y="5569447"/>
                </a:cubicBezTo>
                <a:lnTo>
                  <a:pt x="11814822" y="5582374"/>
                </a:lnTo>
                <a:cubicBezTo>
                  <a:pt x="11814822" y="5583759"/>
                  <a:pt x="11814922" y="5584546"/>
                  <a:pt x="11815122" y="5584734"/>
                </a:cubicBezTo>
                <a:cubicBezTo>
                  <a:pt x="11815321" y="5584923"/>
                  <a:pt x="11816133" y="5585018"/>
                  <a:pt x="11817560" y="5585018"/>
                </a:cubicBezTo>
                <a:lnTo>
                  <a:pt x="11835275" y="5585018"/>
                </a:lnTo>
                <a:cubicBezTo>
                  <a:pt x="11838286" y="5585018"/>
                  <a:pt x="11840323" y="5585669"/>
                  <a:pt x="11841384" y="5586972"/>
                </a:cubicBezTo>
                <a:cubicBezTo>
                  <a:pt x="11842446" y="5588274"/>
                  <a:pt x="11842977" y="5590540"/>
                  <a:pt x="11842977" y="5593770"/>
                </a:cubicBezTo>
                <a:lnTo>
                  <a:pt x="11842977" y="5599421"/>
                </a:lnTo>
                <a:cubicBezTo>
                  <a:pt x="11842977" y="5602911"/>
                  <a:pt x="11842364" y="5605466"/>
                  <a:pt x="11841139" y="5607085"/>
                </a:cubicBezTo>
                <a:cubicBezTo>
                  <a:pt x="11839913" y="5608703"/>
                  <a:pt x="11837767" y="5609512"/>
                  <a:pt x="11834701" y="5609512"/>
                </a:cubicBezTo>
                <a:lnTo>
                  <a:pt x="11817368" y="5609512"/>
                </a:lnTo>
                <a:cubicBezTo>
                  <a:pt x="11816175" y="5609512"/>
                  <a:pt x="11815453" y="5609639"/>
                  <a:pt x="11815201" y="5609891"/>
                </a:cubicBezTo>
                <a:cubicBezTo>
                  <a:pt x="11814949" y="5610143"/>
                  <a:pt x="11814822" y="5610898"/>
                  <a:pt x="11814822" y="5612156"/>
                </a:cubicBezTo>
                <a:lnTo>
                  <a:pt x="11814822" y="5644524"/>
                </a:lnTo>
                <a:cubicBezTo>
                  <a:pt x="11814822" y="5647946"/>
                  <a:pt x="11815590" y="5650647"/>
                  <a:pt x="11817126" y="5652625"/>
                </a:cubicBezTo>
                <a:cubicBezTo>
                  <a:pt x="11818662" y="5654604"/>
                  <a:pt x="11820563" y="5655594"/>
                  <a:pt x="11822827" y="5655594"/>
                </a:cubicBezTo>
                <a:cubicBezTo>
                  <a:pt x="11824991" y="5655594"/>
                  <a:pt x="11828062" y="5654475"/>
                  <a:pt x="11832042" y="5652236"/>
                </a:cubicBezTo>
                <a:cubicBezTo>
                  <a:pt x="11833099" y="5651601"/>
                  <a:pt x="11834273" y="5651284"/>
                  <a:pt x="11835564" y="5651284"/>
                </a:cubicBezTo>
                <a:cubicBezTo>
                  <a:pt x="11837814" y="5651284"/>
                  <a:pt x="11839739" y="5652445"/>
                  <a:pt x="11841341" y="5654768"/>
                </a:cubicBezTo>
                <a:cubicBezTo>
                  <a:pt x="11842942" y="5657091"/>
                  <a:pt x="11843743" y="5659517"/>
                  <a:pt x="11843743" y="5662047"/>
                </a:cubicBezTo>
                <a:cubicBezTo>
                  <a:pt x="11843743" y="5666611"/>
                  <a:pt x="11840601" y="5671061"/>
                  <a:pt x="11834318" y="5675396"/>
                </a:cubicBezTo>
                <a:cubicBezTo>
                  <a:pt x="11826344" y="5683121"/>
                  <a:pt x="11815652" y="5686983"/>
                  <a:pt x="11802238" y="5686983"/>
                </a:cubicBezTo>
                <a:cubicBezTo>
                  <a:pt x="11791499" y="5686983"/>
                  <a:pt x="11782839" y="5683913"/>
                  <a:pt x="11776257" y="5677773"/>
                </a:cubicBezTo>
                <a:cubicBezTo>
                  <a:pt x="11769676" y="5671632"/>
                  <a:pt x="11766385" y="5663550"/>
                  <a:pt x="11766385" y="5653524"/>
                </a:cubicBezTo>
                <a:lnTo>
                  <a:pt x="11766385" y="5609284"/>
                </a:lnTo>
                <a:cubicBezTo>
                  <a:pt x="11766385" y="5608384"/>
                  <a:pt x="11766392" y="5607942"/>
                  <a:pt x="11766407" y="5607957"/>
                </a:cubicBezTo>
                <a:cubicBezTo>
                  <a:pt x="11766421" y="5607973"/>
                  <a:pt x="11765981" y="5607980"/>
                  <a:pt x="11765083" y="5607980"/>
                </a:cubicBezTo>
                <a:lnTo>
                  <a:pt x="11755219" y="5607980"/>
                </a:lnTo>
                <a:cubicBezTo>
                  <a:pt x="11752749" y="5607980"/>
                  <a:pt x="11751087" y="5607475"/>
                  <a:pt x="11750235" y="5606463"/>
                </a:cubicBezTo>
                <a:cubicBezTo>
                  <a:pt x="11749383" y="5605452"/>
                  <a:pt x="11748957" y="5603583"/>
                  <a:pt x="11748957" y="5600857"/>
                </a:cubicBezTo>
                <a:lnTo>
                  <a:pt x="11748957" y="5596582"/>
                </a:lnTo>
                <a:cubicBezTo>
                  <a:pt x="11749042" y="5593969"/>
                  <a:pt x="11750072" y="5592036"/>
                  <a:pt x="11752044" y="5590782"/>
                </a:cubicBezTo>
                <a:lnTo>
                  <a:pt x="11795701" y="5563329"/>
                </a:lnTo>
                <a:cubicBezTo>
                  <a:pt x="11797330" y="5562466"/>
                  <a:pt x="11799094" y="5562035"/>
                  <a:pt x="11800993" y="5562035"/>
                </a:cubicBezTo>
                <a:close/>
                <a:moveTo>
                  <a:pt x="8562493" y="5562035"/>
                </a:moveTo>
                <a:lnTo>
                  <a:pt x="8570250" y="5562035"/>
                </a:lnTo>
                <a:cubicBezTo>
                  <a:pt x="8572543" y="5562035"/>
                  <a:pt x="8574128" y="5562628"/>
                  <a:pt x="8575006" y="5563814"/>
                </a:cubicBezTo>
                <a:cubicBezTo>
                  <a:pt x="8575884" y="5565001"/>
                  <a:pt x="8576322" y="5566878"/>
                  <a:pt x="8576322" y="5569447"/>
                </a:cubicBezTo>
                <a:lnTo>
                  <a:pt x="8576322" y="5582374"/>
                </a:lnTo>
                <a:cubicBezTo>
                  <a:pt x="8576322" y="5583759"/>
                  <a:pt x="8576422" y="5584546"/>
                  <a:pt x="8576622" y="5584734"/>
                </a:cubicBezTo>
                <a:cubicBezTo>
                  <a:pt x="8576820" y="5584923"/>
                  <a:pt x="8577634" y="5585018"/>
                  <a:pt x="8579060" y="5585018"/>
                </a:cubicBezTo>
                <a:lnTo>
                  <a:pt x="8596774" y="5585018"/>
                </a:lnTo>
                <a:cubicBezTo>
                  <a:pt x="8599786" y="5585018"/>
                  <a:pt x="8601822" y="5585669"/>
                  <a:pt x="8602884" y="5586972"/>
                </a:cubicBezTo>
                <a:cubicBezTo>
                  <a:pt x="8603946" y="5588274"/>
                  <a:pt x="8604476" y="5590540"/>
                  <a:pt x="8604476" y="5593770"/>
                </a:cubicBezTo>
                <a:lnTo>
                  <a:pt x="8604476" y="5599421"/>
                </a:lnTo>
                <a:cubicBezTo>
                  <a:pt x="8604476" y="5602911"/>
                  <a:pt x="8603864" y="5605466"/>
                  <a:pt x="8602638" y="5607085"/>
                </a:cubicBezTo>
                <a:cubicBezTo>
                  <a:pt x="8601413" y="5608703"/>
                  <a:pt x="8599267" y="5609512"/>
                  <a:pt x="8596201" y="5609512"/>
                </a:cubicBezTo>
                <a:lnTo>
                  <a:pt x="8578868" y="5609512"/>
                </a:lnTo>
                <a:cubicBezTo>
                  <a:pt x="8577676" y="5609512"/>
                  <a:pt x="8576954" y="5609639"/>
                  <a:pt x="8576701" y="5609891"/>
                </a:cubicBezTo>
                <a:cubicBezTo>
                  <a:pt x="8576448" y="5610143"/>
                  <a:pt x="8576322" y="5610898"/>
                  <a:pt x="8576322" y="5612156"/>
                </a:cubicBezTo>
                <a:lnTo>
                  <a:pt x="8576322" y="5644524"/>
                </a:lnTo>
                <a:cubicBezTo>
                  <a:pt x="8576322" y="5647946"/>
                  <a:pt x="8577090" y="5650647"/>
                  <a:pt x="8578626" y="5652625"/>
                </a:cubicBezTo>
                <a:cubicBezTo>
                  <a:pt x="8580163" y="5654604"/>
                  <a:pt x="8582063" y="5655594"/>
                  <a:pt x="8584326" y="5655594"/>
                </a:cubicBezTo>
                <a:cubicBezTo>
                  <a:pt x="8586490" y="5655594"/>
                  <a:pt x="8589562" y="5654475"/>
                  <a:pt x="8593540" y="5652236"/>
                </a:cubicBezTo>
                <a:cubicBezTo>
                  <a:pt x="8594600" y="5651601"/>
                  <a:pt x="8595773" y="5651284"/>
                  <a:pt x="8597063" y="5651284"/>
                </a:cubicBezTo>
                <a:cubicBezTo>
                  <a:pt x="8599314" y="5651284"/>
                  <a:pt x="8601240" y="5652445"/>
                  <a:pt x="8602840" y="5654768"/>
                </a:cubicBezTo>
                <a:cubicBezTo>
                  <a:pt x="8604442" y="5657091"/>
                  <a:pt x="8605243" y="5659517"/>
                  <a:pt x="8605243" y="5662047"/>
                </a:cubicBezTo>
                <a:cubicBezTo>
                  <a:pt x="8605243" y="5666611"/>
                  <a:pt x="8602101" y="5671061"/>
                  <a:pt x="8595818" y="5675396"/>
                </a:cubicBezTo>
                <a:cubicBezTo>
                  <a:pt x="8587844" y="5683121"/>
                  <a:pt x="8577152" y="5686983"/>
                  <a:pt x="8563738" y="5686983"/>
                </a:cubicBezTo>
                <a:cubicBezTo>
                  <a:pt x="8552999" y="5686983"/>
                  <a:pt x="8544338" y="5683913"/>
                  <a:pt x="8537757" y="5677773"/>
                </a:cubicBezTo>
                <a:cubicBezTo>
                  <a:pt x="8531176" y="5671632"/>
                  <a:pt x="8527884" y="5663550"/>
                  <a:pt x="8527884" y="5653524"/>
                </a:cubicBezTo>
                <a:lnTo>
                  <a:pt x="8527884" y="5609284"/>
                </a:lnTo>
                <a:cubicBezTo>
                  <a:pt x="8527884" y="5608384"/>
                  <a:pt x="8527892" y="5607942"/>
                  <a:pt x="8527907" y="5607957"/>
                </a:cubicBezTo>
                <a:cubicBezTo>
                  <a:pt x="8527922" y="5607973"/>
                  <a:pt x="8527480" y="5607980"/>
                  <a:pt x="8526583" y="5607980"/>
                </a:cubicBezTo>
                <a:lnTo>
                  <a:pt x="8516718" y="5607980"/>
                </a:lnTo>
                <a:cubicBezTo>
                  <a:pt x="8514248" y="5607980"/>
                  <a:pt x="8512588" y="5607475"/>
                  <a:pt x="8511735" y="5606463"/>
                </a:cubicBezTo>
                <a:cubicBezTo>
                  <a:pt x="8510883" y="5605452"/>
                  <a:pt x="8510458" y="5603583"/>
                  <a:pt x="8510458" y="5600857"/>
                </a:cubicBezTo>
                <a:lnTo>
                  <a:pt x="8510458" y="5596582"/>
                </a:lnTo>
                <a:cubicBezTo>
                  <a:pt x="8510543" y="5593969"/>
                  <a:pt x="8511572" y="5592036"/>
                  <a:pt x="8513544" y="5590782"/>
                </a:cubicBezTo>
                <a:lnTo>
                  <a:pt x="8557200" y="5563329"/>
                </a:lnTo>
                <a:cubicBezTo>
                  <a:pt x="8558830" y="5562466"/>
                  <a:pt x="8560594" y="5562035"/>
                  <a:pt x="8562493" y="5562035"/>
                </a:cubicBezTo>
                <a:close/>
                <a:moveTo>
                  <a:pt x="8000518" y="5562035"/>
                </a:moveTo>
                <a:lnTo>
                  <a:pt x="8008275" y="5562035"/>
                </a:lnTo>
                <a:cubicBezTo>
                  <a:pt x="8010568" y="5562035"/>
                  <a:pt x="8012154" y="5562628"/>
                  <a:pt x="8013032" y="5563814"/>
                </a:cubicBezTo>
                <a:cubicBezTo>
                  <a:pt x="8013909" y="5565001"/>
                  <a:pt x="8014348" y="5566878"/>
                  <a:pt x="8014348" y="5569447"/>
                </a:cubicBezTo>
                <a:lnTo>
                  <a:pt x="8014348" y="5582374"/>
                </a:lnTo>
                <a:cubicBezTo>
                  <a:pt x="8014348" y="5583759"/>
                  <a:pt x="8014447" y="5584546"/>
                  <a:pt x="8014647" y="5584734"/>
                </a:cubicBezTo>
                <a:cubicBezTo>
                  <a:pt x="8014846" y="5584923"/>
                  <a:pt x="8015659" y="5585018"/>
                  <a:pt x="8017085" y="5585018"/>
                </a:cubicBezTo>
                <a:lnTo>
                  <a:pt x="8034800" y="5585018"/>
                </a:lnTo>
                <a:cubicBezTo>
                  <a:pt x="8037811" y="5585018"/>
                  <a:pt x="8039848" y="5585669"/>
                  <a:pt x="8040909" y="5586972"/>
                </a:cubicBezTo>
                <a:cubicBezTo>
                  <a:pt x="8041971" y="5588274"/>
                  <a:pt x="8042502" y="5590540"/>
                  <a:pt x="8042502" y="5593770"/>
                </a:cubicBezTo>
                <a:lnTo>
                  <a:pt x="8042502" y="5599421"/>
                </a:lnTo>
                <a:cubicBezTo>
                  <a:pt x="8042502" y="5602911"/>
                  <a:pt x="8041889" y="5605466"/>
                  <a:pt x="8040664" y="5607085"/>
                </a:cubicBezTo>
                <a:cubicBezTo>
                  <a:pt x="8039439" y="5608703"/>
                  <a:pt x="8037292" y="5609512"/>
                  <a:pt x="8034226" y="5609512"/>
                </a:cubicBezTo>
                <a:lnTo>
                  <a:pt x="8016893" y="5609512"/>
                </a:lnTo>
                <a:cubicBezTo>
                  <a:pt x="8015701" y="5609512"/>
                  <a:pt x="8014978" y="5609639"/>
                  <a:pt x="8014726" y="5609891"/>
                </a:cubicBezTo>
                <a:cubicBezTo>
                  <a:pt x="8014473" y="5610143"/>
                  <a:pt x="8014348" y="5610898"/>
                  <a:pt x="8014348" y="5612156"/>
                </a:cubicBezTo>
                <a:lnTo>
                  <a:pt x="8014348" y="5644524"/>
                </a:lnTo>
                <a:cubicBezTo>
                  <a:pt x="8014348" y="5647946"/>
                  <a:pt x="8015116" y="5650647"/>
                  <a:pt x="8016652" y="5652625"/>
                </a:cubicBezTo>
                <a:cubicBezTo>
                  <a:pt x="8018188" y="5654604"/>
                  <a:pt x="8020088" y="5655594"/>
                  <a:pt x="8022352" y="5655594"/>
                </a:cubicBezTo>
                <a:cubicBezTo>
                  <a:pt x="8024516" y="5655594"/>
                  <a:pt x="8027587" y="5654475"/>
                  <a:pt x="8031566" y="5652236"/>
                </a:cubicBezTo>
                <a:cubicBezTo>
                  <a:pt x="8032624" y="5651601"/>
                  <a:pt x="8033798" y="5651284"/>
                  <a:pt x="8035088" y="5651284"/>
                </a:cubicBezTo>
                <a:cubicBezTo>
                  <a:pt x="8037339" y="5651284"/>
                  <a:pt x="8039265" y="5652445"/>
                  <a:pt x="8040866" y="5654768"/>
                </a:cubicBezTo>
                <a:cubicBezTo>
                  <a:pt x="8042468" y="5657091"/>
                  <a:pt x="8043268" y="5659517"/>
                  <a:pt x="8043268" y="5662047"/>
                </a:cubicBezTo>
                <a:cubicBezTo>
                  <a:pt x="8043268" y="5666611"/>
                  <a:pt x="8040126" y="5671061"/>
                  <a:pt x="8033843" y="5675396"/>
                </a:cubicBezTo>
                <a:cubicBezTo>
                  <a:pt x="8025870" y="5683121"/>
                  <a:pt x="8015177" y="5686983"/>
                  <a:pt x="8001764" y="5686983"/>
                </a:cubicBezTo>
                <a:cubicBezTo>
                  <a:pt x="7991024" y="5686983"/>
                  <a:pt x="7982364" y="5683913"/>
                  <a:pt x="7975782" y="5677773"/>
                </a:cubicBezTo>
                <a:cubicBezTo>
                  <a:pt x="7969200" y="5671632"/>
                  <a:pt x="7965910" y="5663550"/>
                  <a:pt x="7965910" y="5653524"/>
                </a:cubicBezTo>
                <a:lnTo>
                  <a:pt x="7965910" y="5609284"/>
                </a:lnTo>
                <a:cubicBezTo>
                  <a:pt x="7965910" y="5608384"/>
                  <a:pt x="7965918" y="5607942"/>
                  <a:pt x="7965932" y="5607957"/>
                </a:cubicBezTo>
                <a:cubicBezTo>
                  <a:pt x="7965947" y="5607973"/>
                  <a:pt x="7965505" y="5607980"/>
                  <a:pt x="7964608" y="5607980"/>
                </a:cubicBezTo>
                <a:lnTo>
                  <a:pt x="7954744" y="5607980"/>
                </a:lnTo>
                <a:cubicBezTo>
                  <a:pt x="7952274" y="5607980"/>
                  <a:pt x="7950612" y="5607475"/>
                  <a:pt x="7949760" y="5606463"/>
                </a:cubicBezTo>
                <a:cubicBezTo>
                  <a:pt x="7948908" y="5605452"/>
                  <a:pt x="7948483" y="5603583"/>
                  <a:pt x="7948483" y="5600857"/>
                </a:cubicBezTo>
                <a:lnTo>
                  <a:pt x="7948483" y="5596582"/>
                </a:lnTo>
                <a:cubicBezTo>
                  <a:pt x="7948568" y="5593969"/>
                  <a:pt x="7949597" y="5592036"/>
                  <a:pt x="7951570" y="5590782"/>
                </a:cubicBezTo>
                <a:lnTo>
                  <a:pt x="7995226" y="5563329"/>
                </a:lnTo>
                <a:cubicBezTo>
                  <a:pt x="7996855" y="5562466"/>
                  <a:pt x="7998618" y="5562035"/>
                  <a:pt x="8000518" y="5562035"/>
                </a:cubicBezTo>
                <a:close/>
                <a:moveTo>
                  <a:pt x="7867168" y="5562035"/>
                </a:moveTo>
                <a:lnTo>
                  <a:pt x="7874925" y="5562035"/>
                </a:lnTo>
                <a:cubicBezTo>
                  <a:pt x="7877218" y="5562035"/>
                  <a:pt x="7878804" y="5562628"/>
                  <a:pt x="7879681" y="5563814"/>
                </a:cubicBezTo>
                <a:cubicBezTo>
                  <a:pt x="7880559" y="5565001"/>
                  <a:pt x="7880997" y="5566878"/>
                  <a:pt x="7880997" y="5569447"/>
                </a:cubicBezTo>
                <a:lnTo>
                  <a:pt x="7880997" y="5582374"/>
                </a:lnTo>
                <a:cubicBezTo>
                  <a:pt x="7880997" y="5583759"/>
                  <a:pt x="7881097" y="5584546"/>
                  <a:pt x="7881297" y="5584734"/>
                </a:cubicBezTo>
                <a:cubicBezTo>
                  <a:pt x="7881496" y="5584923"/>
                  <a:pt x="7882309" y="5585018"/>
                  <a:pt x="7883735" y="5585018"/>
                </a:cubicBezTo>
                <a:lnTo>
                  <a:pt x="7901450" y="5585018"/>
                </a:lnTo>
                <a:cubicBezTo>
                  <a:pt x="7904461" y="5585018"/>
                  <a:pt x="7906498" y="5585669"/>
                  <a:pt x="7907559" y="5586972"/>
                </a:cubicBezTo>
                <a:cubicBezTo>
                  <a:pt x="7908621" y="5588274"/>
                  <a:pt x="7909152" y="5590540"/>
                  <a:pt x="7909152" y="5593770"/>
                </a:cubicBezTo>
                <a:lnTo>
                  <a:pt x="7909152" y="5599421"/>
                </a:lnTo>
                <a:cubicBezTo>
                  <a:pt x="7909152" y="5602911"/>
                  <a:pt x="7908539" y="5605466"/>
                  <a:pt x="7907314" y="5607085"/>
                </a:cubicBezTo>
                <a:cubicBezTo>
                  <a:pt x="7906088" y="5608703"/>
                  <a:pt x="7903942" y="5609512"/>
                  <a:pt x="7900876" y="5609512"/>
                </a:cubicBezTo>
                <a:lnTo>
                  <a:pt x="7883543" y="5609512"/>
                </a:lnTo>
                <a:cubicBezTo>
                  <a:pt x="7882351" y="5609512"/>
                  <a:pt x="7881629" y="5609639"/>
                  <a:pt x="7881376" y="5609891"/>
                </a:cubicBezTo>
                <a:cubicBezTo>
                  <a:pt x="7881123" y="5610143"/>
                  <a:pt x="7880997" y="5610898"/>
                  <a:pt x="7880997" y="5612156"/>
                </a:cubicBezTo>
                <a:lnTo>
                  <a:pt x="7880997" y="5644524"/>
                </a:lnTo>
                <a:cubicBezTo>
                  <a:pt x="7880997" y="5647946"/>
                  <a:pt x="7881766" y="5650647"/>
                  <a:pt x="7883302" y="5652625"/>
                </a:cubicBezTo>
                <a:cubicBezTo>
                  <a:pt x="7884838" y="5654604"/>
                  <a:pt x="7886738" y="5655594"/>
                  <a:pt x="7889002" y="5655594"/>
                </a:cubicBezTo>
                <a:cubicBezTo>
                  <a:pt x="7891166" y="5655594"/>
                  <a:pt x="7894237" y="5654475"/>
                  <a:pt x="7898216" y="5652236"/>
                </a:cubicBezTo>
                <a:cubicBezTo>
                  <a:pt x="7899274" y="5651601"/>
                  <a:pt x="7900448" y="5651284"/>
                  <a:pt x="7901738" y="5651284"/>
                </a:cubicBezTo>
                <a:cubicBezTo>
                  <a:pt x="7903989" y="5651284"/>
                  <a:pt x="7905915" y="5652445"/>
                  <a:pt x="7907516" y="5654768"/>
                </a:cubicBezTo>
                <a:cubicBezTo>
                  <a:pt x="7909118" y="5657091"/>
                  <a:pt x="7909918" y="5659517"/>
                  <a:pt x="7909918" y="5662047"/>
                </a:cubicBezTo>
                <a:cubicBezTo>
                  <a:pt x="7909918" y="5666611"/>
                  <a:pt x="7906776" y="5671061"/>
                  <a:pt x="7900493" y="5675396"/>
                </a:cubicBezTo>
                <a:cubicBezTo>
                  <a:pt x="7892520" y="5683121"/>
                  <a:pt x="7881827" y="5686983"/>
                  <a:pt x="7868414" y="5686983"/>
                </a:cubicBezTo>
                <a:cubicBezTo>
                  <a:pt x="7857674" y="5686983"/>
                  <a:pt x="7849014" y="5683913"/>
                  <a:pt x="7842433" y="5677773"/>
                </a:cubicBezTo>
                <a:cubicBezTo>
                  <a:pt x="7835851" y="5671632"/>
                  <a:pt x="7832560" y="5663550"/>
                  <a:pt x="7832560" y="5653524"/>
                </a:cubicBezTo>
                <a:lnTo>
                  <a:pt x="7832560" y="5609284"/>
                </a:lnTo>
                <a:cubicBezTo>
                  <a:pt x="7832560" y="5608384"/>
                  <a:pt x="7832568" y="5607942"/>
                  <a:pt x="7832582" y="5607957"/>
                </a:cubicBezTo>
                <a:cubicBezTo>
                  <a:pt x="7832597" y="5607973"/>
                  <a:pt x="7832156" y="5607980"/>
                  <a:pt x="7831258" y="5607980"/>
                </a:cubicBezTo>
                <a:lnTo>
                  <a:pt x="7821394" y="5607980"/>
                </a:lnTo>
                <a:cubicBezTo>
                  <a:pt x="7818924" y="5607980"/>
                  <a:pt x="7817263" y="5607475"/>
                  <a:pt x="7816410" y="5606463"/>
                </a:cubicBezTo>
                <a:cubicBezTo>
                  <a:pt x="7815559" y="5605452"/>
                  <a:pt x="7815133" y="5603583"/>
                  <a:pt x="7815133" y="5600857"/>
                </a:cubicBezTo>
                <a:lnTo>
                  <a:pt x="7815133" y="5596582"/>
                </a:lnTo>
                <a:cubicBezTo>
                  <a:pt x="7815218" y="5593969"/>
                  <a:pt x="7816247" y="5592036"/>
                  <a:pt x="7818220" y="5590782"/>
                </a:cubicBezTo>
                <a:lnTo>
                  <a:pt x="7861876" y="5563329"/>
                </a:lnTo>
                <a:cubicBezTo>
                  <a:pt x="7863505" y="5562466"/>
                  <a:pt x="7865269" y="5562035"/>
                  <a:pt x="7867168" y="5562035"/>
                </a:cubicBezTo>
                <a:close/>
                <a:moveTo>
                  <a:pt x="6209818" y="5562035"/>
                </a:moveTo>
                <a:lnTo>
                  <a:pt x="6217575" y="5562035"/>
                </a:lnTo>
                <a:cubicBezTo>
                  <a:pt x="6219868" y="5562035"/>
                  <a:pt x="6221454" y="5562628"/>
                  <a:pt x="6222332" y="5563814"/>
                </a:cubicBezTo>
                <a:cubicBezTo>
                  <a:pt x="6223209" y="5565001"/>
                  <a:pt x="6223648" y="5566878"/>
                  <a:pt x="6223648" y="5569447"/>
                </a:cubicBezTo>
                <a:lnTo>
                  <a:pt x="6223648" y="5582374"/>
                </a:lnTo>
                <a:cubicBezTo>
                  <a:pt x="6223648" y="5583759"/>
                  <a:pt x="6223747" y="5584546"/>
                  <a:pt x="6223947" y="5584734"/>
                </a:cubicBezTo>
                <a:cubicBezTo>
                  <a:pt x="6224146" y="5584923"/>
                  <a:pt x="6224959" y="5585018"/>
                  <a:pt x="6226385" y="5585018"/>
                </a:cubicBezTo>
                <a:lnTo>
                  <a:pt x="6244100" y="5585018"/>
                </a:lnTo>
                <a:cubicBezTo>
                  <a:pt x="6247111" y="5585018"/>
                  <a:pt x="6249148" y="5585669"/>
                  <a:pt x="6250209" y="5586972"/>
                </a:cubicBezTo>
                <a:cubicBezTo>
                  <a:pt x="6251271" y="5588274"/>
                  <a:pt x="6251802" y="5590540"/>
                  <a:pt x="6251802" y="5593770"/>
                </a:cubicBezTo>
                <a:lnTo>
                  <a:pt x="6251802" y="5599421"/>
                </a:lnTo>
                <a:cubicBezTo>
                  <a:pt x="6251802" y="5602911"/>
                  <a:pt x="6251190" y="5605466"/>
                  <a:pt x="6249964" y="5607085"/>
                </a:cubicBezTo>
                <a:cubicBezTo>
                  <a:pt x="6248739" y="5608703"/>
                  <a:pt x="6246593" y="5609512"/>
                  <a:pt x="6243526" y="5609512"/>
                </a:cubicBezTo>
                <a:lnTo>
                  <a:pt x="6226193" y="5609512"/>
                </a:lnTo>
                <a:cubicBezTo>
                  <a:pt x="6225001" y="5609512"/>
                  <a:pt x="6224279" y="5609639"/>
                  <a:pt x="6224026" y="5609891"/>
                </a:cubicBezTo>
                <a:cubicBezTo>
                  <a:pt x="6223774" y="5610143"/>
                  <a:pt x="6223648" y="5610898"/>
                  <a:pt x="6223648" y="5612156"/>
                </a:cubicBezTo>
                <a:lnTo>
                  <a:pt x="6223648" y="5644524"/>
                </a:lnTo>
                <a:cubicBezTo>
                  <a:pt x="6223648" y="5647946"/>
                  <a:pt x="6224416" y="5650647"/>
                  <a:pt x="6225952" y="5652625"/>
                </a:cubicBezTo>
                <a:cubicBezTo>
                  <a:pt x="6227488" y="5654604"/>
                  <a:pt x="6229388" y="5655594"/>
                  <a:pt x="6231652" y="5655594"/>
                </a:cubicBezTo>
                <a:cubicBezTo>
                  <a:pt x="6233816" y="5655594"/>
                  <a:pt x="6236887" y="5654475"/>
                  <a:pt x="6240866" y="5652236"/>
                </a:cubicBezTo>
                <a:cubicBezTo>
                  <a:pt x="6241925" y="5651601"/>
                  <a:pt x="6243098" y="5651284"/>
                  <a:pt x="6244388" y="5651284"/>
                </a:cubicBezTo>
                <a:cubicBezTo>
                  <a:pt x="6246639" y="5651284"/>
                  <a:pt x="6248565" y="5652445"/>
                  <a:pt x="6250166" y="5654768"/>
                </a:cubicBezTo>
                <a:cubicBezTo>
                  <a:pt x="6251768" y="5657091"/>
                  <a:pt x="6252568" y="5659517"/>
                  <a:pt x="6252568" y="5662047"/>
                </a:cubicBezTo>
                <a:cubicBezTo>
                  <a:pt x="6252568" y="5666611"/>
                  <a:pt x="6249426" y="5671061"/>
                  <a:pt x="6243143" y="5675396"/>
                </a:cubicBezTo>
                <a:cubicBezTo>
                  <a:pt x="6235170" y="5683121"/>
                  <a:pt x="6224477" y="5686983"/>
                  <a:pt x="6211064" y="5686983"/>
                </a:cubicBezTo>
                <a:cubicBezTo>
                  <a:pt x="6200324" y="5686983"/>
                  <a:pt x="6191664" y="5683913"/>
                  <a:pt x="6185083" y="5677773"/>
                </a:cubicBezTo>
                <a:cubicBezTo>
                  <a:pt x="6178501" y="5671632"/>
                  <a:pt x="6175210" y="5663550"/>
                  <a:pt x="6175210" y="5653524"/>
                </a:cubicBezTo>
                <a:lnTo>
                  <a:pt x="6175210" y="5609284"/>
                </a:lnTo>
                <a:cubicBezTo>
                  <a:pt x="6175210" y="5608384"/>
                  <a:pt x="6175218" y="5607942"/>
                  <a:pt x="6175232" y="5607957"/>
                </a:cubicBezTo>
                <a:cubicBezTo>
                  <a:pt x="6175247" y="5607973"/>
                  <a:pt x="6174806" y="5607980"/>
                  <a:pt x="6173908" y="5607980"/>
                </a:cubicBezTo>
                <a:lnTo>
                  <a:pt x="6164044" y="5607980"/>
                </a:lnTo>
                <a:cubicBezTo>
                  <a:pt x="6161574" y="5607980"/>
                  <a:pt x="6159913" y="5607475"/>
                  <a:pt x="6159060" y="5606463"/>
                </a:cubicBezTo>
                <a:cubicBezTo>
                  <a:pt x="6158209" y="5605452"/>
                  <a:pt x="6157783" y="5603583"/>
                  <a:pt x="6157783" y="5600857"/>
                </a:cubicBezTo>
                <a:lnTo>
                  <a:pt x="6157783" y="5596582"/>
                </a:lnTo>
                <a:cubicBezTo>
                  <a:pt x="6157868" y="5593969"/>
                  <a:pt x="6158897" y="5592036"/>
                  <a:pt x="6160870" y="5590782"/>
                </a:cubicBezTo>
                <a:lnTo>
                  <a:pt x="6204526" y="5563329"/>
                </a:lnTo>
                <a:cubicBezTo>
                  <a:pt x="6206155" y="5562466"/>
                  <a:pt x="6207919" y="5562035"/>
                  <a:pt x="6209818" y="5562035"/>
                </a:cubicBezTo>
                <a:close/>
                <a:moveTo>
                  <a:pt x="5752618" y="5562035"/>
                </a:moveTo>
                <a:lnTo>
                  <a:pt x="5760375" y="5562035"/>
                </a:lnTo>
                <a:cubicBezTo>
                  <a:pt x="5762668" y="5562035"/>
                  <a:pt x="5764254" y="5562628"/>
                  <a:pt x="5765132" y="5563814"/>
                </a:cubicBezTo>
                <a:cubicBezTo>
                  <a:pt x="5766009" y="5565001"/>
                  <a:pt x="5766448" y="5566878"/>
                  <a:pt x="5766448" y="5569447"/>
                </a:cubicBezTo>
                <a:lnTo>
                  <a:pt x="5766448" y="5582374"/>
                </a:lnTo>
                <a:cubicBezTo>
                  <a:pt x="5766448" y="5583759"/>
                  <a:pt x="5766547" y="5584546"/>
                  <a:pt x="5766747" y="5584734"/>
                </a:cubicBezTo>
                <a:cubicBezTo>
                  <a:pt x="5766946" y="5584923"/>
                  <a:pt x="5767759" y="5585018"/>
                  <a:pt x="5769185" y="5585018"/>
                </a:cubicBezTo>
                <a:lnTo>
                  <a:pt x="5786900" y="5585018"/>
                </a:lnTo>
                <a:cubicBezTo>
                  <a:pt x="5789911" y="5585018"/>
                  <a:pt x="5791948" y="5585669"/>
                  <a:pt x="5793009" y="5586972"/>
                </a:cubicBezTo>
                <a:cubicBezTo>
                  <a:pt x="5794071" y="5588274"/>
                  <a:pt x="5794602" y="5590540"/>
                  <a:pt x="5794602" y="5593770"/>
                </a:cubicBezTo>
                <a:lnTo>
                  <a:pt x="5794602" y="5599421"/>
                </a:lnTo>
                <a:cubicBezTo>
                  <a:pt x="5794602" y="5602911"/>
                  <a:pt x="5793990" y="5605466"/>
                  <a:pt x="5792764" y="5607085"/>
                </a:cubicBezTo>
                <a:cubicBezTo>
                  <a:pt x="5791539" y="5608703"/>
                  <a:pt x="5789393" y="5609512"/>
                  <a:pt x="5786326" y="5609512"/>
                </a:cubicBezTo>
                <a:lnTo>
                  <a:pt x="5768993" y="5609512"/>
                </a:lnTo>
                <a:cubicBezTo>
                  <a:pt x="5767801" y="5609512"/>
                  <a:pt x="5767079" y="5609639"/>
                  <a:pt x="5766826" y="5609891"/>
                </a:cubicBezTo>
                <a:cubicBezTo>
                  <a:pt x="5766574" y="5610143"/>
                  <a:pt x="5766448" y="5610898"/>
                  <a:pt x="5766448" y="5612156"/>
                </a:cubicBezTo>
                <a:lnTo>
                  <a:pt x="5766448" y="5644524"/>
                </a:lnTo>
                <a:cubicBezTo>
                  <a:pt x="5766448" y="5647946"/>
                  <a:pt x="5767216" y="5650647"/>
                  <a:pt x="5768752" y="5652625"/>
                </a:cubicBezTo>
                <a:cubicBezTo>
                  <a:pt x="5770288" y="5654604"/>
                  <a:pt x="5772188" y="5655594"/>
                  <a:pt x="5774452" y="5655594"/>
                </a:cubicBezTo>
                <a:cubicBezTo>
                  <a:pt x="5776616" y="5655594"/>
                  <a:pt x="5779688" y="5654475"/>
                  <a:pt x="5783666" y="5652236"/>
                </a:cubicBezTo>
                <a:cubicBezTo>
                  <a:pt x="5784725" y="5651601"/>
                  <a:pt x="5785898" y="5651284"/>
                  <a:pt x="5787189" y="5651284"/>
                </a:cubicBezTo>
                <a:cubicBezTo>
                  <a:pt x="5789439" y="5651284"/>
                  <a:pt x="5791365" y="5652445"/>
                  <a:pt x="5792966" y="5654768"/>
                </a:cubicBezTo>
                <a:cubicBezTo>
                  <a:pt x="5794568" y="5657091"/>
                  <a:pt x="5795368" y="5659517"/>
                  <a:pt x="5795368" y="5662047"/>
                </a:cubicBezTo>
                <a:cubicBezTo>
                  <a:pt x="5795368" y="5666611"/>
                  <a:pt x="5792226" y="5671061"/>
                  <a:pt x="5785943" y="5675396"/>
                </a:cubicBezTo>
                <a:cubicBezTo>
                  <a:pt x="5777970" y="5683121"/>
                  <a:pt x="5767277" y="5686983"/>
                  <a:pt x="5753864" y="5686983"/>
                </a:cubicBezTo>
                <a:cubicBezTo>
                  <a:pt x="5743124" y="5686983"/>
                  <a:pt x="5734464" y="5683913"/>
                  <a:pt x="5727882" y="5677773"/>
                </a:cubicBezTo>
                <a:cubicBezTo>
                  <a:pt x="5721301" y="5671632"/>
                  <a:pt x="5718010" y="5663550"/>
                  <a:pt x="5718010" y="5653524"/>
                </a:cubicBezTo>
                <a:lnTo>
                  <a:pt x="5718010" y="5609284"/>
                </a:lnTo>
                <a:cubicBezTo>
                  <a:pt x="5718010" y="5608384"/>
                  <a:pt x="5718018" y="5607942"/>
                  <a:pt x="5718032" y="5607957"/>
                </a:cubicBezTo>
                <a:cubicBezTo>
                  <a:pt x="5718047" y="5607973"/>
                  <a:pt x="5717606" y="5607980"/>
                  <a:pt x="5716708" y="5607980"/>
                </a:cubicBezTo>
                <a:lnTo>
                  <a:pt x="5706844" y="5607980"/>
                </a:lnTo>
                <a:cubicBezTo>
                  <a:pt x="5704374" y="5607980"/>
                  <a:pt x="5702713" y="5607475"/>
                  <a:pt x="5701860" y="5606463"/>
                </a:cubicBezTo>
                <a:cubicBezTo>
                  <a:pt x="5701009" y="5605452"/>
                  <a:pt x="5700583" y="5603583"/>
                  <a:pt x="5700583" y="5600857"/>
                </a:cubicBezTo>
                <a:lnTo>
                  <a:pt x="5700583" y="5596582"/>
                </a:lnTo>
                <a:cubicBezTo>
                  <a:pt x="5700668" y="5593969"/>
                  <a:pt x="5701697" y="5592036"/>
                  <a:pt x="5703670" y="5590782"/>
                </a:cubicBezTo>
                <a:lnTo>
                  <a:pt x="5747326" y="5563329"/>
                </a:lnTo>
                <a:cubicBezTo>
                  <a:pt x="5748955" y="5562466"/>
                  <a:pt x="5750719" y="5562035"/>
                  <a:pt x="5752618" y="5562035"/>
                </a:cubicBezTo>
                <a:close/>
                <a:moveTo>
                  <a:pt x="4676293" y="5562035"/>
                </a:moveTo>
                <a:lnTo>
                  <a:pt x="4684050" y="5562035"/>
                </a:lnTo>
                <a:cubicBezTo>
                  <a:pt x="4686344" y="5562035"/>
                  <a:pt x="4687929" y="5562628"/>
                  <a:pt x="4688806" y="5563814"/>
                </a:cubicBezTo>
                <a:cubicBezTo>
                  <a:pt x="4689684" y="5565001"/>
                  <a:pt x="4690122" y="5566878"/>
                  <a:pt x="4690122" y="5569447"/>
                </a:cubicBezTo>
                <a:lnTo>
                  <a:pt x="4690122" y="5582374"/>
                </a:lnTo>
                <a:cubicBezTo>
                  <a:pt x="4690122" y="5583759"/>
                  <a:pt x="4690223" y="5584546"/>
                  <a:pt x="4690422" y="5584734"/>
                </a:cubicBezTo>
                <a:cubicBezTo>
                  <a:pt x="4690621" y="5584923"/>
                  <a:pt x="4691434" y="5585018"/>
                  <a:pt x="4692860" y="5585018"/>
                </a:cubicBezTo>
                <a:lnTo>
                  <a:pt x="4710575" y="5585018"/>
                </a:lnTo>
                <a:cubicBezTo>
                  <a:pt x="4713586" y="5585018"/>
                  <a:pt x="4715623" y="5585669"/>
                  <a:pt x="4716684" y="5586972"/>
                </a:cubicBezTo>
                <a:cubicBezTo>
                  <a:pt x="4717746" y="5588274"/>
                  <a:pt x="4718277" y="5590540"/>
                  <a:pt x="4718277" y="5593770"/>
                </a:cubicBezTo>
                <a:lnTo>
                  <a:pt x="4718277" y="5599421"/>
                </a:lnTo>
                <a:cubicBezTo>
                  <a:pt x="4718277" y="5602911"/>
                  <a:pt x="4717665" y="5605466"/>
                  <a:pt x="4716439" y="5607085"/>
                </a:cubicBezTo>
                <a:cubicBezTo>
                  <a:pt x="4715213" y="5608703"/>
                  <a:pt x="4713068" y="5609512"/>
                  <a:pt x="4710001" y="5609512"/>
                </a:cubicBezTo>
                <a:lnTo>
                  <a:pt x="4692668" y="5609512"/>
                </a:lnTo>
                <a:cubicBezTo>
                  <a:pt x="4691476" y="5609512"/>
                  <a:pt x="4690754" y="5609639"/>
                  <a:pt x="4690501" y="5609891"/>
                </a:cubicBezTo>
                <a:cubicBezTo>
                  <a:pt x="4690249" y="5610143"/>
                  <a:pt x="4690122" y="5610898"/>
                  <a:pt x="4690122" y="5612156"/>
                </a:cubicBezTo>
                <a:lnTo>
                  <a:pt x="4690122" y="5644524"/>
                </a:lnTo>
                <a:cubicBezTo>
                  <a:pt x="4690122" y="5647946"/>
                  <a:pt x="4690891" y="5650647"/>
                  <a:pt x="4692427" y="5652625"/>
                </a:cubicBezTo>
                <a:cubicBezTo>
                  <a:pt x="4693963" y="5654604"/>
                  <a:pt x="4695864" y="5655594"/>
                  <a:pt x="4698127" y="5655594"/>
                </a:cubicBezTo>
                <a:cubicBezTo>
                  <a:pt x="4700291" y="5655594"/>
                  <a:pt x="4703363" y="5654475"/>
                  <a:pt x="4707341" y="5652236"/>
                </a:cubicBezTo>
                <a:cubicBezTo>
                  <a:pt x="4708399" y="5651601"/>
                  <a:pt x="4709573" y="5651284"/>
                  <a:pt x="4710864" y="5651284"/>
                </a:cubicBezTo>
                <a:cubicBezTo>
                  <a:pt x="4713114" y="5651284"/>
                  <a:pt x="4715040" y="5652445"/>
                  <a:pt x="4716641" y="5654768"/>
                </a:cubicBezTo>
                <a:cubicBezTo>
                  <a:pt x="4718243" y="5657091"/>
                  <a:pt x="4719044" y="5659517"/>
                  <a:pt x="4719044" y="5662047"/>
                </a:cubicBezTo>
                <a:cubicBezTo>
                  <a:pt x="4719044" y="5666611"/>
                  <a:pt x="4715902" y="5671061"/>
                  <a:pt x="4709618" y="5675396"/>
                </a:cubicBezTo>
                <a:cubicBezTo>
                  <a:pt x="4701645" y="5683121"/>
                  <a:pt x="4690952" y="5686983"/>
                  <a:pt x="4677539" y="5686983"/>
                </a:cubicBezTo>
                <a:cubicBezTo>
                  <a:pt x="4666800" y="5686983"/>
                  <a:pt x="4658139" y="5683913"/>
                  <a:pt x="4651557" y="5677773"/>
                </a:cubicBezTo>
                <a:cubicBezTo>
                  <a:pt x="4644976" y="5671632"/>
                  <a:pt x="4641685" y="5663550"/>
                  <a:pt x="4641685" y="5653524"/>
                </a:cubicBezTo>
                <a:lnTo>
                  <a:pt x="4641685" y="5609284"/>
                </a:lnTo>
                <a:cubicBezTo>
                  <a:pt x="4641685" y="5608384"/>
                  <a:pt x="4641692" y="5607942"/>
                  <a:pt x="4641707" y="5607957"/>
                </a:cubicBezTo>
                <a:cubicBezTo>
                  <a:pt x="4641722" y="5607973"/>
                  <a:pt x="4641281" y="5607980"/>
                  <a:pt x="4640383" y="5607980"/>
                </a:cubicBezTo>
                <a:lnTo>
                  <a:pt x="4630519" y="5607980"/>
                </a:lnTo>
                <a:cubicBezTo>
                  <a:pt x="4628050" y="5607980"/>
                  <a:pt x="4626388" y="5607475"/>
                  <a:pt x="4625535" y="5606463"/>
                </a:cubicBezTo>
                <a:cubicBezTo>
                  <a:pt x="4624684" y="5605452"/>
                  <a:pt x="4624257" y="5603583"/>
                  <a:pt x="4624257" y="5600857"/>
                </a:cubicBezTo>
                <a:lnTo>
                  <a:pt x="4624257" y="5596582"/>
                </a:lnTo>
                <a:cubicBezTo>
                  <a:pt x="4624343" y="5593969"/>
                  <a:pt x="4625372" y="5592036"/>
                  <a:pt x="4627344" y="5590782"/>
                </a:cubicBezTo>
                <a:lnTo>
                  <a:pt x="4671001" y="5563329"/>
                </a:lnTo>
                <a:cubicBezTo>
                  <a:pt x="4672630" y="5562466"/>
                  <a:pt x="4674394" y="5562035"/>
                  <a:pt x="4676293" y="5562035"/>
                </a:cubicBezTo>
                <a:close/>
                <a:moveTo>
                  <a:pt x="2837969" y="5562035"/>
                </a:moveTo>
                <a:lnTo>
                  <a:pt x="2845726" y="5562035"/>
                </a:lnTo>
                <a:cubicBezTo>
                  <a:pt x="2848020" y="5562035"/>
                  <a:pt x="2849605" y="5562628"/>
                  <a:pt x="2850482" y="5563814"/>
                </a:cubicBezTo>
                <a:cubicBezTo>
                  <a:pt x="2851360" y="5565001"/>
                  <a:pt x="2851799" y="5566878"/>
                  <a:pt x="2851799" y="5569447"/>
                </a:cubicBezTo>
                <a:lnTo>
                  <a:pt x="2851799" y="5582374"/>
                </a:lnTo>
                <a:cubicBezTo>
                  <a:pt x="2851799" y="5583759"/>
                  <a:pt x="2851898" y="5584546"/>
                  <a:pt x="2852098" y="5584734"/>
                </a:cubicBezTo>
                <a:cubicBezTo>
                  <a:pt x="2852297" y="5584923"/>
                  <a:pt x="2853110" y="5585018"/>
                  <a:pt x="2854536" y="5585018"/>
                </a:cubicBezTo>
                <a:lnTo>
                  <a:pt x="2872251" y="5585018"/>
                </a:lnTo>
                <a:cubicBezTo>
                  <a:pt x="2875262" y="5585018"/>
                  <a:pt x="2877299" y="5585669"/>
                  <a:pt x="2878361" y="5586972"/>
                </a:cubicBezTo>
                <a:cubicBezTo>
                  <a:pt x="2879422" y="5588274"/>
                  <a:pt x="2879953" y="5590540"/>
                  <a:pt x="2879953" y="5593770"/>
                </a:cubicBezTo>
                <a:lnTo>
                  <a:pt x="2879953" y="5599421"/>
                </a:lnTo>
                <a:cubicBezTo>
                  <a:pt x="2879953" y="5602911"/>
                  <a:pt x="2879340" y="5605466"/>
                  <a:pt x="2878114" y="5607085"/>
                </a:cubicBezTo>
                <a:cubicBezTo>
                  <a:pt x="2876889" y="5608703"/>
                  <a:pt x="2874744" y="5609512"/>
                  <a:pt x="2871677" y="5609512"/>
                </a:cubicBezTo>
                <a:lnTo>
                  <a:pt x="2854344" y="5609512"/>
                </a:lnTo>
                <a:cubicBezTo>
                  <a:pt x="2853152" y="5609512"/>
                  <a:pt x="2852429" y="5609639"/>
                  <a:pt x="2852177" y="5609891"/>
                </a:cubicBezTo>
                <a:cubicBezTo>
                  <a:pt x="2851925" y="5610143"/>
                  <a:pt x="2851799" y="5610898"/>
                  <a:pt x="2851799" y="5612156"/>
                </a:cubicBezTo>
                <a:lnTo>
                  <a:pt x="2851799" y="5644524"/>
                </a:lnTo>
                <a:cubicBezTo>
                  <a:pt x="2851799" y="5647946"/>
                  <a:pt x="2852567" y="5650647"/>
                  <a:pt x="2854103" y="5652625"/>
                </a:cubicBezTo>
                <a:cubicBezTo>
                  <a:pt x="2855639" y="5654604"/>
                  <a:pt x="2857539" y="5655594"/>
                  <a:pt x="2859803" y="5655594"/>
                </a:cubicBezTo>
                <a:cubicBezTo>
                  <a:pt x="2861966" y="5655594"/>
                  <a:pt x="2865038" y="5654475"/>
                  <a:pt x="2869017" y="5652236"/>
                </a:cubicBezTo>
                <a:cubicBezTo>
                  <a:pt x="2870075" y="5651601"/>
                  <a:pt x="2871249" y="5651284"/>
                  <a:pt x="2872539" y="5651284"/>
                </a:cubicBezTo>
                <a:cubicBezTo>
                  <a:pt x="2874790" y="5651284"/>
                  <a:pt x="2876715" y="5652445"/>
                  <a:pt x="2878317" y="5654768"/>
                </a:cubicBezTo>
                <a:cubicBezTo>
                  <a:pt x="2879919" y="5657091"/>
                  <a:pt x="2880719" y="5659517"/>
                  <a:pt x="2880719" y="5662047"/>
                </a:cubicBezTo>
                <a:cubicBezTo>
                  <a:pt x="2880719" y="5666611"/>
                  <a:pt x="2877578" y="5671061"/>
                  <a:pt x="2871294" y="5675396"/>
                </a:cubicBezTo>
                <a:cubicBezTo>
                  <a:pt x="2863321" y="5683121"/>
                  <a:pt x="2852628" y="5686983"/>
                  <a:pt x="2839214" y="5686983"/>
                </a:cubicBezTo>
                <a:cubicBezTo>
                  <a:pt x="2828475" y="5686983"/>
                  <a:pt x="2819815" y="5683913"/>
                  <a:pt x="2813233" y="5677773"/>
                </a:cubicBezTo>
                <a:cubicBezTo>
                  <a:pt x="2806651" y="5671632"/>
                  <a:pt x="2803361" y="5663550"/>
                  <a:pt x="2803361" y="5653524"/>
                </a:cubicBezTo>
                <a:lnTo>
                  <a:pt x="2803361" y="5609284"/>
                </a:lnTo>
                <a:cubicBezTo>
                  <a:pt x="2803361" y="5608384"/>
                  <a:pt x="2803369" y="5607942"/>
                  <a:pt x="2803383" y="5607957"/>
                </a:cubicBezTo>
                <a:cubicBezTo>
                  <a:pt x="2803398" y="5607973"/>
                  <a:pt x="2802957" y="5607980"/>
                  <a:pt x="2802059" y="5607980"/>
                </a:cubicBezTo>
                <a:lnTo>
                  <a:pt x="2792195" y="5607980"/>
                </a:lnTo>
                <a:cubicBezTo>
                  <a:pt x="2789725" y="5607980"/>
                  <a:pt x="2788064" y="5607475"/>
                  <a:pt x="2787212" y="5606463"/>
                </a:cubicBezTo>
                <a:cubicBezTo>
                  <a:pt x="2786359" y="5605452"/>
                  <a:pt x="2785934" y="5603583"/>
                  <a:pt x="2785934" y="5600857"/>
                </a:cubicBezTo>
                <a:lnTo>
                  <a:pt x="2785934" y="5596582"/>
                </a:lnTo>
                <a:cubicBezTo>
                  <a:pt x="2786019" y="5593969"/>
                  <a:pt x="2787048" y="5592036"/>
                  <a:pt x="2789021" y="5590782"/>
                </a:cubicBezTo>
                <a:lnTo>
                  <a:pt x="2832677" y="5563329"/>
                </a:lnTo>
                <a:cubicBezTo>
                  <a:pt x="2834306" y="5562466"/>
                  <a:pt x="2836070" y="5562035"/>
                  <a:pt x="2837969" y="5562035"/>
                </a:cubicBezTo>
                <a:close/>
                <a:moveTo>
                  <a:pt x="6303772" y="5549778"/>
                </a:moveTo>
                <a:cubicBezTo>
                  <a:pt x="6309701" y="5549778"/>
                  <a:pt x="6314542" y="5550973"/>
                  <a:pt x="6318294" y="5553364"/>
                </a:cubicBezTo>
                <a:cubicBezTo>
                  <a:pt x="6322046" y="5555755"/>
                  <a:pt x="6323922" y="5559041"/>
                  <a:pt x="6323922" y="5563222"/>
                </a:cubicBezTo>
                <a:cubicBezTo>
                  <a:pt x="6323922" y="5568878"/>
                  <a:pt x="6321123" y="5573342"/>
                  <a:pt x="6315523" y="5576615"/>
                </a:cubicBezTo>
                <a:cubicBezTo>
                  <a:pt x="6307455" y="5581310"/>
                  <a:pt x="6297697" y="5583658"/>
                  <a:pt x="6286248" y="5583658"/>
                </a:cubicBezTo>
                <a:cubicBezTo>
                  <a:pt x="6281188" y="5583658"/>
                  <a:pt x="6277256" y="5582745"/>
                  <a:pt x="6274453" y="5580919"/>
                </a:cubicBezTo>
                <a:cubicBezTo>
                  <a:pt x="6269905" y="5578097"/>
                  <a:pt x="6267632" y="5574274"/>
                  <a:pt x="6267632" y="5569447"/>
                </a:cubicBezTo>
                <a:cubicBezTo>
                  <a:pt x="6267632" y="5563080"/>
                  <a:pt x="6271965" y="5558171"/>
                  <a:pt x="6280632" y="5554719"/>
                </a:cubicBezTo>
                <a:cubicBezTo>
                  <a:pt x="6288866" y="5551425"/>
                  <a:pt x="6296579" y="5549778"/>
                  <a:pt x="6303772" y="5549778"/>
                </a:cubicBezTo>
                <a:close/>
                <a:moveTo>
                  <a:pt x="5837047" y="5549778"/>
                </a:moveTo>
                <a:cubicBezTo>
                  <a:pt x="5842976" y="5549778"/>
                  <a:pt x="5847817" y="5550973"/>
                  <a:pt x="5851569" y="5553364"/>
                </a:cubicBezTo>
                <a:cubicBezTo>
                  <a:pt x="5855321" y="5555755"/>
                  <a:pt x="5857197" y="5559041"/>
                  <a:pt x="5857197" y="5563222"/>
                </a:cubicBezTo>
                <a:cubicBezTo>
                  <a:pt x="5857197" y="5568878"/>
                  <a:pt x="5854398" y="5573342"/>
                  <a:pt x="5848798" y="5576615"/>
                </a:cubicBezTo>
                <a:cubicBezTo>
                  <a:pt x="5840730" y="5581310"/>
                  <a:pt x="5830972" y="5583658"/>
                  <a:pt x="5819523" y="5583658"/>
                </a:cubicBezTo>
                <a:cubicBezTo>
                  <a:pt x="5814463" y="5583658"/>
                  <a:pt x="5810531" y="5582745"/>
                  <a:pt x="5807728" y="5580919"/>
                </a:cubicBezTo>
                <a:cubicBezTo>
                  <a:pt x="5803180" y="5578097"/>
                  <a:pt x="5800907" y="5574274"/>
                  <a:pt x="5800907" y="5569447"/>
                </a:cubicBezTo>
                <a:cubicBezTo>
                  <a:pt x="5800907" y="5563080"/>
                  <a:pt x="5805240" y="5558171"/>
                  <a:pt x="5813907" y="5554719"/>
                </a:cubicBezTo>
                <a:cubicBezTo>
                  <a:pt x="5822141" y="5551425"/>
                  <a:pt x="5829854" y="5549778"/>
                  <a:pt x="5837047" y="5549778"/>
                </a:cubicBezTo>
                <a:close/>
                <a:moveTo>
                  <a:pt x="4589272" y="5549778"/>
                </a:moveTo>
                <a:cubicBezTo>
                  <a:pt x="4595201" y="5549778"/>
                  <a:pt x="4600043" y="5550973"/>
                  <a:pt x="4603794" y="5553364"/>
                </a:cubicBezTo>
                <a:cubicBezTo>
                  <a:pt x="4607546" y="5555755"/>
                  <a:pt x="4609422" y="5559041"/>
                  <a:pt x="4609422" y="5563222"/>
                </a:cubicBezTo>
                <a:cubicBezTo>
                  <a:pt x="4609422" y="5568878"/>
                  <a:pt x="4606622" y="5573342"/>
                  <a:pt x="4601023" y="5576615"/>
                </a:cubicBezTo>
                <a:cubicBezTo>
                  <a:pt x="4592955" y="5581310"/>
                  <a:pt x="4583197" y="5583658"/>
                  <a:pt x="4571748" y="5583658"/>
                </a:cubicBezTo>
                <a:cubicBezTo>
                  <a:pt x="4566688" y="5583658"/>
                  <a:pt x="4562756" y="5582745"/>
                  <a:pt x="4559953" y="5580919"/>
                </a:cubicBezTo>
                <a:cubicBezTo>
                  <a:pt x="4555406" y="5578097"/>
                  <a:pt x="4553132" y="5574274"/>
                  <a:pt x="4553132" y="5569447"/>
                </a:cubicBezTo>
                <a:cubicBezTo>
                  <a:pt x="4553132" y="5563080"/>
                  <a:pt x="4557465" y="5558171"/>
                  <a:pt x="4566133" y="5554719"/>
                </a:cubicBezTo>
                <a:cubicBezTo>
                  <a:pt x="4574366" y="5551425"/>
                  <a:pt x="4582079" y="5549778"/>
                  <a:pt x="4589272" y="5549778"/>
                </a:cubicBezTo>
                <a:close/>
                <a:moveTo>
                  <a:pt x="3598673" y="5549778"/>
                </a:moveTo>
                <a:cubicBezTo>
                  <a:pt x="3604602" y="5549778"/>
                  <a:pt x="3609443" y="5550973"/>
                  <a:pt x="3613195" y="5553364"/>
                </a:cubicBezTo>
                <a:cubicBezTo>
                  <a:pt x="3616947" y="5555755"/>
                  <a:pt x="3618823" y="5559041"/>
                  <a:pt x="3618823" y="5563222"/>
                </a:cubicBezTo>
                <a:cubicBezTo>
                  <a:pt x="3618823" y="5568878"/>
                  <a:pt x="3616023" y="5573342"/>
                  <a:pt x="3610424" y="5576615"/>
                </a:cubicBezTo>
                <a:cubicBezTo>
                  <a:pt x="3602356" y="5581310"/>
                  <a:pt x="3592598" y="5583658"/>
                  <a:pt x="3581149" y="5583658"/>
                </a:cubicBezTo>
                <a:cubicBezTo>
                  <a:pt x="3576088" y="5583658"/>
                  <a:pt x="3572157" y="5582745"/>
                  <a:pt x="3569354" y="5580919"/>
                </a:cubicBezTo>
                <a:cubicBezTo>
                  <a:pt x="3564806" y="5578097"/>
                  <a:pt x="3562533" y="5574274"/>
                  <a:pt x="3562533" y="5569447"/>
                </a:cubicBezTo>
                <a:cubicBezTo>
                  <a:pt x="3562533" y="5563080"/>
                  <a:pt x="3566866" y="5558171"/>
                  <a:pt x="3575533" y="5554719"/>
                </a:cubicBezTo>
                <a:cubicBezTo>
                  <a:pt x="3583766" y="5551425"/>
                  <a:pt x="3591480" y="5549778"/>
                  <a:pt x="3598673" y="5549778"/>
                </a:cubicBezTo>
                <a:close/>
                <a:moveTo>
                  <a:pt x="2608073" y="5549778"/>
                </a:moveTo>
                <a:cubicBezTo>
                  <a:pt x="2614002" y="5549778"/>
                  <a:pt x="2618843" y="5550973"/>
                  <a:pt x="2622595" y="5553364"/>
                </a:cubicBezTo>
                <a:cubicBezTo>
                  <a:pt x="2626347" y="5555755"/>
                  <a:pt x="2628224" y="5559041"/>
                  <a:pt x="2628224" y="5563222"/>
                </a:cubicBezTo>
                <a:cubicBezTo>
                  <a:pt x="2628224" y="5568878"/>
                  <a:pt x="2625424" y="5573342"/>
                  <a:pt x="2619823" y="5576615"/>
                </a:cubicBezTo>
                <a:cubicBezTo>
                  <a:pt x="2611755" y="5581310"/>
                  <a:pt x="2601998" y="5583658"/>
                  <a:pt x="2590549" y="5583658"/>
                </a:cubicBezTo>
                <a:cubicBezTo>
                  <a:pt x="2585489" y="5583658"/>
                  <a:pt x="2581557" y="5582745"/>
                  <a:pt x="2578754" y="5580919"/>
                </a:cubicBezTo>
                <a:cubicBezTo>
                  <a:pt x="2574207" y="5578097"/>
                  <a:pt x="2571933" y="5574274"/>
                  <a:pt x="2571933" y="5569447"/>
                </a:cubicBezTo>
                <a:cubicBezTo>
                  <a:pt x="2571933" y="5563080"/>
                  <a:pt x="2576266" y="5558171"/>
                  <a:pt x="2584933" y="5554719"/>
                </a:cubicBezTo>
                <a:cubicBezTo>
                  <a:pt x="2593167" y="5551425"/>
                  <a:pt x="2600880" y="5549778"/>
                  <a:pt x="2608073" y="5549778"/>
                </a:cubicBezTo>
                <a:close/>
                <a:moveTo>
                  <a:pt x="2246123" y="5549778"/>
                </a:moveTo>
                <a:cubicBezTo>
                  <a:pt x="2252052" y="5549778"/>
                  <a:pt x="2256893" y="5550973"/>
                  <a:pt x="2260645" y="5553364"/>
                </a:cubicBezTo>
                <a:cubicBezTo>
                  <a:pt x="2264397" y="5555755"/>
                  <a:pt x="2266273" y="5559041"/>
                  <a:pt x="2266273" y="5563222"/>
                </a:cubicBezTo>
                <a:cubicBezTo>
                  <a:pt x="2266273" y="5568878"/>
                  <a:pt x="2263473" y="5573342"/>
                  <a:pt x="2257874" y="5576615"/>
                </a:cubicBezTo>
                <a:cubicBezTo>
                  <a:pt x="2249805" y="5581310"/>
                  <a:pt x="2240048" y="5583658"/>
                  <a:pt x="2228599" y="5583658"/>
                </a:cubicBezTo>
                <a:cubicBezTo>
                  <a:pt x="2223539" y="5583658"/>
                  <a:pt x="2219607" y="5582745"/>
                  <a:pt x="2216804" y="5580919"/>
                </a:cubicBezTo>
                <a:cubicBezTo>
                  <a:pt x="2212256" y="5578097"/>
                  <a:pt x="2209983" y="5574274"/>
                  <a:pt x="2209983" y="5569447"/>
                </a:cubicBezTo>
                <a:cubicBezTo>
                  <a:pt x="2209983" y="5563080"/>
                  <a:pt x="2214316" y="5558171"/>
                  <a:pt x="2222983" y="5554719"/>
                </a:cubicBezTo>
                <a:cubicBezTo>
                  <a:pt x="2231216" y="5551425"/>
                  <a:pt x="2238930" y="5549778"/>
                  <a:pt x="2246123" y="5549778"/>
                </a:cubicBezTo>
                <a:close/>
                <a:moveTo>
                  <a:pt x="1969897" y="5549778"/>
                </a:moveTo>
                <a:cubicBezTo>
                  <a:pt x="1975827" y="5549778"/>
                  <a:pt x="1980668" y="5550973"/>
                  <a:pt x="1984420" y="5553364"/>
                </a:cubicBezTo>
                <a:cubicBezTo>
                  <a:pt x="1988172" y="5555755"/>
                  <a:pt x="1990048" y="5559041"/>
                  <a:pt x="1990048" y="5563222"/>
                </a:cubicBezTo>
                <a:cubicBezTo>
                  <a:pt x="1990048" y="5568878"/>
                  <a:pt x="1987248" y="5573342"/>
                  <a:pt x="1981648" y="5576615"/>
                </a:cubicBezTo>
                <a:cubicBezTo>
                  <a:pt x="1973581" y="5581310"/>
                  <a:pt x="1963822" y="5583658"/>
                  <a:pt x="1952374" y="5583658"/>
                </a:cubicBezTo>
                <a:cubicBezTo>
                  <a:pt x="1947313" y="5583658"/>
                  <a:pt x="1943382" y="5582745"/>
                  <a:pt x="1940579" y="5580919"/>
                </a:cubicBezTo>
                <a:cubicBezTo>
                  <a:pt x="1936031" y="5578097"/>
                  <a:pt x="1933757" y="5574274"/>
                  <a:pt x="1933757" y="5569447"/>
                </a:cubicBezTo>
                <a:cubicBezTo>
                  <a:pt x="1933757" y="5563080"/>
                  <a:pt x="1938091" y="5558171"/>
                  <a:pt x="1946758" y="5554719"/>
                </a:cubicBezTo>
                <a:cubicBezTo>
                  <a:pt x="1954992" y="5551425"/>
                  <a:pt x="1962705" y="5549778"/>
                  <a:pt x="1969897" y="5549778"/>
                </a:cubicBezTo>
                <a:close/>
                <a:moveTo>
                  <a:pt x="8271622" y="5549681"/>
                </a:moveTo>
                <a:cubicBezTo>
                  <a:pt x="8278034" y="5549681"/>
                  <a:pt x="8281240" y="5553461"/>
                  <a:pt x="8281240" y="5561020"/>
                </a:cubicBezTo>
                <a:cubicBezTo>
                  <a:pt x="8281240" y="5562940"/>
                  <a:pt x="8280905" y="5567754"/>
                  <a:pt x="8280234" y="5575461"/>
                </a:cubicBezTo>
                <a:cubicBezTo>
                  <a:pt x="8279413" y="5586768"/>
                  <a:pt x="8278950" y="5596466"/>
                  <a:pt x="8278846" y="5604553"/>
                </a:cubicBezTo>
                <a:lnTo>
                  <a:pt x="8278846" y="5637246"/>
                </a:lnTo>
                <a:cubicBezTo>
                  <a:pt x="8278846" y="5650850"/>
                  <a:pt x="8279011" y="5658547"/>
                  <a:pt x="8279344" y="5660335"/>
                </a:cubicBezTo>
                <a:cubicBezTo>
                  <a:pt x="8279676" y="5662124"/>
                  <a:pt x="8280880" y="5663477"/>
                  <a:pt x="8282958" y="5664395"/>
                </a:cubicBezTo>
                <a:cubicBezTo>
                  <a:pt x="8285613" y="5665543"/>
                  <a:pt x="8287475" y="5666715"/>
                  <a:pt x="8288543" y="5667911"/>
                </a:cubicBezTo>
                <a:cubicBezTo>
                  <a:pt x="8289611" y="5669107"/>
                  <a:pt x="8290144" y="5670760"/>
                  <a:pt x="8290144" y="5672869"/>
                </a:cubicBezTo>
                <a:cubicBezTo>
                  <a:pt x="8290144" y="5675458"/>
                  <a:pt x="8289251" y="5677779"/>
                  <a:pt x="8287465" y="5679831"/>
                </a:cubicBezTo>
                <a:cubicBezTo>
                  <a:pt x="8285678" y="5681883"/>
                  <a:pt x="8283464" y="5683282"/>
                  <a:pt x="8280822" y="5684027"/>
                </a:cubicBezTo>
                <a:cubicBezTo>
                  <a:pt x="8275836" y="5685551"/>
                  <a:pt x="8267759" y="5686313"/>
                  <a:pt x="8256589" y="5686313"/>
                </a:cubicBezTo>
                <a:cubicBezTo>
                  <a:pt x="8244019" y="5686313"/>
                  <a:pt x="8235766" y="5685388"/>
                  <a:pt x="8231833" y="5683536"/>
                </a:cubicBezTo>
                <a:cubicBezTo>
                  <a:pt x="8227936" y="5682518"/>
                  <a:pt x="8225129" y="5680981"/>
                  <a:pt x="8223410" y="5678925"/>
                </a:cubicBezTo>
                <a:cubicBezTo>
                  <a:pt x="8221691" y="5676869"/>
                  <a:pt x="8220832" y="5674627"/>
                  <a:pt x="8220832" y="5672199"/>
                </a:cubicBezTo>
                <a:cubicBezTo>
                  <a:pt x="8220832" y="5670132"/>
                  <a:pt x="8221359" y="5668550"/>
                  <a:pt x="8222413" y="5667453"/>
                </a:cubicBezTo>
                <a:cubicBezTo>
                  <a:pt x="8223467" y="5666356"/>
                  <a:pt x="8225465" y="5665177"/>
                  <a:pt x="8228407" y="5663917"/>
                </a:cubicBezTo>
                <a:cubicBezTo>
                  <a:pt x="8230211" y="5663130"/>
                  <a:pt x="8231357" y="5660681"/>
                  <a:pt x="8231844" y="5656567"/>
                </a:cubicBezTo>
                <a:cubicBezTo>
                  <a:pt x="8232865" y="5648270"/>
                  <a:pt x="8233376" y="5636530"/>
                  <a:pt x="8233376" y="5621349"/>
                </a:cubicBezTo>
                <a:cubicBezTo>
                  <a:pt x="8233376" y="5605934"/>
                  <a:pt x="8232962" y="5596159"/>
                  <a:pt x="8232136" y="5592024"/>
                </a:cubicBezTo>
                <a:cubicBezTo>
                  <a:pt x="8231308" y="5587888"/>
                  <a:pt x="8229308" y="5584857"/>
                  <a:pt x="8226137" y="5582931"/>
                </a:cubicBezTo>
                <a:cubicBezTo>
                  <a:pt x="8223327" y="5581326"/>
                  <a:pt x="8221326" y="5579696"/>
                  <a:pt x="8220132" y="5578040"/>
                </a:cubicBezTo>
                <a:cubicBezTo>
                  <a:pt x="8218938" y="5576385"/>
                  <a:pt x="8218341" y="5574350"/>
                  <a:pt x="8218341" y="5571936"/>
                </a:cubicBezTo>
                <a:cubicBezTo>
                  <a:pt x="8218341" y="5568171"/>
                  <a:pt x="8220014" y="5564989"/>
                  <a:pt x="8223359" y="5562391"/>
                </a:cubicBezTo>
                <a:cubicBezTo>
                  <a:pt x="8226704" y="5559793"/>
                  <a:pt x="8231777" y="5557471"/>
                  <a:pt x="8238580" y="5555424"/>
                </a:cubicBezTo>
                <a:cubicBezTo>
                  <a:pt x="8243079" y="5554055"/>
                  <a:pt x="8248886" y="5552755"/>
                  <a:pt x="8256002" y="5551526"/>
                </a:cubicBezTo>
                <a:cubicBezTo>
                  <a:pt x="8263119" y="5550296"/>
                  <a:pt x="8268325" y="5549681"/>
                  <a:pt x="8271622" y="5549681"/>
                </a:cubicBezTo>
                <a:close/>
                <a:moveTo>
                  <a:pt x="6699998" y="5549681"/>
                </a:moveTo>
                <a:cubicBezTo>
                  <a:pt x="6706409" y="5549681"/>
                  <a:pt x="6709615" y="5553461"/>
                  <a:pt x="6709615" y="5561020"/>
                </a:cubicBezTo>
                <a:cubicBezTo>
                  <a:pt x="6709615" y="5562940"/>
                  <a:pt x="6709280" y="5567754"/>
                  <a:pt x="6708609" y="5575461"/>
                </a:cubicBezTo>
                <a:cubicBezTo>
                  <a:pt x="6707788" y="5586768"/>
                  <a:pt x="6707325" y="5596466"/>
                  <a:pt x="6707221" y="5604553"/>
                </a:cubicBezTo>
                <a:lnTo>
                  <a:pt x="6707221" y="5637246"/>
                </a:lnTo>
                <a:cubicBezTo>
                  <a:pt x="6707221" y="5650850"/>
                  <a:pt x="6707387" y="5658547"/>
                  <a:pt x="6707719" y="5660335"/>
                </a:cubicBezTo>
                <a:cubicBezTo>
                  <a:pt x="6708051" y="5662124"/>
                  <a:pt x="6709256" y="5663477"/>
                  <a:pt x="6711333" y="5664395"/>
                </a:cubicBezTo>
                <a:cubicBezTo>
                  <a:pt x="6713989" y="5665543"/>
                  <a:pt x="6715850" y="5666715"/>
                  <a:pt x="6716918" y="5667911"/>
                </a:cubicBezTo>
                <a:cubicBezTo>
                  <a:pt x="6717986" y="5669107"/>
                  <a:pt x="6718519" y="5670760"/>
                  <a:pt x="6718519" y="5672869"/>
                </a:cubicBezTo>
                <a:cubicBezTo>
                  <a:pt x="6718519" y="5675458"/>
                  <a:pt x="6717626" y="5677779"/>
                  <a:pt x="6715840" y="5679831"/>
                </a:cubicBezTo>
                <a:cubicBezTo>
                  <a:pt x="6714053" y="5681883"/>
                  <a:pt x="6711839" y="5683282"/>
                  <a:pt x="6709197" y="5684027"/>
                </a:cubicBezTo>
                <a:cubicBezTo>
                  <a:pt x="6704211" y="5685551"/>
                  <a:pt x="6696134" y="5686313"/>
                  <a:pt x="6684964" y="5686313"/>
                </a:cubicBezTo>
                <a:cubicBezTo>
                  <a:pt x="6672394" y="5686313"/>
                  <a:pt x="6664142" y="5685388"/>
                  <a:pt x="6660208" y="5683536"/>
                </a:cubicBezTo>
                <a:cubicBezTo>
                  <a:pt x="6656312" y="5682518"/>
                  <a:pt x="6653504" y="5680981"/>
                  <a:pt x="6651786" y="5678925"/>
                </a:cubicBezTo>
                <a:cubicBezTo>
                  <a:pt x="6650066" y="5676869"/>
                  <a:pt x="6649207" y="5674627"/>
                  <a:pt x="6649207" y="5672199"/>
                </a:cubicBezTo>
                <a:cubicBezTo>
                  <a:pt x="6649207" y="5670132"/>
                  <a:pt x="6649734" y="5668550"/>
                  <a:pt x="6650788" y="5667453"/>
                </a:cubicBezTo>
                <a:cubicBezTo>
                  <a:pt x="6651842" y="5666356"/>
                  <a:pt x="6653840" y="5665177"/>
                  <a:pt x="6656782" y="5663917"/>
                </a:cubicBezTo>
                <a:cubicBezTo>
                  <a:pt x="6658586" y="5663130"/>
                  <a:pt x="6659732" y="5660681"/>
                  <a:pt x="6660219" y="5656567"/>
                </a:cubicBezTo>
                <a:cubicBezTo>
                  <a:pt x="6661241" y="5648270"/>
                  <a:pt x="6661751" y="5636530"/>
                  <a:pt x="6661751" y="5621349"/>
                </a:cubicBezTo>
                <a:cubicBezTo>
                  <a:pt x="6661751" y="5605934"/>
                  <a:pt x="6661338" y="5596159"/>
                  <a:pt x="6660511" y="5592024"/>
                </a:cubicBezTo>
                <a:cubicBezTo>
                  <a:pt x="6659683" y="5587888"/>
                  <a:pt x="6657684" y="5584857"/>
                  <a:pt x="6654512" y="5582931"/>
                </a:cubicBezTo>
                <a:cubicBezTo>
                  <a:pt x="6651702" y="5581326"/>
                  <a:pt x="6649701" y="5579696"/>
                  <a:pt x="6648507" y="5578040"/>
                </a:cubicBezTo>
                <a:cubicBezTo>
                  <a:pt x="6647313" y="5576385"/>
                  <a:pt x="6646717" y="5574350"/>
                  <a:pt x="6646717" y="5571936"/>
                </a:cubicBezTo>
                <a:cubicBezTo>
                  <a:pt x="6646717" y="5568171"/>
                  <a:pt x="6648389" y="5564989"/>
                  <a:pt x="6651734" y="5562391"/>
                </a:cubicBezTo>
                <a:cubicBezTo>
                  <a:pt x="6655079" y="5559793"/>
                  <a:pt x="6660153" y="5557471"/>
                  <a:pt x="6666955" y="5555424"/>
                </a:cubicBezTo>
                <a:cubicBezTo>
                  <a:pt x="6671454" y="5554055"/>
                  <a:pt x="6677261" y="5552755"/>
                  <a:pt x="6684378" y="5551526"/>
                </a:cubicBezTo>
                <a:cubicBezTo>
                  <a:pt x="6691494" y="5550296"/>
                  <a:pt x="6696700" y="5549681"/>
                  <a:pt x="6699998" y="5549681"/>
                </a:cubicBezTo>
                <a:close/>
                <a:moveTo>
                  <a:pt x="5471273" y="5549681"/>
                </a:moveTo>
                <a:cubicBezTo>
                  <a:pt x="5477684" y="5549681"/>
                  <a:pt x="5480890" y="5553461"/>
                  <a:pt x="5480890" y="5561020"/>
                </a:cubicBezTo>
                <a:cubicBezTo>
                  <a:pt x="5480890" y="5562940"/>
                  <a:pt x="5480555" y="5567754"/>
                  <a:pt x="5479885" y="5575461"/>
                </a:cubicBezTo>
                <a:cubicBezTo>
                  <a:pt x="5479064" y="5586768"/>
                  <a:pt x="5478600" y="5596466"/>
                  <a:pt x="5478496" y="5604553"/>
                </a:cubicBezTo>
                <a:lnTo>
                  <a:pt x="5478496" y="5637246"/>
                </a:lnTo>
                <a:cubicBezTo>
                  <a:pt x="5478496" y="5650850"/>
                  <a:pt x="5478662" y="5658547"/>
                  <a:pt x="5478994" y="5660335"/>
                </a:cubicBezTo>
                <a:cubicBezTo>
                  <a:pt x="5479326" y="5662124"/>
                  <a:pt x="5480531" y="5663477"/>
                  <a:pt x="5482608" y="5664395"/>
                </a:cubicBezTo>
                <a:cubicBezTo>
                  <a:pt x="5485264" y="5665543"/>
                  <a:pt x="5487125" y="5666715"/>
                  <a:pt x="5488193" y="5667911"/>
                </a:cubicBezTo>
                <a:cubicBezTo>
                  <a:pt x="5489261" y="5669107"/>
                  <a:pt x="5489795" y="5670760"/>
                  <a:pt x="5489795" y="5672869"/>
                </a:cubicBezTo>
                <a:cubicBezTo>
                  <a:pt x="5489795" y="5675458"/>
                  <a:pt x="5488901" y="5677779"/>
                  <a:pt x="5487115" y="5679831"/>
                </a:cubicBezTo>
                <a:cubicBezTo>
                  <a:pt x="5485328" y="5681883"/>
                  <a:pt x="5483115" y="5683282"/>
                  <a:pt x="5480472" y="5684027"/>
                </a:cubicBezTo>
                <a:cubicBezTo>
                  <a:pt x="5475486" y="5685551"/>
                  <a:pt x="5467409" y="5686313"/>
                  <a:pt x="5456240" y="5686313"/>
                </a:cubicBezTo>
                <a:cubicBezTo>
                  <a:pt x="5443669" y="5686313"/>
                  <a:pt x="5435417" y="5685388"/>
                  <a:pt x="5431483" y="5683536"/>
                </a:cubicBezTo>
                <a:cubicBezTo>
                  <a:pt x="5427587" y="5682518"/>
                  <a:pt x="5424779" y="5680981"/>
                  <a:pt x="5423061" y="5678925"/>
                </a:cubicBezTo>
                <a:cubicBezTo>
                  <a:pt x="5421341" y="5676869"/>
                  <a:pt x="5420482" y="5674627"/>
                  <a:pt x="5420482" y="5672199"/>
                </a:cubicBezTo>
                <a:cubicBezTo>
                  <a:pt x="5420482" y="5670132"/>
                  <a:pt x="5421009" y="5668550"/>
                  <a:pt x="5422063" y="5667453"/>
                </a:cubicBezTo>
                <a:cubicBezTo>
                  <a:pt x="5423117" y="5666356"/>
                  <a:pt x="5425116" y="5665177"/>
                  <a:pt x="5428057" y="5663917"/>
                </a:cubicBezTo>
                <a:cubicBezTo>
                  <a:pt x="5429861" y="5663130"/>
                  <a:pt x="5431007" y="5660681"/>
                  <a:pt x="5431494" y="5656567"/>
                </a:cubicBezTo>
                <a:cubicBezTo>
                  <a:pt x="5432516" y="5648270"/>
                  <a:pt x="5433026" y="5636530"/>
                  <a:pt x="5433026" y="5621349"/>
                </a:cubicBezTo>
                <a:cubicBezTo>
                  <a:pt x="5433026" y="5605934"/>
                  <a:pt x="5432613" y="5596159"/>
                  <a:pt x="5431786" y="5592024"/>
                </a:cubicBezTo>
                <a:cubicBezTo>
                  <a:pt x="5430958" y="5587888"/>
                  <a:pt x="5428959" y="5584857"/>
                  <a:pt x="5425787" y="5582931"/>
                </a:cubicBezTo>
                <a:cubicBezTo>
                  <a:pt x="5422977" y="5581326"/>
                  <a:pt x="5420976" y="5579696"/>
                  <a:pt x="5419782" y="5578040"/>
                </a:cubicBezTo>
                <a:cubicBezTo>
                  <a:pt x="5418588" y="5576385"/>
                  <a:pt x="5417992" y="5574350"/>
                  <a:pt x="5417992" y="5571936"/>
                </a:cubicBezTo>
                <a:cubicBezTo>
                  <a:pt x="5417992" y="5568171"/>
                  <a:pt x="5419664" y="5564989"/>
                  <a:pt x="5423009" y="5562391"/>
                </a:cubicBezTo>
                <a:cubicBezTo>
                  <a:pt x="5426354" y="5559793"/>
                  <a:pt x="5431428" y="5557471"/>
                  <a:pt x="5438230" y="5555424"/>
                </a:cubicBezTo>
                <a:cubicBezTo>
                  <a:pt x="5442729" y="5554055"/>
                  <a:pt x="5448537" y="5552755"/>
                  <a:pt x="5455653" y="5551526"/>
                </a:cubicBezTo>
                <a:cubicBezTo>
                  <a:pt x="5462769" y="5550296"/>
                  <a:pt x="5467975" y="5549681"/>
                  <a:pt x="5471273" y="5549681"/>
                </a:cubicBezTo>
                <a:close/>
                <a:moveTo>
                  <a:pt x="4947397" y="5549681"/>
                </a:moveTo>
                <a:cubicBezTo>
                  <a:pt x="4953809" y="5549681"/>
                  <a:pt x="4957015" y="5553461"/>
                  <a:pt x="4957015" y="5561020"/>
                </a:cubicBezTo>
                <a:cubicBezTo>
                  <a:pt x="4957015" y="5562940"/>
                  <a:pt x="4956679" y="5567754"/>
                  <a:pt x="4956010" y="5575461"/>
                </a:cubicBezTo>
                <a:cubicBezTo>
                  <a:pt x="4955188" y="5586768"/>
                  <a:pt x="4954725" y="5596466"/>
                  <a:pt x="4954621" y="5604553"/>
                </a:cubicBezTo>
                <a:lnTo>
                  <a:pt x="4954621" y="5637246"/>
                </a:lnTo>
                <a:cubicBezTo>
                  <a:pt x="4954621" y="5650850"/>
                  <a:pt x="4954787" y="5658547"/>
                  <a:pt x="4955119" y="5660335"/>
                </a:cubicBezTo>
                <a:cubicBezTo>
                  <a:pt x="4955451" y="5662124"/>
                  <a:pt x="4956656" y="5663477"/>
                  <a:pt x="4958733" y="5664395"/>
                </a:cubicBezTo>
                <a:cubicBezTo>
                  <a:pt x="4961388" y="5665543"/>
                  <a:pt x="4963250" y="5666715"/>
                  <a:pt x="4964318" y="5667911"/>
                </a:cubicBezTo>
                <a:cubicBezTo>
                  <a:pt x="4965386" y="5669107"/>
                  <a:pt x="4965920" y="5670760"/>
                  <a:pt x="4965920" y="5672869"/>
                </a:cubicBezTo>
                <a:cubicBezTo>
                  <a:pt x="4965920" y="5675458"/>
                  <a:pt x="4965026" y="5677779"/>
                  <a:pt x="4963240" y="5679831"/>
                </a:cubicBezTo>
                <a:cubicBezTo>
                  <a:pt x="4961453" y="5681883"/>
                  <a:pt x="4959239" y="5683282"/>
                  <a:pt x="4956597" y="5684027"/>
                </a:cubicBezTo>
                <a:cubicBezTo>
                  <a:pt x="4951611" y="5685551"/>
                  <a:pt x="4943534" y="5686313"/>
                  <a:pt x="4932365" y="5686313"/>
                </a:cubicBezTo>
                <a:cubicBezTo>
                  <a:pt x="4919794" y="5686313"/>
                  <a:pt x="4911541" y="5685388"/>
                  <a:pt x="4907608" y="5683536"/>
                </a:cubicBezTo>
                <a:cubicBezTo>
                  <a:pt x="4903712" y="5682518"/>
                  <a:pt x="4900904" y="5680981"/>
                  <a:pt x="4899185" y="5678925"/>
                </a:cubicBezTo>
                <a:cubicBezTo>
                  <a:pt x="4897466" y="5676869"/>
                  <a:pt x="4896607" y="5674627"/>
                  <a:pt x="4896607" y="5672199"/>
                </a:cubicBezTo>
                <a:cubicBezTo>
                  <a:pt x="4896607" y="5670132"/>
                  <a:pt x="4897134" y="5668550"/>
                  <a:pt x="4898188" y="5667453"/>
                </a:cubicBezTo>
                <a:cubicBezTo>
                  <a:pt x="4899242" y="5666356"/>
                  <a:pt x="4901241" y="5665177"/>
                  <a:pt x="4904182" y="5663917"/>
                </a:cubicBezTo>
                <a:cubicBezTo>
                  <a:pt x="4905986" y="5663130"/>
                  <a:pt x="4907132" y="5660681"/>
                  <a:pt x="4907619" y="5656567"/>
                </a:cubicBezTo>
                <a:cubicBezTo>
                  <a:pt x="4908640" y="5648270"/>
                  <a:pt x="4909151" y="5636530"/>
                  <a:pt x="4909151" y="5621349"/>
                </a:cubicBezTo>
                <a:cubicBezTo>
                  <a:pt x="4909151" y="5605934"/>
                  <a:pt x="4908738" y="5596159"/>
                  <a:pt x="4907911" y="5592024"/>
                </a:cubicBezTo>
                <a:cubicBezTo>
                  <a:pt x="4907083" y="5587888"/>
                  <a:pt x="4905084" y="5584857"/>
                  <a:pt x="4901912" y="5582931"/>
                </a:cubicBezTo>
                <a:cubicBezTo>
                  <a:pt x="4899102" y="5581326"/>
                  <a:pt x="4897101" y="5579696"/>
                  <a:pt x="4895907" y="5578040"/>
                </a:cubicBezTo>
                <a:cubicBezTo>
                  <a:pt x="4894713" y="5576385"/>
                  <a:pt x="4894116" y="5574350"/>
                  <a:pt x="4894116" y="5571936"/>
                </a:cubicBezTo>
                <a:cubicBezTo>
                  <a:pt x="4894116" y="5568171"/>
                  <a:pt x="4895789" y="5564989"/>
                  <a:pt x="4899134" y="5562391"/>
                </a:cubicBezTo>
                <a:cubicBezTo>
                  <a:pt x="4902479" y="5559793"/>
                  <a:pt x="4907553" y="5557471"/>
                  <a:pt x="4914355" y="5555424"/>
                </a:cubicBezTo>
                <a:cubicBezTo>
                  <a:pt x="4918854" y="5554055"/>
                  <a:pt x="4924662" y="5552755"/>
                  <a:pt x="4931777" y="5551526"/>
                </a:cubicBezTo>
                <a:cubicBezTo>
                  <a:pt x="4938894" y="5550296"/>
                  <a:pt x="4944100" y="5549681"/>
                  <a:pt x="4947397" y="5549681"/>
                </a:cubicBezTo>
                <a:close/>
                <a:moveTo>
                  <a:pt x="4774320" y="5549681"/>
                </a:moveTo>
                <a:cubicBezTo>
                  <a:pt x="4779390" y="5549681"/>
                  <a:pt x="4781849" y="5552007"/>
                  <a:pt x="4781696" y="5556659"/>
                </a:cubicBezTo>
                <a:lnTo>
                  <a:pt x="4780457" y="5596608"/>
                </a:lnTo>
                <a:cubicBezTo>
                  <a:pt x="4780350" y="5600053"/>
                  <a:pt x="4781145" y="5601775"/>
                  <a:pt x="4782842" y="5601775"/>
                </a:cubicBezTo>
                <a:cubicBezTo>
                  <a:pt x="4783694" y="5601775"/>
                  <a:pt x="4784656" y="5601007"/>
                  <a:pt x="4785726" y="5599471"/>
                </a:cubicBezTo>
                <a:cubicBezTo>
                  <a:pt x="4792310" y="5589899"/>
                  <a:pt x="4801117" y="5585114"/>
                  <a:pt x="4812146" y="5585114"/>
                </a:cubicBezTo>
                <a:cubicBezTo>
                  <a:pt x="4822863" y="5585114"/>
                  <a:pt x="4831420" y="5588414"/>
                  <a:pt x="4837816" y="5595013"/>
                </a:cubicBezTo>
                <a:cubicBezTo>
                  <a:pt x="4840762" y="5598030"/>
                  <a:pt x="4842823" y="5601518"/>
                  <a:pt x="4843997" y="5605478"/>
                </a:cubicBezTo>
                <a:cubicBezTo>
                  <a:pt x="4845172" y="5609438"/>
                  <a:pt x="4845825" y="5615038"/>
                  <a:pt x="4845957" y="5622277"/>
                </a:cubicBezTo>
                <a:lnTo>
                  <a:pt x="4846820" y="5656847"/>
                </a:lnTo>
                <a:cubicBezTo>
                  <a:pt x="4846877" y="5659551"/>
                  <a:pt x="4847205" y="5661476"/>
                  <a:pt x="4847805" y="5662623"/>
                </a:cubicBezTo>
                <a:cubicBezTo>
                  <a:pt x="4848404" y="5663771"/>
                  <a:pt x="4849926" y="5665305"/>
                  <a:pt x="4852370" y="5667225"/>
                </a:cubicBezTo>
                <a:cubicBezTo>
                  <a:pt x="4854756" y="5669117"/>
                  <a:pt x="4855949" y="5671381"/>
                  <a:pt x="4855949" y="5674018"/>
                </a:cubicBezTo>
                <a:cubicBezTo>
                  <a:pt x="4855949" y="5682215"/>
                  <a:pt x="4844859" y="5686313"/>
                  <a:pt x="4822679" y="5686313"/>
                </a:cubicBezTo>
                <a:cubicBezTo>
                  <a:pt x="4802864" y="5686313"/>
                  <a:pt x="4792956" y="5682438"/>
                  <a:pt x="4792956" y="5674688"/>
                </a:cubicBezTo>
                <a:cubicBezTo>
                  <a:pt x="4792956" y="5673265"/>
                  <a:pt x="4793171" y="5672165"/>
                  <a:pt x="4793602" y="5671389"/>
                </a:cubicBezTo>
                <a:cubicBezTo>
                  <a:pt x="4794033" y="5670612"/>
                  <a:pt x="4796184" y="5668699"/>
                  <a:pt x="4800055" y="5665649"/>
                </a:cubicBezTo>
                <a:cubicBezTo>
                  <a:pt x="4800556" y="5663013"/>
                  <a:pt x="4800807" y="5654886"/>
                  <a:pt x="4800807" y="5641267"/>
                </a:cubicBezTo>
                <a:cubicBezTo>
                  <a:pt x="4800807" y="5633087"/>
                  <a:pt x="4800186" y="5627481"/>
                  <a:pt x="4798944" y="5624448"/>
                </a:cubicBezTo>
                <a:cubicBezTo>
                  <a:pt x="4796889" y="5619280"/>
                  <a:pt x="4793596" y="5616696"/>
                  <a:pt x="4789067" y="5616696"/>
                </a:cubicBezTo>
                <a:cubicBezTo>
                  <a:pt x="4785929" y="5616696"/>
                  <a:pt x="4783623" y="5617815"/>
                  <a:pt x="4782148" y="5620055"/>
                </a:cubicBezTo>
                <a:cubicBezTo>
                  <a:pt x="4781042" y="5621740"/>
                  <a:pt x="4780489" y="5625205"/>
                  <a:pt x="4780489" y="5630447"/>
                </a:cubicBezTo>
                <a:lnTo>
                  <a:pt x="4780489" y="5649422"/>
                </a:lnTo>
                <a:cubicBezTo>
                  <a:pt x="4780904" y="5657009"/>
                  <a:pt x="4781247" y="5661260"/>
                  <a:pt x="4781516" y="5662176"/>
                </a:cubicBezTo>
                <a:cubicBezTo>
                  <a:pt x="4781786" y="5663092"/>
                  <a:pt x="4783113" y="5664888"/>
                  <a:pt x="4785497" y="5667564"/>
                </a:cubicBezTo>
                <a:cubicBezTo>
                  <a:pt x="4787075" y="5669307"/>
                  <a:pt x="4787863" y="5671298"/>
                  <a:pt x="4787863" y="5673539"/>
                </a:cubicBezTo>
                <a:cubicBezTo>
                  <a:pt x="4787863" y="5682055"/>
                  <a:pt x="4777795" y="5686313"/>
                  <a:pt x="4757658" y="5686313"/>
                </a:cubicBezTo>
                <a:cubicBezTo>
                  <a:pt x="4734394" y="5686313"/>
                  <a:pt x="4722762" y="5681928"/>
                  <a:pt x="4722762" y="5673156"/>
                </a:cubicBezTo>
                <a:cubicBezTo>
                  <a:pt x="4722762" y="5671008"/>
                  <a:pt x="4723215" y="5669338"/>
                  <a:pt x="4724119" y="5668147"/>
                </a:cubicBezTo>
                <a:cubicBezTo>
                  <a:pt x="4725022" y="5666956"/>
                  <a:pt x="4726646" y="5665729"/>
                  <a:pt x="4728987" y="5664466"/>
                </a:cubicBezTo>
                <a:cubicBezTo>
                  <a:pt x="4731485" y="5662311"/>
                  <a:pt x="4733179" y="5657600"/>
                  <a:pt x="4734068" y="5650331"/>
                </a:cubicBezTo>
                <a:cubicBezTo>
                  <a:pt x="4734959" y="5643062"/>
                  <a:pt x="4735403" y="5630752"/>
                  <a:pt x="4735403" y="5613401"/>
                </a:cubicBezTo>
                <a:cubicBezTo>
                  <a:pt x="4735403" y="5599879"/>
                  <a:pt x="4735033" y="5590558"/>
                  <a:pt x="4734292" y="5585437"/>
                </a:cubicBezTo>
                <a:cubicBezTo>
                  <a:pt x="4734051" y="5583567"/>
                  <a:pt x="4733692" y="5582302"/>
                  <a:pt x="4733212" y="5581641"/>
                </a:cubicBezTo>
                <a:cubicBezTo>
                  <a:pt x="4732734" y="5580980"/>
                  <a:pt x="4731703" y="5580240"/>
                  <a:pt x="4730121" y="5579421"/>
                </a:cubicBezTo>
                <a:cubicBezTo>
                  <a:pt x="4725471" y="5577021"/>
                  <a:pt x="4723145" y="5574080"/>
                  <a:pt x="4723145" y="5570596"/>
                </a:cubicBezTo>
                <a:cubicBezTo>
                  <a:pt x="4723145" y="5566701"/>
                  <a:pt x="4724826" y="5563645"/>
                  <a:pt x="4728185" y="5561429"/>
                </a:cubicBezTo>
                <a:cubicBezTo>
                  <a:pt x="4731546" y="5559213"/>
                  <a:pt x="4737220" y="5557024"/>
                  <a:pt x="4745210" y="5554861"/>
                </a:cubicBezTo>
                <a:cubicBezTo>
                  <a:pt x="4757639" y="5551408"/>
                  <a:pt x="4767343" y="5549681"/>
                  <a:pt x="4774320" y="5549681"/>
                </a:cubicBezTo>
                <a:close/>
                <a:moveTo>
                  <a:pt x="630946" y="5549681"/>
                </a:moveTo>
                <a:cubicBezTo>
                  <a:pt x="636016" y="5549681"/>
                  <a:pt x="638475" y="5552007"/>
                  <a:pt x="638322" y="5556659"/>
                </a:cubicBezTo>
                <a:lnTo>
                  <a:pt x="637083" y="5596608"/>
                </a:lnTo>
                <a:cubicBezTo>
                  <a:pt x="636976" y="5600053"/>
                  <a:pt x="637771" y="5601775"/>
                  <a:pt x="639468" y="5601775"/>
                </a:cubicBezTo>
                <a:cubicBezTo>
                  <a:pt x="640320" y="5601775"/>
                  <a:pt x="641281" y="5601007"/>
                  <a:pt x="642352" y="5599471"/>
                </a:cubicBezTo>
                <a:cubicBezTo>
                  <a:pt x="648936" y="5589899"/>
                  <a:pt x="657742" y="5585114"/>
                  <a:pt x="668772" y="5585114"/>
                </a:cubicBezTo>
                <a:cubicBezTo>
                  <a:pt x="679489" y="5585114"/>
                  <a:pt x="688045" y="5588414"/>
                  <a:pt x="694442" y="5595013"/>
                </a:cubicBezTo>
                <a:cubicBezTo>
                  <a:pt x="697388" y="5598030"/>
                  <a:pt x="699448" y="5601518"/>
                  <a:pt x="700623" y="5605478"/>
                </a:cubicBezTo>
                <a:cubicBezTo>
                  <a:pt x="701797" y="5609438"/>
                  <a:pt x="702451" y="5615038"/>
                  <a:pt x="702583" y="5622277"/>
                </a:cubicBezTo>
                <a:lnTo>
                  <a:pt x="703445" y="5656847"/>
                </a:lnTo>
                <a:cubicBezTo>
                  <a:pt x="703502" y="5659551"/>
                  <a:pt x="703831" y="5661476"/>
                  <a:pt x="704431" y="5662623"/>
                </a:cubicBezTo>
                <a:cubicBezTo>
                  <a:pt x="705030" y="5663771"/>
                  <a:pt x="706552" y="5665305"/>
                  <a:pt x="708996" y="5667225"/>
                </a:cubicBezTo>
                <a:cubicBezTo>
                  <a:pt x="711382" y="5669117"/>
                  <a:pt x="712574" y="5671381"/>
                  <a:pt x="712574" y="5674018"/>
                </a:cubicBezTo>
                <a:cubicBezTo>
                  <a:pt x="712574" y="5682215"/>
                  <a:pt x="701484" y="5686313"/>
                  <a:pt x="679304" y="5686313"/>
                </a:cubicBezTo>
                <a:cubicBezTo>
                  <a:pt x="659489" y="5686313"/>
                  <a:pt x="649581" y="5682438"/>
                  <a:pt x="649581" y="5674688"/>
                </a:cubicBezTo>
                <a:cubicBezTo>
                  <a:pt x="649581" y="5673265"/>
                  <a:pt x="649797" y="5672165"/>
                  <a:pt x="650228" y="5671389"/>
                </a:cubicBezTo>
                <a:cubicBezTo>
                  <a:pt x="650658" y="5670612"/>
                  <a:pt x="652809" y="5668699"/>
                  <a:pt x="656681" y="5665649"/>
                </a:cubicBezTo>
                <a:cubicBezTo>
                  <a:pt x="657182" y="5663013"/>
                  <a:pt x="657433" y="5654886"/>
                  <a:pt x="657433" y="5641267"/>
                </a:cubicBezTo>
                <a:cubicBezTo>
                  <a:pt x="657433" y="5633087"/>
                  <a:pt x="656812" y="5627481"/>
                  <a:pt x="655570" y="5624448"/>
                </a:cubicBezTo>
                <a:cubicBezTo>
                  <a:pt x="653514" y="5619280"/>
                  <a:pt x="650222" y="5616696"/>
                  <a:pt x="645693" y="5616696"/>
                </a:cubicBezTo>
                <a:cubicBezTo>
                  <a:pt x="642555" y="5616696"/>
                  <a:pt x="640249" y="5617815"/>
                  <a:pt x="638774" y="5620055"/>
                </a:cubicBezTo>
                <a:cubicBezTo>
                  <a:pt x="637668" y="5621740"/>
                  <a:pt x="637115" y="5625205"/>
                  <a:pt x="637115" y="5630447"/>
                </a:cubicBezTo>
                <a:lnTo>
                  <a:pt x="637115" y="5649422"/>
                </a:lnTo>
                <a:cubicBezTo>
                  <a:pt x="637530" y="5657009"/>
                  <a:pt x="637872" y="5661260"/>
                  <a:pt x="638142" y="5662176"/>
                </a:cubicBezTo>
                <a:cubicBezTo>
                  <a:pt x="638412" y="5663092"/>
                  <a:pt x="639739" y="5664888"/>
                  <a:pt x="642123" y="5667564"/>
                </a:cubicBezTo>
                <a:cubicBezTo>
                  <a:pt x="643700" y="5669307"/>
                  <a:pt x="644489" y="5671298"/>
                  <a:pt x="644489" y="5673539"/>
                </a:cubicBezTo>
                <a:cubicBezTo>
                  <a:pt x="644489" y="5682055"/>
                  <a:pt x="634420" y="5686313"/>
                  <a:pt x="614283" y="5686313"/>
                </a:cubicBezTo>
                <a:cubicBezTo>
                  <a:pt x="591020" y="5686313"/>
                  <a:pt x="579388" y="5681928"/>
                  <a:pt x="579388" y="5673156"/>
                </a:cubicBezTo>
                <a:cubicBezTo>
                  <a:pt x="579388" y="5671008"/>
                  <a:pt x="579840" y="5669338"/>
                  <a:pt x="580744" y="5668147"/>
                </a:cubicBezTo>
                <a:cubicBezTo>
                  <a:pt x="581648" y="5666956"/>
                  <a:pt x="583271" y="5665729"/>
                  <a:pt x="585613" y="5664466"/>
                </a:cubicBezTo>
                <a:cubicBezTo>
                  <a:pt x="588111" y="5662311"/>
                  <a:pt x="589804" y="5657600"/>
                  <a:pt x="590694" y="5650331"/>
                </a:cubicBezTo>
                <a:cubicBezTo>
                  <a:pt x="591584" y="5643062"/>
                  <a:pt x="592029" y="5630752"/>
                  <a:pt x="592029" y="5613401"/>
                </a:cubicBezTo>
                <a:cubicBezTo>
                  <a:pt x="592029" y="5599879"/>
                  <a:pt x="591658" y="5590558"/>
                  <a:pt x="590917" y="5585437"/>
                </a:cubicBezTo>
                <a:cubicBezTo>
                  <a:pt x="590676" y="5583567"/>
                  <a:pt x="590317" y="5582302"/>
                  <a:pt x="589838" y="5581641"/>
                </a:cubicBezTo>
                <a:cubicBezTo>
                  <a:pt x="589359" y="5580980"/>
                  <a:pt x="588329" y="5580240"/>
                  <a:pt x="586747" y="5579421"/>
                </a:cubicBezTo>
                <a:cubicBezTo>
                  <a:pt x="582096" y="5577021"/>
                  <a:pt x="579771" y="5574080"/>
                  <a:pt x="579771" y="5570596"/>
                </a:cubicBezTo>
                <a:cubicBezTo>
                  <a:pt x="579771" y="5566701"/>
                  <a:pt x="581451" y="5563645"/>
                  <a:pt x="584811" y="5561429"/>
                </a:cubicBezTo>
                <a:cubicBezTo>
                  <a:pt x="588171" y="5559213"/>
                  <a:pt x="593846" y="5557024"/>
                  <a:pt x="601835" y="5554861"/>
                </a:cubicBezTo>
                <a:cubicBezTo>
                  <a:pt x="614264" y="5551408"/>
                  <a:pt x="623968" y="5549681"/>
                  <a:pt x="630946" y="5549681"/>
                </a:cubicBezTo>
                <a:close/>
                <a:moveTo>
                  <a:pt x="10297499" y="5549587"/>
                </a:moveTo>
                <a:cubicBezTo>
                  <a:pt x="10304356" y="5549587"/>
                  <a:pt x="10307785" y="5552855"/>
                  <a:pt x="10307785" y="5559392"/>
                </a:cubicBezTo>
                <a:lnTo>
                  <a:pt x="10307785" y="5646822"/>
                </a:lnTo>
                <a:cubicBezTo>
                  <a:pt x="10307785" y="5651651"/>
                  <a:pt x="10307946" y="5654614"/>
                  <a:pt x="10308271" y="5655710"/>
                </a:cubicBezTo>
                <a:cubicBezTo>
                  <a:pt x="10308594" y="5656805"/>
                  <a:pt x="10309507" y="5657878"/>
                  <a:pt x="10311006" y="5658928"/>
                </a:cubicBezTo>
                <a:cubicBezTo>
                  <a:pt x="10313554" y="5660698"/>
                  <a:pt x="10315315" y="5662322"/>
                  <a:pt x="10316287" y="5663800"/>
                </a:cubicBezTo>
                <a:cubicBezTo>
                  <a:pt x="10317257" y="5665278"/>
                  <a:pt x="10317744" y="5667056"/>
                  <a:pt x="10317744" y="5669134"/>
                </a:cubicBezTo>
                <a:cubicBezTo>
                  <a:pt x="10317744" y="5675236"/>
                  <a:pt x="10311271" y="5679781"/>
                  <a:pt x="10298323" y="5682770"/>
                </a:cubicBezTo>
                <a:cubicBezTo>
                  <a:pt x="10290607" y="5685132"/>
                  <a:pt x="10282000" y="5686313"/>
                  <a:pt x="10272504" y="5686313"/>
                </a:cubicBezTo>
                <a:cubicBezTo>
                  <a:pt x="10269892" y="5686313"/>
                  <a:pt x="10268109" y="5685837"/>
                  <a:pt x="10267157" y="5684885"/>
                </a:cubicBezTo>
                <a:cubicBezTo>
                  <a:pt x="10266205" y="5683933"/>
                  <a:pt x="10265620" y="5682141"/>
                  <a:pt x="10265401" y="5679510"/>
                </a:cubicBezTo>
                <a:cubicBezTo>
                  <a:pt x="10265182" y="5677278"/>
                  <a:pt x="10264677" y="5676162"/>
                  <a:pt x="10263887" y="5676162"/>
                </a:cubicBezTo>
                <a:cubicBezTo>
                  <a:pt x="10263314" y="5676162"/>
                  <a:pt x="10262049" y="5676977"/>
                  <a:pt x="10260094" y="5678608"/>
                </a:cubicBezTo>
                <a:cubicBezTo>
                  <a:pt x="10253230" y="5684192"/>
                  <a:pt x="10245557" y="5686983"/>
                  <a:pt x="10237074" y="5686983"/>
                </a:cubicBezTo>
                <a:cubicBezTo>
                  <a:pt x="10226656" y="5686983"/>
                  <a:pt x="10217302" y="5683140"/>
                  <a:pt x="10209012" y="5675452"/>
                </a:cubicBezTo>
                <a:cubicBezTo>
                  <a:pt x="10204160" y="5670864"/>
                  <a:pt x="10200190" y="5665215"/>
                  <a:pt x="10197103" y="5658504"/>
                </a:cubicBezTo>
                <a:cubicBezTo>
                  <a:pt x="10193273" y="5651560"/>
                  <a:pt x="10191358" y="5644091"/>
                  <a:pt x="10191358" y="5636097"/>
                </a:cubicBezTo>
                <a:cubicBezTo>
                  <a:pt x="10191358" y="5626751"/>
                  <a:pt x="10193938" y="5617743"/>
                  <a:pt x="10199101" y="5609073"/>
                </a:cubicBezTo>
                <a:cubicBezTo>
                  <a:pt x="10203889" y="5601026"/>
                  <a:pt x="10210400" y="5594844"/>
                  <a:pt x="10218633" y="5590528"/>
                </a:cubicBezTo>
                <a:cubicBezTo>
                  <a:pt x="10225586" y="5586919"/>
                  <a:pt x="10232435" y="5585114"/>
                  <a:pt x="10239180" y="5585114"/>
                </a:cubicBezTo>
                <a:cubicBezTo>
                  <a:pt x="10246925" y="5585114"/>
                  <a:pt x="10253757" y="5586787"/>
                  <a:pt x="10259676" y="5590133"/>
                </a:cubicBezTo>
                <a:cubicBezTo>
                  <a:pt x="10260584" y="5590617"/>
                  <a:pt x="10261157" y="5590859"/>
                  <a:pt x="10261397" y="5590859"/>
                </a:cubicBezTo>
                <a:cubicBezTo>
                  <a:pt x="10262136" y="5590859"/>
                  <a:pt x="10262507" y="5588765"/>
                  <a:pt x="10262507" y="5584577"/>
                </a:cubicBezTo>
                <a:cubicBezTo>
                  <a:pt x="10262507" y="5582727"/>
                  <a:pt x="10262093" y="5581341"/>
                  <a:pt x="10261266" y="5580418"/>
                </a:cubicBezTo>
                <a:cubicBezTo>
                  <a:pt x="10260437" y="5579495"/>
                  <a:pt x="10259632" y="5578660"/>
                  <a:pt x="10258851" y="5577912"/>
                </a:cubicBezTo>
                <a:cubicBezTo>
                  <a:pt x="10252159" y="5576290"/>
                  <a:pt x="10248814" y="5573405"/>
                  <a:pt x="10248814" y="5569255"/>
                </a:cubicBezTo>
                <a:cubicBezTo>
                  <a:pt x="10248814" y="5563618"/>
                  <a:pt x="10253910" y="5559359"/>
                  <a:pt x="10264104" y="5556477"/>
                </a:cubicBezTo>
                <a:cubicBezTo>
                  <a:pt x="10280667" y="5551883"/>
                  <a:pt x="10291799" y="5549587"/>
                  <a:pt x="10297499" y="5549587"/>
                </a:cubicBezTo>
                <a:close/>
                <a:moveTo>
                  <a:pt x="9592649" y="5549587"/>
                </a:moveTo>
                <a:cubicBezTo>
                  <a:pt x="9599506" y="5549587"/>
                  <a:pt x="9602934" y="5552855"/>
                  <a:pt x="9602934" y="5559392"/>
                </a:cubicBezTo>
                <a:lnTo>
                  <a:pt x="9602934" y="5646822"/>
                </a:lnTo>
                <a:cubicBezTo>
                  <a:pt x="9602934" y="5651651"/>
                  <a:pt x="9603096" y="5654614"/>
                  <a:pt x="9603420" y="5655710"/>
                </a:cubicBezTo>
                <a:cubicBezTo>
                  <a:pt x="9603745" y="5656805"/>
                  <a:pt x="9604656" y="5657878"/>
                  <a:pt x="9606156" y="5658928"/>
                </a:cubicBezTo>
                <a:cubicBezTo>
                  <a:pt x="9608704" y="5660698"/>
                  <a:pt x="9610465" y="5662322"/>
                  <a:pt x="9611436" y="5663800"/>
                </a:cubicBezTo>
                <a:cubicBezTo>
                  <a:pt x="9612407" y="5665278"/>
                  <a:pt x="9612894" y="5667056"/>
                  <a:pt x="9612894" y="5669134"/>
                </a:cubicBezTo>
                <a:cubicBezTo>
                  <a:pt x="9612894" y="5675236"/>
                  <a:pt x="9606420" y="5679781"/>
                  <a:pt x="9593473" y="5682770"/>
                </a:cubicBezTo>
                <a:cubicBezTo>
                  <a:pt x="9585757" y="5685132"/>
                  <a:pt x="9577151" y="5686313"/>
                  <a:pt x="9567655" y="5686313"/>
                </a:cubicBezTo>
                <a:cubicBezTo>
                  <a:pt x="9565042" y="5686313"/>
                  <a:pt x="9563260" y="5685837"/>
                  <a:pt x="9562308" y="5684885"/>
                </a:cubicBezTo>
                <a:cubicBezTo>
                  <a:pt x="9561355" y="5683933"/>
                  <a:pt x="9560769" y="5682141"/>
                  <a:pt x="9560551" y="5679510"/>
                </a:cubicBezTo>
                <a:cubicBezTo>
                  <a:pt x="9560332" y="5677278"/>
                  <a:pt x="9559828" y="5676162"/>
                  <a:pt x="9559037" y="5676162"/>
                </a:cubicBezTo>
                <a:cubicBezTo>
                  <a:pt x="9558464" y="5676162"/>
                  <a:pt x="9557200" y="5676977"/>
                  <a:pt x="9555243" y="5678608"/>
                </a:cubicBezTo>
                <a:cubicBezTo>
                  <a:pt x="9548380" y="5684192"/>
                  <a:pt x="9540707" y="5686983"/>
                  <a:pt x="9532224" y="5686983"/>
                </a:cubicBezTo>
                <a:cubicBezTo>
                  <a:pt x="9521806" y="5686983"/>
                  <a:pt x="9512452" y="5683140"/>
                  <a:pt x="9504162" y="5675452"/>
                </a:cubicBezTo>
                <a:cubicBezTo>
                  <a:pt x="9499310" y="5670864"/>
                  <a:pt x="9495340" y="5665215"/>
                  <a:pt x="9492253" y="5658504"/>
                </a:cubicBezTo>
                <a:cubicBezTo>
                  <a:pt x="9488423" y="5651560"/>
                  <a:pt x="9486508" y="5644091"/>
                  <a:pt x="9486508" y="5636097"/>
                </a:cubicBezTo>
                <a:cubicBezTo>
                  <a:pt x="9486508" y="5626751"/>
                  <a:pt x="9489088" y="5617743"/>
                  <a:pt x="9494251" y="5609073"/>
                </a:cubicBezTo>
                <a:cubicBezTo>
                  <a:pt x="9499039" y="5601026"/>
                  <a:pt x="9505550" y="5594844"/>
                  <a:pt x="9513783" y="5590528"/>
                </a:cubicBezTo>
                <a:cubicBezTo>
                  <a:pt x="9520736" y="5586919"/>
                  <a:pt x="9527585" y="5585114"/>
                  <a:pt x="9534330" y="5585114"/>
                </a:cubicBezTo>
                <a:cubicBezTo>
                  <a:pt x="9542074" y="5585114"/>
                  <a:pt x="9548906" y="5586787"/>
                  <a:pt x="9554827" y="5590133"/>
                </a:cubicBezTo>
                <a:cubicBezTo>
                  <a:pt x="9555734" y="5590617"/>
                  <a:pt x="9556307" y="5590859"/>
                  <a:pt x="9556546" y="5590859"/>
                </a:cubicBezTo>
                <a:cubicBezTo>
                  <a:pt x="9557287" y="5590859"/>
                  <a:pt x="9557657" y="5588765"/>
                  <a:pt x="9557657" y="5584577"/>
                </a:cubicBezTo>
                <a:cubicBezTo>
                  <a:pt x="9557657" y="5582727"/>
                  <a:pt x="9557243" y="5581341"/>
                  <a:pt x="9556415" y="5580418"/>
                </a:cubicBezTo>
                <a:cubicBezTo>
                  <a:pt x="9555587" y="5579495"/>
                  <a:pt x="9554783" y="5578660"/>
                  <a:pt x="9554001" y="5577912"/>
                </a:cubicBezTo>
                <a:cubicBezTo>
                  <a:pt x="9547310" y="5576290"/>
                  <a:pt x="9543964" y="5573405"/>
                  <a:pt x="9543964" y="5569255"/>
                </a:cubicBezTo>
                <a:cubicBezTo>
                  <a:pt x="9543964" y="5563618"/>
                  <a:pt x="9549060" y="5559359"/>
                  <a:pt x="9559254" y="5556477"/>
                </a:cubicBezTo>
                <a:cubicBezTo>
                  <a:pt x="9575817" y="5551883"/>
                  <a:pt x="9586948" y="5549587"/>
                  <a:pt x="9592649" y="5549587"/>
                </a:cubicBezTo>
                <a:close/>
                <a:moveTo>
                  <a:pt x="9125924" y="5549587"/>
                </a:moveTo>
                <a:cubicBezTo>
                  <a:pt x="9132780" y="5549587"/>
                  <a:pt x="9136209" y="5552855"/>
                  <a:pt x="9136209" y="5559392"/>
                </a:cubicBezTo>
                <a:lnTo>
                  <a:pt x="9136209" y="5646822"/>
                </a:lnTo>
                <a:cubicBezTo>
                  <a:pt x="9136209" y="5651651"/>
                  <a:pt x="9136371" y="5654614"/>
                  <a:pt x="9136695" y="5655710"/>
                </a:cubicBezTo>
                <a:cubicBezTo>
                  <a:pt x="9137019" y="5656805"/>
                  <a:pt x="9137931" y="5657878"/>
                  <a:pt x="9139431" y="5658928"/>
                </a:cubicBezTo>
                <a:cubicBezTo>
                  <a:pt x="9141979" y="5660698"/>
                  <a:pt x="9143740" y="5662322"/>
                  <a:pt x="9144711" y="5663800"/>
                </a:cubicBezTo>
                <a:cubicBezTo>
                  <a:pt x="9145682" y="5665278"/>
                  <a:pt x="9146169" y="5667056"/>
                  <a:pt x="9146169" y="5669134"/>
                </a:cubicBezTo>
                <a:cubicBezTo>
                  <a:pt x="9146169" y="5675236"/>
                  <a:pt x="9139695" y="5679781"/>
                  <a:pt x="9126748" y="5682770"/>
                </a:cubicBezTo>
                <a:cubicBezTo>
                  <a:pt x="9119032" y="5685132"/>
                  <a:pt x="9110426" y="5686313"/>
                  <a:pt x="9100929" y="5686313"/>
                </a:cubicBezTo>
                <a:cubicBezTo>
                  <a:pt x="9098317" y="5686313"/>
                  <a:pt x="9096534" y="5685837"/>
                  <a:pt x="9095582" y="5684885"/>
                </a:cubicBezTo>
                <a:cubicBezTo>
                  <a:pt x="9094630" y="5683933"/>
                  <a:pt x="9094044" y="5682141"/>
                  <a:pt x="9093826" y="5679510"/>
                </a:cubicBezTo>
                <a:cubicBezTo>
                  <a:pt x="9093607" y="5677278"/>
                  <a:pt x="9093103" y="5676162"/>
                  <a:pt x="9092312" y="5676162"/>
                </a:cubicBezTo>
                <a:cubicBezTo>
                  <a:pt x="9091739" y="5676162"/>
                  <a:pt x="9090474" y="5676977"/>
                  <a:pt x="9088518" y="5678608"/>
                </a:cubicBezTo>
                <a:cubicBezTo>
                  <a:pt x="9081655" y="5684192"/>
                  <a:pt x="9073982" y="5686983"/>
                  <a:pt x="9065499" y="5686983"/>
                </a:cubicBezTo>
                <a:cubicBezTo>
                  <a:pt x="9055081" y="5686983"/>
                  <a:pt x="9045727" y="5683140"/>
                  <a:pt x="9037437" y="5675452"/>
                </a:cubicBezTo>
                <a:cubicBezTo>
                  <a:pt x="9032585" y="5670864"/>
                  <a:pt x="9028615" y="5665215"/>
                  <a:pt x="9025528" y="5658504"/>
                </a:cubicBezTo>
                <a:cubicBezTo>
                  <a:pt x="9021698" y="5651560"/>
                  <a:pt x="9019783" y="5644091"/>
                  <a:pt x="9019783" y="5636097"/>
                </a:cubicBezTo>
                <a:cubicBezTo>
                  <a:pt x="9019783" y="5626751"/>
                  <a:pt x="9022363" y="5617743"/>
                  <a:pt x="9027526" y="5609073"/>
                </a:cubicBezTo>
                <a:cubicBezTo>
                  <a:pt x="9032314" y="5601026"/>
                  <a:pt x="9038825" y="5594844"/>
                  <a:pt x="9047058" y="5590528"/>
                </a:cubicBezTo>
                <a:cubicBezTo>
                  <a:pt x="9054012" y="5586919"/>
                  <a:pt x="9060861" y="5585114"/>
                  <a:pt x="9067605" y="5585114"/>
                </a:cubicBezTo>
                <a:cubicBezTo>
                  <a:pt x="9075349" y="5585114"/>
                  <a:pt x="9082182" y="5586787"/>
                  <a:pt x="9088102" y="5590133"/>
                </a:cubicBezTo>
                <a:cubicBezTo>
                  <a:pt x="9089009" y="5590617"/>
                  <a:pt x="9089582" y="5590859"/>
                  <a:pt x="9089821" y="5590859"/>
                </a:cubicBezTo>
                <a:cubicBezTo>
                  <a:pt x="9090562" y="5590859"/>
                  <a:pt x="9090932" y="5588765"/>
                  <a:pt x="9090932" y="5584577"/>
                </a:cubicBezTo>
                <a:cubicBezTo>
                  <a:pt x="9090932" y="5582727"/>
                  <a:pt x="9090518" y="5581341"/>
                  <a:pt x="9089690" y="5580418"/>
                </a:cubicBezTo>
                <a:cubicBezTo>
                  <a:pt x="9088862" y="5579495"/>
                  <a:pt x="9088057" y="5578660"/>
                  <a:pt x="9087276" y="5577912"/>
                </a:cubicBezTo>
                <a:cubicBezTo>
                  <a:pt x="9080585" y="5576290"/>
                  <a:pt x="9077239" y="5573405"/>
                  <a:pt x="9077239" y="5569255"/>
                </a:cubicBezTo>
                <a:cubicBezTo>
                  <a:pt x="9077239" y="5563618"/>
                  <a:pt x="9082336" y="5559359"/>
                  <a:pt x="9092529" y="5556477"/>
                </a:cubicBezTo>
                <a:cubicBezTo>
                  <a:pt x="9109092" y="5551883"/>
                  <a:pt x="9120224" y="5549587"/>
                  <a:pt x="9125924" y="5549587"/>
                </a:cubicBezTo>
                <a:close/>
                <a:moveTo>
                  <a:pt x="3734775" y="5549587"/>
                </a:moveTo>
                <a:cubicBezTo>
                  <a:pt x="3741632" y="5549587"/>
                  <a:pt x="3745061" y="5552855"/>
                  <a:pt x="3745061" y="5559392"/>
                </a:cubicBezTo>
                <a:lnTo>
                  <a:pt x="3745061" y="5646822"/>
                </a:lnTo>
                <a:cubicBezTo>
                  <a:pt x="3745061" y="5651651"/>
                  <a:pt x="3745223" y="5654614"/>
                  <a:pt x="3745546" y="5655710"/>
                </a:cubicBezTo>
                <a:cubicBezTo>
                  <a:pt x="3745871" y="5656805"/>
                  <a:pt x="3746783" y="5657878"/>
                  <a:pt x="3748282" y="5658928"/>
                </a:cubicBezTo>
                <a:cubicBezTo>
                  <a:pt x="3750831" y="5660698"/>
                  <a:pt x="3752590" y="5662322"/>
                  <a:pt x="3753562" y="5663800"/>
                </a:cubicBezTo>
                <a:cubicBezTo>
                  <a:pt x="3754534" y="5665278"/>
                  <a:pt x="3755019" y="5667056"/>
                  <a:pt x="3755019" y="5669134"/>
                </a:cubicBezTo>
                <a:cubicBezTo>
                  <a:pt x="3755019" y="5675236"/>
                  <a:pt x="3748546" y="5679781"/>
                  <a:pt x="3735599" y="5682770"/>
                </a:cubicBezTo>
                <a:cubicBezTo>
                  <a:pt x="3727883" y="5685132"/>
                  <a:pt x="3719277" y="5686313"/>
                  <a:pt x="3709781" y="5686313"/>
                </a:cubicBezTo>
                <a:cubicBezTo>
                  <a:pt x="3707168" y="5686313"/>
                  <a:pt x="3705386" y="5685837"/>
                  <a:pt x="3704433" y="5684885"/>
                </a:cubicBezTo>
                <a:cubicBezTo>
                  <a:pt x="3703481" y="5683933"/>
                  <a:pt x="3702896" y="5682141"/>
                  <a:pt x="3702677" y="5679510"/>
                </a:cubicBezTo>
                <a:cubicBezTo>
                  <a:pt x="3702458" y="5677278"/>
                  <a:pt x="3701954" y="5676162"/>
                  <a:pt x="3701164" y="5676162"/>
                </a:cubicBezTo>
                <a:cubicBezTo>
                  <a:pt x="3700591" y="5676162"/>
                  <a:pt x="3699326" y="5676977"/>
                  <a:pt x="3697369" y="5678608"/>
                </a:cubicBezTo>
                <a:cubicBezTo>
                  <a:pt x="3690506" y="5684192"/>
                  <a:pt x="3682833" y="5686983"/>
                  <a:pt x="3674350" y="5686983"/>
                </a:cubicBezTo>
                <a:cubicBezTo>
                  <a:pt x="3663932" y="5686983"/>
                  <a:pt x="3654578" y="5683140"/>
                  <a:pt x="3646289" y="5675452"/>
                </a:cubicBezTo>
                <a:cubicBezTo>
                  <a:pt x="3641436" y="5670864"/>
                  <a:pt x="3637466" y="5665215"/>
                  <a:pt x="3634379" y="5658504"/>
                </a:cubicBezTo>
                <a:cubicBezTo>
                  <a:pt x="3630549" y="5651560"/>
                  <a:pt x="3628633" y="5644091"/>
                  <a:pt x="3628633" y="5636097"/>
                </a:cubicBezTo>
                <a:cubicBezTo>
                  <a:pt x="3628633" y="5626751"/>
                  <a:pt x="3631215" y="5617743"/>
                  <a:pt x="3636377" y="5609073"/>
                </a:cubicBezTo>
                <a:cubicBezTo>
                  <a:pt x="3641166" y="5601026"/>
                  <a:pt x="3647676" y="5594844"/>
                  <a:pt x="3655909" y="5590528"/>
                </a:cubicBezTo>
                <a:cubicBezTo>
                  <a:pt x="3662863" y="5586919"/>
                  <a:pt x="3669712" y="5585114"/>
                  <a:pt x="3676456" y="5585114"/>
                </a:cubicBezTo>
                <a:cubicBezTo>
                  <a:pt x="3684200" y="5585114"/>
                  <a:pt x="3691033" y="5586787"/>
                  <a:pt x="3696953" y="5590133"/>
                </a:cubicBezTo>
                <a:cubicBezTo>
                  <a:pt x="3697861" y="5590617"/>
                  <a:pt x="3698434" y="5590859"/>
                  <a:pt x="3698673" y="5590859"/>
                </a:cubicBezTo>
                <a:cubicBezTo>
                  <a:pt x="3699413" y="5590859"/>
                  <a:pt x="3699784" y="5588765"/>
                  <a:pt x="3699784" y="5584577"/>
                </a:cubicBezTo>
                <a:cubicBezTo>
                  <a:pt x="3699784" y="5582727"/>
                  <a:pt x="3699370" y="5581341"/>
                  <a:pt x="3698542" y="5580418"/>
                </a:cubicBezTo>
                <a:cubicBezTo>
                  <a:pt x="3697714" y="5579495"/>
                  <a:pt x="3696909" y="5578660"/>
                  <a:pt x="3696127" y="5577912"/>
                </a:cubicBezTo>
                <a:cubicBezTo>
                  <a:pt x="3689436" y="5576290"/>
                  <a:pt x="3686090" y="5573405"/>
                  <a:pt x="3686090" y="5569255"/>
                </a:cubicBezTo>
                <a:cubicBezTo>
                  <a:pt x="3686090" y="5563618"/>
                  <a:pt x="3691187" y="5559359"/>
                  <a:pt x="3701380" y="5556477"/>
                </a:cubicBezTo>
                <a:cubicBezTo>
                  <a:pt x="3717943" y="5551883"/>
                  <a:pt x="3729074" y="5549587"/>
                  <a:pt x="3734775" y="5549587"/>
                </a:cubicBezTo>
                <a:close/>
                <a:moveTo>
                  <a:pt x="8693258" y="5548725"/>
                </a:moveTo>
                <a:cubicBezTo>
                  <a:pt x="8705794" y="5548725"/>
                  <a:pt x="8715850" y="5551708"/>
                  <a:pt x="8723426" y="5557675"/>
                </a:cubicBezTo>
                <a:cubicBezTo>
                  <a:pt x="8729515" y="5562502"/>
                  <a:pt x="8732558" y="5568086"/>
                  <a:pt x="8732558" y="5574427"/>
                </a:cubicBezTo>
                <a:cubicBezTo>
                  <a:pt x="8732558" y="5579094"/>
                  <a:pt x="8730997" y="5583045"/>
                  <a:pt x="8727872" y="5586277"/>
                </a:cubicBezTo>
                <a:cubicBezTo>
                  <a:pt x="8724749" y="5589510"/>
                  <a:pt x="8720839" y="5591126"/>
                  <a:pt x="8716144" y="5591126"/>
                </a:cubicBezTo>
                <a:cubicBezTo>
                  <a:pt x="8711077" y="5591126"/>
                  <a:pt x="8706346" y="5589462"/>
                  <a:pt x="8701950" y="5586135"/>
                </a:cubicBezTo>
                <a:cubicBezTo>
                  <a:pt x="8700626" y="5585057"/>
                  <a:pt x="8697875" y="5581998"/>
                  <a:pt x="8693698" y="5576957"/>
                </a:cubicBezTo>
                <a:cubicBezTo>
                  <a:pt x="8691679" y="5575231"/>
                  <a:pt x="8689586" y="5574369"/>
                  <a:pt x="8687416" y="5574369"/>
                </a:cubicBezTo>
                <a:cubicBezTo>
                  <a:pt x="8686224" y="5574369"/>
                  <a:pt x="8685182" y="5574814"/>
                  <a:pt x="8684292" y="5575705"/>
                </a:cubicBezTo>
                <a:cubicBezTo>
                  <a:pt x="8683401" y="5576595"/>
                  <a:pt x="8682955" y="5577702"/>
                  <a:pt x="8682955" y="5579023"/>
                </a:cubicBezTo>
                <a:cubicBezTo>
                  <a:pt x="8682955" y="5583378"/>
                  <a:pt x="8687743" y="5588688"/>
                  <a:pt x="8697318" y="5594954"/>
                </a:cubicBezTo>
                <a:cubicBezTo>
                  <a:pt x="8699718" y="5595888"/>
                  <a:pt x="8701529" y="5596946"/>
                  <a:pt x="8702748" y="5598129"/>
                </a:cubicBezTo>
                <a:cubicBezTo>
                  <a:pt x="8703968" y="5599311"/>
                  <a:pt x="8705018" y="5600886"/>
                  <a:pt x="8705898" y="5602853"/>
                </a:cubicBezTo>
                <a:cubicBezTo>
                  <a:pt x="8705927" y="5602901"/>
                  <a:pt x="8706342" y="5602924"/>
                  <a:pt x="8707142" y="5602924"/>
                </a:cubicBezTo>
                <a:lnTo>
                  <a:pt x="8719016" y="5602924"/>
                </a:lnTo>
                <a:cubicBezTo>
                  <a:pt x="8721418" y="5602924"/>
                  <a:pt x="8723287" y="5603402"/>
                  <a:pt x="8724620" y="5604357"/>
                </a:cubicBezTo>
                <a:cubicBezTo>
                  <a:pt x="8725955" y="5605313"/>
                  <a:pt x="8726544" y="5606888"/>
                  <a:pt x="8726389" y="5609084"/>
                </a:cubicBezTo>
                <a:lnTo>
                  <a:pt x="8725624" y="5620450"/>
                </a:lnTo>
                <a:cubicBezTo>
                  <a:pt x="8725476" y="5623141"/>
                  <a:pt x="8724938" y="5624975"/>
                  <a:pt x="8724012" y="5625954"/>
                </a:cubicBezTo>
                <a:cubicBezTo>
                  <a:pt x="8723086" y="5626932"/>
                  <a:pt x="8721324" y="5627421"/>
                  <a:pt x="8718730" y="5627421"/>
                </a:cubicBezTo>
                <a:cubicBezTo>
                  <a:pt x="8718182" y="5627421"/>
                  <a:pt x="8717039" y="5627354"/>
                  <a:pt x="8715304" y="5627221"/>
                </a:cubicBezTo>
                <a:cubicBezTo>
                  <a:pt x="8714259" y="5627162"/>
                  <a:pt x="8713390" y="5627132"/>
                  <a:pt x="8712696" y="5627132"/>
                </a:cubicBezTo>
                <a:cubicBezTo>
                  <a:pt x="8710845" y="5627132"/>
                  <a:pt x="8709576" y="5627764"/>
                  <a:pt x="8708886" y="5629028"/>
                </a:cubicBezTo>
                <a:cubicBezTo>
                  <a:pt x="8708198" y="5630291"/>
                  <a:pt x="8707853" y="5633222"/>
                  <a:pt x="8707853" y="5637820"/>
                </a:cubicBezTo>
                <a:cubicBezTo>
                  <a:pt x="8707853" y="5644404"/>
                  <a:pt x="8708587" y="5650023"/>
                  <a:pt x="8710055" y="5654675"/>
                </a:cubicBezTo>
                <a:cubicBezTo>
                  <a:pt x="8710463" y="5656017"/>
                  <a:pt x="8711076" y="5657037"/>
                  <a:pt x="8711894" y="5657735"/>
                </a:cubicBezTo>
                <a:cubicBezTo>
                  <a:pt x="8712710" y="5658433"/>
                  <a:pt x="8714446" y="5659156"/>
                  <a:pt x="8717100" y="5659903"/>
                </a:cubicBezTo>
                <a:cubicBezTo>
                  <a:pt x="8723256" y="5661722"/>
                  <a:pt x="8726336" y="5665374"/>
                  <a:pt x="8726336" y="5670857"/>
                </a:cubicBezTo>
                <a:cubicBezTo>
                  <a:pt x="8726336" y="5676577"/>
                  <a:pt x="8722775" y="5680583"/>
                  <a:pt x="8715656" y="5682875"/>
                </a:cubicBezTo>
                <a:cubicBezTo>
                  <a:pt x="8708536" y="5685167"/>
                  <a:pt x="8697398" y="5686313"/>
                  <a:pt x="8682244" y="5686313"/>
                </a:cubicBezTo>
                <a:cubicBezTo>
                  <a:pt x="8658790" y="5686313"/>
                  <a:pt x="8647062" y="5681257"/>
                  <a:pt x="8647062" y="5671144"/>
                </a:cubicBezTo>
                <a:cubicBezTo>
                  <a:pt x="8647062" y="5668479"/>
                  <a:pt x="8647656" y="5666491"/>
                  <a:pt x="8648844" y="5665180"/>
                </a:cubicBezTo>
                <a:cubicBezTo>
                  <a:pt x="8650032" y="5663870"/>
                  <a:pt x="8652116" y="5662576"/>
                  <a:pt x="8655098" y="5661298"/>
                </a:cubicBezTo>
                <a:cubicBezTo>
                  <a:pt x="8658220" y="5659884"/>
                  <a:pt x="8660075" y="5657446"/>
                  <a:pt x="8660661" y="5653985"/>
                </a:cubicBezTo>
                <a:cubicBezTo>
                  <a:pt x="8661746" y="5647727"/>
                  <a:pt x="8662288" y="5641126"/>
                  <a:pt x="8662288" y="5634181"/>
                </a:cubicBezTo>
                <a:cubicBezTo>
                  <a:pt x="8662288" y="5631501"/>
                  <a:pt x="8661910" y="5629735"/>
                  <a:pt x="8661153" y="5628886"/>
                </a:cubicBezTo>
                <a:cubicBezTo>
                  <a:pt x="8660397" y="5628036"/>
                  <a:pt x="8658840" y="5627644"/>
                  <a:pt x="8656486" y="5627708"/>
                </a:cubicBezTo>
                <a:cubicBezTo>
                  <a:pt x="8652736" y="5627708"/>
                  <a:pt x="8650133" y="5627436"/>
                  <a:pt x="8648675" y="5626893"/>
                </a:cubicBezTo>
                <a:cubicBezTo>
                  <a:pt x="8647218" y="5626350"/>
                  <a:pt x="8646522" y="5624877"/>
                  <a:pt x="8646589" y="5622475"/>
                </a:cubicBezTo>
                <a:lnTo>
                  <a:pt x="8647349" y="5610501"/>
                </a:lnTo>
                <a:cubicBezTo>
                  <a:pt x="8647513" y="5607973"/>
                  <a:pt x="8648044" y="5606313"/>
                  <a:pt x="8648942" y="5605521"/>
                </a:cubicBezTo>
                <a:cubicBezTo>
                  <a:pt x="8649840" y="5604729"/>
                  <a:pt x="8651771" y="5604257"/>
                  <a:pt x="8654735" y="5604104"/>
                </a:cubicBezTo>
                <a:cubicBezTo>
                  <a:pt x="8655876" y="5604043"/>
                  <a:pt x="8656447" y="5603535"/>
                  <a:pt x="8656447" y="5602580"/>
                </a:cubicBezTo>
                <a:cubicBezTo>
                  <a:pt x="8656447" y="5602054"/>
                  <a:pt x="8655585" y="5600010"/>
                  <a:pt x="8653861" y="5596448"/>
                </a:cubicBezTo>
                <a:cubicBezTo>
                  <a:pt x="8650924" y="5591509"/>
                  <a:pt x="8649456" y="5586212"/>
                  <a:pt x="8649456" y="5580555"/>
                </a:cubicBezTo>
                <a:cubicBezTo>
                  <a:pt x="8649456" y="5572183"/>
                  <a:pt x="8652342" y="5565353"/>
                  <a:pt x="8658110" y="5560065"/>
                </a:cubicBezTo>
                <a:cubicBezTo>
                  <a:pt x="8666339" y="5552505"/>
                  <a:pt x="8678055" y="5548725"/>
                  <a:pt x="8693258" y="5548725"/>
                </a:cubicBezTo>
                <a:close/>
                <a:moveTo>
                  <a:pt x="7540734" y="5548725"/>
                </a:moveTo>
                <a:cubicBezTo>
                  <a:pt x="7553269" y="5548725"/>
                  <a:pt x="7563326" y="5551708"/>
                  <a:pt x="7570902" y="5557675"/>
                </a:cubicBezTo>
                <a:cubicBezTo>
                  <a:pt x="7576990" y="5562502"/>
                  <a:pt x="7580034" y="5568086"/>
                  <a:pt x="7580034" y="5574427"/>
                </a:cubicBezTo>
                <a:cubicBezTo>
                  <a:pt x="7580034" y="5579094"/>
                  <a:pt x="7578472" y="5583045"/>
                  <a:pt x="7575348" y="5586277"/>
                </a:cubicBezTo>
                <a:cubicBezTo>
                  <a:pt x="7572224" y="5589510"/>
                  <a:pt x="7568315" y="5591126"/>
                  <a:pt x="7563620" y="5591126"/>
                </a:cubicBezTo>
                <a:cubicBezTo>
                  <a:pt x="7558552" y="5591126"/>
                  <a:pt x="7553821" y="5589462"/>
                  <a:pt x="7549426" y="5586135"/>
                </a:cubicBezTo>
                <a:cubicBezTo>
                  <a:pt x="7548101" y="5585057"/>
                  <a:pt x="7545350" y="5581998"/>
                  <a:pt x="7541173" y="5576957"/>
                </a:cubicBezTo>
                <a:cubicBezTo>
                  <a:pt x="7539154" y="5575231"/>
                  <a:pt x="7537061" y="5574369"/>
                  <a:pt x="7534892" y="5574369"/>
                </a:cubicBezTo>
                <a:cubicBezTo>
                  <a:pt x="7533699" y="5574369"/>
                  <a:pt x="7532657" y="5574814"/>
                  <a:pt x="7531767" y="5575705"/>
                </a:cubicBezTo>
                <a:cubicBezTo>
                  <a:pt x="7530876" y="5576595"/>
                  <a:pt x="7530431" y="5577702"/>
                  <a:pt x="7530431" y="5579023"/>
                </a:cubicBezTo>
                <a:cubicBezTo>
                  <a:pt x="7530431" y="5583378"/>
                  <a:pt x="7535218" y="5588688"/>
                  <a:pt x="7544794" y="5594954"/>
                </a:cubicBezTo>
                <a:cubicBezTo>
                  <a:pt x="7547194" y="5595888"/>
                  <a:pt x="7549004" y="5596946"/>
                  <a:pt x="7550224" y="5598129"/>
                </a:cubicBezTo>
                <a:cubicBezTo>
                  <a:pt x="7551443" y="5599311"/>
                  <a:pt x="7552493" y="5600886"/>
                  <a:pt x="7553374" y="5602853"/>
                </a:cubicBezTo>
                <a:cubicBezTo>
                  <a:pt x="7553402" y="5602901"/>
                  <a:pt x="7553817" y="5602924"/>
                  <a:pt x="7554618" y="5602924"/>
                </a:cubicBezTo>
                <a:lnTo>
                  <a:pt x="7566492" y="5602924"/>
                </a:lnTo>
                <a:cubicBezTo>
                  <a:pt x="7568894" y="5602924"/>
                  <a:pt x="7570762" y="5603402"/>
                  <a:pt x="7572096" y="5604357"/>
                </a:cubicBezTo>
                <a:cubicBezTo>
                  <a:pt x="7573430" y="5605313"/>
                  <a:pt x="7574020" y="5606888"/>
                  <a:pt x="7573864" y="5609084"/>
                </a:cubicBezTo>
                <a:lnTo>
                  <a:pt x="7573100" y="5620450"/>
                </a:lnTo>
                <a:cubicBezTo>
                  <a:pt x="7572951" y="5623141"/>
                  <a:pt x="7572414" y="5624975"/>
                  <a:pt x="7571488" y="5625954"/>
                </a:cubicBezTo>
                <a:cubicBezTo>
                  <a:pt x="7570561" y="5626932"/>
                  <a:pt x="7568801" y="5627421"/>
                  <a:pt x="7566205" y="5627421"/>
                </a:cubicBezTo>
                <a:cubicBezTo>
                  <a:pt x="7565657" y="5627421"/>
                  <a:pt x="7564514" y="5627354"/>
                  <a:pt x="7562779" y="5627221"/>
                </a:cubicBezTo>
                <a:cubicBezTo>
                  <a:pt x="7561734" y="5627162"/>
                  <a:pt x="7560866" y="5627132"/>
                  <a:pt x="7560173" y="5627132"/>
                </a:cubicBezTo>
                <a:cubicBezTo>
                  <a:pt x="7558321" y="5627132"/>
                  <a:pt x="7557050" y="5627764"/>
                  <a:pt x="7556362" y="5629028"/>
                </a:cubicBezTo>
                <a:cubicBezTo>
                  <a:pt x="7555673" y="5630291"/>
                  <a:pt x="7555329" y="5633222"/>
                  <a:pt x="7555329" y="5637820"/>
                </a:cubicBezTo>
                <a:cubicBezTo>
                  <a:pt x="7555329" y="5644404"/>
                  <a:pt x="7556063" y="5650023"/>
                  <a:pt x="7557531" y="5654675"/>
                </a:cubicBezTo>
                <a:cubicBezTo>
                  <a:pt x="7557938" y="5656017"/>
                  <a:pt x="7558551" y="5657037"/>
                  <a:pt x="7559369" y="5657735"/>
                </a:cubicBezTo>
                <a:cubicBezTo>
                  <a:pt x="7560186" y="5658433"/>
                  <a:pt x="7561922" y="5659156"/>
                  <a:pt x="7564575" y="5659903"/>
                </a:cubicBezTo>
                <a:cubicBezTo>
                  <a:pt x="7570732" y="5661722"/>
                  <a:pt x="7573811" y="5665374"/>
                  <a:pt x="7573811" y="5670857"/>
                </a:cubicBezTo>
                <a:cubicBezTo>
                  <a:pt x="7573811" y="5676577"/>
                  <a:pt x="7570250" y="5680583"/>
                  <a:pt x="7563131" y="5682875"/>
                </a:cubicBezTo>
                <a:cubicBezTo>
                  <a:pt x="7556010" y="5685167"/>
                  <a:pt x="7544873" y="5686313"/>
                  <a:pt x="7529720" y="5686313"/>
                </a:cubicBezTo>
                <a:cubicBezTo>
                  <a:pt x="7506265" y="5686313"/>
                  <a:pt x="7494538" y="5681257"/>
                  <a:pt x="7494538" y="5671144"/>
                </a:cubicBezTo>
                <a:cubicBezTo>
                  <a:pt x="7494538" y="5668479"/>
                  <a:pt x="7495132" y="5666491"/>
                  <a:pt x="7496319" y="5665180"/>
                </a:cubicBezTo>
                <a:cubicBezTo>
                  <a:pt x="7497507" y="5663870"/>
                  <a:pt x="7499592" y="5662576"/>
                  <a:pt x="7502574" y="5661298"/>
                </a:cubicBezTo>
                <a:cubicBezTo>
                  <a:pt x="7505696" y="5659884"/>
                  <a:pt x="7507551" y="5657446"/>
                  <a:pt x="7508137" y="5653985"/>
                </a:cubicBezTo>
                <a:cubicBezTo>
                  <a:pt x="7509221" y="5647727"/>
                  <a:pt x="7509763" y="5641126"/>
                  <a:pt x="7509763" y="5634181"/>
                </a:cubicBezTo>
                <a:cubicBezTo>
                  <a:pt x="7509763" y="5631501"/>
                  <a:pt x="7509385" y="5629735"/>
                  <a:pt x="7508629" y="5628886"/>
                </a:cubicBezTo>
                <a:cubicBezTo>
                  <a:pt x="7507872" y="5628036"/>
                  <a:pt x="7506317" y="5627644"/>
                  <a:pt x="7503961" y="5627708"/>
                </a:cubicBezTo>
                <a:cubicBezTo>
                  <a:pt x="7500212" y="5627708"/>
                  <a:pt x="7497608" y="5627436"/>
                  <a:pt x="7496151" y="5626893"/>
                </a:cubicBezTo>
                <a:cubicBezTo>
                  <a:pt x="7494693" y="5626350"/>
                  <a:pt x="7493998" y="5624877"/>
                  <a:pt x="7494064" y="5622475"/>
                </a:cubicBezTo>
                <a:lnTo>
                  <a:pt x="7494825" y="5610501"/>
                </a:lnTo>
                <a:cubicBezTo>
                  <a:pt x="7494988" y="5607973"/>
                  <a:pt x="7495519" y="5606313"/>
                  <a:pt x="7496417" y="5605521"/>
                </a:cubicBezTo>
                <a:cubicBezTo>
                  <a:pt x="7497315" y="5604729"/>
                  <a:pt x="7499246" y="5604257"/>
                  <a:pt x="7502211" y="5604104"/>
                </a:cubicBezTo>
                <a:cubicBezTo>
                  <a:pt x="7503352" y="5604043"/>
                  <a:pt x="7503923" y="5603535"/>
                  <a:pt x="7503923" y="5602580"/>
                </a:cubicBezTo>
                <a:cubicBezTo>
                  <a:pt x="7503923" y="5602054"/>
                  <a:pt x="7503061" y="5600010"/>
                  <a:pt x="7501337" y="5596448"/>
                </a:cubicBezTo>
                <a:cubicBezTo>
                  <a:pt x="7498400" y="5591509"/>
                  <a:pt x="7496932" y="5586212"/>
                  <a:pt x="7496932" y="5580555"/>
                </a:cubicBezTo>
                <a:cubicBezTo>
                  <a:pt x="7496932" y="5572183"/>
                  <a:pt x="7499817" y="5565353"/>
                  <a:pt x="7505586" y="5560065"/>
                </a:cubicBezTo>
                <a:cubicBezTo>
                  <a:pt x="7513815" y="5552505"/>
                  <a:pt x="7525530" y="5548725"/>
                  <a:pt x="7540734" y="5548725"/>
                </a:cubicBezTo>
                <a:close/>
                <a:moveTo>
                  <a:pt x="1352126" y="5547096"/>
                </a:moveTo>
                <a:cubicBezTo>
                  <a:pt x="1368973" y="5547096"/>
                  <a:pt x="1383989" y="5552485"/>
                  <a:pt x="1397174" y="5563263"/>
                </a:cubicBezTo>
                <a:cubicBezTo>
                  <a:pt x="1405200" y="5568806"/>
                  <a:pt x="1411860" y="5576839"/>
                  <a:pt x="1417155" y="5587362"/>
                </a:cubicBezTo>
                <a:cubicBezTo>
                  <a:pt x="1422347" y="5597880"/>
                  <a:pt x="1424944" y="5608380"/>
                  <a:pt x="1424944" y="5618860"/>
                </a:cubicBezTo>
                <a:cubicBezTo>
                  <a:pt x="1424944" y="5634398"/>
                  <a:pt x="1419804" y="5648296"/>
                  <a:pt x="1409525" y="5660552"/>
                </a:cubicBezTo>
                <a:cubicBezTo>
                  <a:pt x="1400893" y="5670884"/>
                  <a:pt x="1389561" y="5678324"/>
                  <a:pt x="1375527" y="5682871"/>
                </a:cubicBezTo>
                <a:cubicBezTo>
                  <a:pt x="1366973" y="5685612"/>
                  <a:pt x="1358374" y="5686983"/>
                  <a:pt x="1349731" y="5686983"/>
                </a:cubicBezTo>
                <a:cubicBezTo>
                  <a:pt x="1338361" y="5686983"/>
                  <a:pt x="1327521" y="5684634"/>
                  <a:pt x="1317211" y="5679936"/>
                </a:cubicBezTo>
                <a:cubicBezTo>
                  <a:pt x="1304661" y="5674219"/>
                  <a:pt x="1294832" y="5665570"/>
                  <a:pt x="1287725" y="5653988"/>
                </a:cubicBezTo>
                <a:cubicBezTo>
                  <a:pt x="1280838" y="5642839"/>
                  <a:pt x="1277394" y="5630523"/>
                  <a:pt x="1277394" y="5617041"/>
                </a:cubicBezTo>
                <a:cubicBezTo>
                  <a:pt x="1277394" y="5601402"/>
                  <a:pt x="1281826" y="5587609"/>
                  <a:pt x="1290688" y="5575661"/>
                </a:cubicBezTo>
                <a:cubicBezTo>
                  <a:pt x="1298561" y="5565033"/>
                  <a:pt x="1309166" y="5557222"/>
                  <a:pt x="1322505" y="5552228"/>
                </a:cubicBezTo>
                <a:cubicBezTo>
                  <a:pt x="1331453" y="5548807"/>
                  <a:pt x="1341327" y="5547096"/>
                  <a:pt x="1352126" y="5547096"/>
                </a:cubicBezTo>
                <a:close/>
                <a:moveTo>
                  <a:pt x="6231734" y="5443164"/>
                </a:moveTo>
                <a:cubicBezTo>
                  <a:pt x="6231505" y="5443164"/>
                  <a:pt x="6231391" y="5443439"/>
                  <a:pt x="6231391" y="5443988"/>
                </a:cubicBezTo>
                <a:cubicBezTo>
                  <a:pt x="6231391" y="5447037"/>
                  <a:pt x="6233177" y="5449580"/>
                  <a:pt x="6236749" y="5451618"/>
                </a:cubicBezTo>
                <a:cubicBezTo>
                  <a:pt x="6240322" y="5453656"/>
                  <a:pt x="6245194" y="5454675"/>
                  <a:pt x="6251365" y="5454675"/>
                </a:cubicBezTo>
                <a:cubicBezTo>
                  <a:pt x="6257356" y="5454675"/>
                  <a:pt x="6261863" y="5453966"/>
                  <a:pt x="6264889" y="5452549"/>
                </a:cubicBezTo>
                <a:cubicBezTo>
                  <a:pt x="6267914" y="5451132"/>
                  <a:pt x="6269426" y="5449332"/>
                  <a:pt x="6269426" y="5447148"/>
                </a:cubicBezTo>
                <a:cubicBezTo>
                  <a:pt x="6269426" y="5446180"/>
                  <a:pt x="6268959" y="5445306"/>
                  <a:pt x="6268022" y="5444526"/>
                </a:cubicBezTo>
                <a:cubicBezTo>
                  <a:pt x="6267086" y="5443746"/>
                  <a:pt x="6265875" y="5443356"/>
                  <a:pt x="6264389" y="5443356"/>
                </a:cubicBezTo>
                <a:cubicBezTo>
                  <a:pt x="6263538" y="5443356"/>
                  <a:pt x="6262288" y="5443466"/>
                  <a:pt x="6260639" y="5443686"/>
                </a:cubicBezTo>
                <a:cubicBezTo>
                  <a:pt x="6256842" y="5444295"/>
                  <a:pt x="6252634" y="5444600"/>
                  <a:pt x="6248014" y="5444600"/>
                </a:cubicBezTo>
                <a:cubicBezTo>
                  <a:pt x="6244615" y="5444600"/>
                  <a:pt x="6241375" y="5444436"/>
                  <a:pt x="6238293" y="5444108"/>
                </a:cubicBezTo>
                <a:cubicBezTo>
                  <a:pt x="6236014" y="5443913"/>
                  <a:pt x="6234165" y="5443652"/>
                  <a:pt x="6232743" y="5443326"/>
                </a:cubicBezTo>
                <a:cubicBezTo>
                  <a:pt x="6232228" y="5443218"/>
                  <a:pt x="6231892" y="5443164"/>
                  <a:pt x="6231734" y="5443164"/>
                </a:cubicBezTo>
                <a:close/>
                <a:moveTo>
                  <a:pt x="1269210" y="5443164"/>
                </a:moveTo>
                <a:cubicBezTo>
                  <a:pt x="1268981" y="5443164"/>
                  <a:pt x="1268867" y="5443439"/>
                  <a:pt x="1268867" y="5443988"/>
                </a:cubicBezTo>
                <a:cubicBezTo>
                  <a:pt x="1268867" y="5447037"/>
                  <a:pt x="1270653" y="5449580"/>
                  <a:pt x="1274226" y="5451618"/>
                </a:cubicBezTo>
                <a:cubicBezTo>
                  <a:pt x="1277798" y="5453656"/>
                  <a:pt x="1282670" y="5454675"/>
                  <a:pt x="1288842" y="5454675"/>
                </a:cubicBezTo>
                <a:cubicBezTo>
                  <a:pt x="1294832" y="5454675"/>
                  <a:pt x="1299340" y="5453966"/>
                  <a:pt x="1302365" y="5452549"/>
                </a:cubicBezTo>
                <a:cubicBezTo>
                  <a:pt x="1305390" y="5451132"/>
                  <a:pt x="1306903" y="5449332"/>
                  <a:pt x="1306903" y="5447148"/>
                </a:cubicBezTo>
                <a:cubicBezTo>
                  <a:pt x="1306903" y="5446180"/>
                  <a:pt x="1306435" y="5445306"/>
                  <a:pt x="1305499" y="5444526"/>
                </a:cubicBezTo>
                <a:cubicBezTo>
                  <a:pt x="1304563" y="5443746"/>
                  <a:pt x="1303351" y="5443356"/>
                  <a:pt x="1301865" y="5443356"/>
                </a:cubicBezTo>
                <a:cubicBezTo>
                  <a:pt x="1301015" y="5443356"/>
                  <a:pt x="1299765" y="5443466"/>
                  <a:pt x="1298115" y="5443686"/>
                </a:cubicBezTo>
                <a:cubicBezTo>
                  <a:pt x="1294319" y="5444295"/>
                  <a:pt x="1290110" y="5444600"/>
                  <a:pt x="1285490" y="5444600"/>
                </a:cubicBezTo>
                <a:cubicBezTo>
                  <a:pt x="1282091" y="5444600"/>
                  <a:pt x="1278851" y="5444436"/>
                  <a:pt x="1275769" y="5444108"/>
                </a:cubicBezTo>
                <a:cubicBezTo>
                  <a:pt x="1273490" y="5443913"/>
                  <a:pt x="1271640" y="5443652"/>
                  <a:pt x="1270219" y="5443326"/>
                </a:cubicBezTo>
                <a:cubicBezTo>
                  <a:pt x="1269704" y="5443218"/>
                  <a:pt x="1269368" y="5443164"/>
                  <a:pt x="1269210" y="5443164"/>
                </a:cubicBezTo>
                <a:close/>
                <a:moveTo>
                  <a:pt x="10299107" y="5396719"/>
                </a:moveTo>
                <a:cubicBezTo>
                  <a:pt x="10296981" y="5396719"/>
                  <a:pt x="10295068" y="5397661"/>
                  <a:pt x="10293367" y="5399544"/>
                </a:cubicBezTo>
                <a:cubicBezTo>
                  <a:pt x="10291667" y="5401427"/>
                  <a:pt x="10290816" y="5403729"/>
                  <a:pt x="10290816" y="5406450"/>
                </a:cubicBezTo>
                <a:cubicBezTo>
                  <a:pt x="10290816" y="5409104"/>
                  <a:pt x="10291377" y="5411150"/>
                  <a:pt x="10292496" y="5412587"/>
                </a:cubicBezTo>
                <a:cubicBezTo>
                  <a:pt x="10293616" y="5414024"/>
                  <a:pt x="10295054" y="5414742"/>
                  <a:pt x="10296809" y="5414742"/>
                </a:cubicBezTo>
                <a:cubicBezTo>
                  <a:pt x="10300614" y="5414742"/>
                  <a:pt x="10302517" y="5411084"/>
                  <a:pt x="10302517" y="5403768"/>
                </a:cubicBezTo>
                <a:cubicBezTo>
                  <a:pt x="10302517" y="5400646"/>
                  <a:pt x="10302284" y="5398701"/>
                  <a:pt x="10301820" y="5397933"/>
                </a:cubicBezTo>
                <a:cubicBezTo>
                  <a:pt x="10301356" y="5397166"/>
                  <a:pt x="10300452" y="5396761"/>
                  <a:pt x="10299107" y="5396719"/>
                </a:cubicBezTo>
                <a:close/>
                <a:moveTo>
                  <a:pt x="8222658" y="5396719"/>
                </a:moveTo>
                <a:cubicBezTo>
                  <a:pt x="8220531" y="5396719"/>
                  <a:pt x="8218618" y="5397661"/>
                  <a:pt x="8216917" y="5399544"/>
                </a:cubicBezTo>
                <a:cubicBezTo>
                  <a:pt x="8215216" y="5401427"/>
                  <a:pt x="8214366" y="5403729"/>
                  <a:pt x="8214366" y="5406450"/>
                </a:cubicBezTo>
                <a:cubicBezTo>
                  <a:pt x="8214366" y="5409104"/>
                  <a:pt x="8214926" y="5411150"/>
                  <a:pt x="8216046" y="5412587"/>
                </a:cubicBezTo>
                <a:cubicBezTo>
                  <a:pt x="8217167" y="5414024"/>
                  <a:pt x="8218604" y="5414742"/>
                  <a:pt x="8220359" y="5414742"/>
                </a:cubicBezTo>
                <a:cubicBezTo>
                  <a:pt x="8224165" y="5414742"/>
                  <a:pt x="8226067" y="5411084"/>
                  <a:pt x="8226067" y="5403768"/>
                </a:cubicBezTo>
                <a:cubicBezTo>
                  <a:pt x="8226067" y="5400646"/>
                  <a:pt x="8225835" y="5398701"/>
                  <a:pt x="8225370" y="5397933"/>
                </a:cubicBezTo>
                <a:cubicBezTo>
                  <a:pt x="8224905" y="5397166"/>
                  <a:pt x="8224001" y="5396761"/>
                  <a:pt x="8222658" y="5396719"/>
                </a:cubicBezTo>
                <a:close/>
                <a:moveTo>
                  <a:pt x="7994058" y="5396719"/>
                </a:moveTo>
                <a:cubicBezTo>
                  <a:pt x="7991931" y="5396719"/>
                  <a:pt x="7990017" y="5397661"/>
                  <a:pt x="7988317" y="5399544"/>
                </a:cubicBezTo>
                <a:cubicBezTo>
                  <a:pt x="7986616" y="5401427"/>
                  <a:pt x="7985766" y="5403729"/>
                  <a:pt x="7985766" y="5406450"/>
                </a:cubicBezTo>
                <a:cubicBezTo>
                  <a:pt x="7985766" y="5409104"/>
                  <a:pt x="7986327" y="5411150"/>
                  <a:pt x="7987446" y="5412587"/>
                </a:cubicBezTo>
                <a:cubicBezTo>
                  <a:pt x="7988567" y="5414024"/>
                  <a:pt x="7990004" y="5414742"/>
                  <a:pt x="7991759" y="5414742"/>
                </a:cubicBezTo>
                <a:cubicBezTo>
                  <a:pt x="7995564" y="5414742"/>
                  <a:pt x="7997467" y="5411084"/>
                  <a:pt x="7997467" y="5403768"/>
                </a:cubicBezTo>
                <a:cubicBezTo>
                  <a:pt x="7997467" y="5400646"/>
                  <a:pt x="7997234" y="5398701"/>
                  <a:pt x="7996770" y="5397933"/>
                </a:cubicBezTo>
                <a:cubicBezTo>
                  <a:pt x="7996305" y="5397166"/>
                  <a:pt x="7995401" y="5396761"/>
                  <a:pt x="7994058" y="5396719"/>
                </a:cubicBezTo>
                <a:close/>
                <a:moveTo>
                  <a:pt x="7489232" y="5396719"/>
                </a:moveTo>
                <a:cubicBezTo>
                  <a:pt x="7487106" y="5396719"/>
                  <a:pt x="7485193" y="5397661"/>
                  <a:pt x="7483492" y="5399544"/>
                </a:cubicBezTo>
                <a:cubicBezTo>
                  <a:pt x="7481792" y="5401427"/>
                  <a:pt x="7480941" y="5403729"/>
                  <a:pt x="7480941" y="5406450"/>
                </a:cubicBezTo>
                <a:cubicBezTo>
                  <a:pt x="7480941" y="5409104"/>
                  <a:pt x="7481501" y="5411150"/>
                  <a:pt x="7482621" y="5412587"/>
                </a:cubicBezTo>
                <a:cubicBezTo>
                  <a:pt x="7483741" y="5414024"/>
                  <a:pt x="7485179" y="5414742"/>
                  <a:pt x="7486934" y="5414742"/>
                </a:cubicBezTo>
                <a:cubicBezTo>
                  <a:pt x="7490739" y="5414742"/>
                  <a:pt x="7492641" y="5411084"/>
                  <a:pt x="7492641" y="5403768"/>
                </a:cubicBezTo>
                <a:cubicBezTo>
                  <a:pt x="7492641" y="5400646"/>
                  <a:pt x="7492409" y="5398701"/>
                  <a:pt x="7491945" y="5397933"/>
                </a:cubicBezTo>
                <a:cubicBezTo>
                  <a:pt x="7491481" y="5397166"/>
                  <a:pt x="7490577" y="5396761"/>
                  <a:pt x="7489232" y="5396719"/>
                </a:cubicBezTo>
                <a:close/>
                <a:moveTo>
                  <a:pt x="6470057" y="5396719"/>
                </a:moveTo>
                <a:cubicBezTo>
                  <a:pt x="6467931" y="5396719"/>
                  <a:pt x="6466018" y="5397661"/>
                  <a:pt x="6464317" y="5399544"/>
                </a:cubicBezTo>
                <a:cubicBezTo>
                  <a:pt x="6462616" y="5401427"/>
                  <a:pt x="6461766" y="5403729"/>
                  <a:pt x="6461766" y="5406450"/>
                </a:cubicBezTo>
                <a:cubicBezTo>
                  <a:pt x="6461766" y="5409104"/>
                  <a:pt x="6462326" y="5411150"/>
                  <a:pt x="6463446" y="5412587"/>
                </a:cubicBezTo>
                <a:cubicBezTo>
                  <a:pt x="6464566" y="5414024"/>
                  <a:pt x="6466004" y="5414742"/>
                  <a:pt x="6467759" y="5414742"/>
                </a:cubicBezTo>
                <a:cubicBezTo>
                  <a:pt x="6471564" y="5414742"/>
                  <a:pt x="6473467" y="5411084"/>
                  <a:pt x="6473467" y="5403768"/>
                </a:cubicBezTo>
                <a:cubicBezTo>
                  <a:pt x="6473467" y="5400646"/>
                  <a:pt x="6473234" y="5398701"/>
                  <a:pt x="6472770" y="5397933"/>
                </a:cubicBezTo>
                <a:cubicBezTo>
                  <a:pt x="6472306" y="5397166"/>
                  <a:pt x="6471401" y="5396761"/>
                  <a:pt x="6470057" y="5396719"/>
                </a:cubicBezTo>
                <a:close/>
                <a:moveTo>
                  <a:pt x="4669833" y="5396719"/>
                </a:moveTo>
                <a:cubicBezTo>
                  <a:pt x="4667706" y="5396719"/>
                  <a:pt x="4665793" y="5397661"/>
                  <a:pt x="4664092" y="5399544"/>
                </a:cubicBezTo>
                <a:cubicBezTo>
                  <a:pt x="4662392" y="5401427"/>
                  <a:pt x="4661542" y="5403729"/>
                  <a:pt x="4661542" y="5406450"/>
                </a:cubicBezTo>
                <a:cubicBezTo>
                  <a:pt x="4661542" y="5409104"/>
                  <a:pt x="4662102" y="5411150"/>
                  <a:pt x="4663223" y="5412587"/>
                </a:cubicBezTo>
                <a:cubicBezTo>
                  <a:pt x="4664342" y="5414024"/>
                  <a:pt x="4665779" y="5414742"/>
                  <a:pt x="4667534" y="5414742"/>
                </a:cubicBezTo>
                <a:cubicBezTo>
                  <a:pt x="4671340" y="5414742"/>
                  <a:pt x="4673242" y="5411084"/>
                  <a:pt x="4673242" y="5403768"/>
                </a:cubicBezTo>
                <a:cubicBezTo>
                  <a:pt x="4673242" y="5400646"/>
                  <a:pt x="4673010" y="5398701"/>
                  <a:pt x="4672545" y="5397933"/>
                </a:cubicBezTo>
                <a:cubicBezTo>
                  <a:pt x="4672081" y="5397166"/>
                  <a:pt x="4671177" y="5396761"/>
                  <a:pt x="4669833" y="5396719"/>
                </a:cubicBezTo>
                <a:close/>
                <a:moveTo>
                  <a:pt x="4031658" y="5396719"/>
                </a:moveTo>
                <a:cubicBezTo>
                  <a:pt x="4029533" y="5396719"/>
                  <a:pt x="4027619" y="5397661"/>
                  <a:pt x="4025919" y="5399544"/>
                </a:cubicBezTo>
                <a:cubicBezTo>
                  <a:pt x="4024218" y="5401427"/>
                  <a:pt x="4023368" y="5403729"/>
                  <a:pt x="4023368" y="5406450"/>
                </a:cubicBezTo>
                <a:cubicBezTo>
                  <a:pt x="4023368" y="5409104"/>
                  <a:pt x="4023928" y="5411150"/>
                  <a:pt x="4025048" y="5412587"/>
                </a:cubicBezTo>
                <a:cubicBezTo>
                  <a:pt x="4026168" y="5414024"/>
                  <a:pt x="4027605" y="5414742"/>
                  <a:pt x="4029360" y="5414742"/>
                </a:cubicBezTo>
                <a:cubicBezTo>
                  <a:pt x="4033165" y="5414742"/>
                  <a:pt x="4035068" y="5411084"/>
                  <a:pt x="4035068" y="5403768"/>
                </a:cubicBezTo>
                <a:cubicBezTo>
                  <a:pt x="4035068" y="5400646"/>
                  <a:pt x="4034836" y="5398701"/>
                  <a:pt x="4034372" y="5397933"/>
                </a:cubicBezTo>
                <a:cubicBezTo>
                  <a:pt x="4033907" y="5397166"/>
                  <a:pt x="4033003" y="5396761"/>
                  <a:pt x="4031658" y="5396719"/>
                </a:cubicBezTo>
                <a:close/>
                <a:moveTo>
                  <a:pt x="3526834" y="5396719"/>
                </a:moveTo>
                <a:cubicBezTo>
                  <a:pt x="3524707" y="5396719"/>
                  <a:pt x="3522795" y="5397661"/>
                  <a:pt x="3521093" y="5399544"/>
                </a:cubicBezTo>
                <a:cubicBezTo>
                  <a:pt x="3519393" y="5401427"/>
                  <a:pt x="3518543" y="5403729"/>
                  <a:pt x="3518543" y="5406450"/>
                </a:cubicBezTo>
                <a:cubicBezTo>
                  <a:pt x="3518543" y="5409104"/>
                  <a:pt x="3519103" y="5411150"/>
                  <a:pt x="3520223" y="5412587"/>
                </a:cubicBezTo>
                <a:cubicBezTo>
                  <a:pt x="3521343" y="5414024"/>
                  <a:pt x="3522781" y="5414742"/>
                  <a:pt x="3524535" y="5414742"/>
                </a:cubicBezTo>
                <a:cubicBezTo>
                  <a:pt x="3528341" y="5414742"/>
                  <a:pt x="3530243" y="5411084"/>
                  <a:pt x="3530243" y="5403768"/>
                </a:cubicBezTo>
                <a:cubicBezTo>
                  <a:pt x="3530243" y="5400646"/>
                  <a:pt x="3530011" y="5398701"/>
                  <a:pt x="3529546" y="5397933"/>
                </a:cubicBezTo>
                <a:cubicBezTo>
                  <a:pt x="3529082" y="5397166"/>
                  <a:pt x="3528177" y="5396761"/>
                  <a:pt x="3526834" y="5396719"/>
                </a:cubicBezTo>
                <a:close/>
                <a:moveTo>
                  <a:pt x="6341341" y="5388982"/>
                </a:moveTo>
                <a:cubicBezTo>
                  <a:pt x="6344777" y="5388982"/>
                  <a:pt x="6348164" y="5389799"/>
                  <a:pt x="6351502" y="5391434"/>
                </a:cubicBezTo>
                <a:cubicBezTo>
                  <a:pt x="6354840" y="5393068"/>
                  <a:pt x="6357627" y="5395283"/>
                  <a:pt x="6359862" y="5398078"/>
                </a:cubicBezTo>
                <a:cubicBezTo>
                  <a:pt x="6365034" y="5404543"/>
                  <a:pt x="6367620" y="5412601"/>
                  <a:pt x="6367620" y="5422251"/>
                </a:cubicBezTo>
                <a:cubicBezTo>
                  <a:pt x="6367620" y="5427528"/>
                  <a:pt x="6366653" y="5433431"/>
                  <a:pt x="6364717" y="5439960"/>
                </a:cubicBezTo>
                <a:cubicBezTo>
                  <a:pt x="6362782" y="5446489"/>
                  <a:pt x="6360334" y="5451426"/>
                  <a:pt x="6357374" y="5454771"/>
                </a:cubicBezTo>
                <a:cubicBezTo>
                  <a:pt x="6351740" y="5465803"/>
                  <a:pt x="6345790" y="5471318"/>
                  <a:pt x="6339522" y="5471318"/>
                </a:cubicBezTo>
                <a:cubicBezTo>
                  <a:pt x="6336627" y="5471318"/>
                  <a:pt x="6333997" y="5470427"/>
                  <a:pt x="6331634" y="5468645"/>
                </a:cubicBezTo>
                <a:cubicBezTo>
                  <a:pt x="6329271" y="5466862"/>
                  <a:pt x="6328089" y="5464676"/>
                  <a:pt x="6328089" y="5462087"/>
                </a:cubicBezTo>
                <a:cubicBezTo>
                  <a:pt x="6328089" y="5460688"/>
                  <a:pt x="6329302" y="5458133"/>
                  <a:pt x="6331727" y="5454420"/>
                </a:cubicBezTo>
                <a:cubicBezTo>
                  <a:pt x="6333311" y="5451764"/>
                  <a:pt x="6334633" y="5449073"/>
                  <a:pt x="6335693" y="5446346"/>
                </a:cubicBezTo>
                <a:cubicBezTo>
                  <a:pt x="6336752" y="5443620"/>
                  <a:pt x="6337282" y="5441653"/>
                  <a:pt x="6337282" y="5440444"/>
                </a:cubicBezTo>
                <a:cubicBezTo>
                  <a:pt x="6337282" y="5439048"/>
                  <a:pt x="6336614" y="5438094"/>
                  <a:pt x="6335277" y="5437583"/>
                </a:cubicBezTo>
                <a:cubicBezTo>
                  <a:pt x="6330777" y="5435904"/>
                  <a:pt x="6327551" y="5434229"/>
                  <a:pt x="6325600" y="5432556"/>
                </a:cubicBezTo>
                <a:cubicBezTo>
                  <a:pt x="6319790" y="5427576"/>
                  <a:pt x="6316884" y="5421172"/>
                  <a:pt x="6316884" y="5413344"/>
                </a:cubicBezTo>
                <a:cubicBezTo>
                  <a:pt x="6316884" y="5407076"/>
                  <a:pt x="6318931" y="5401723"/>
                  <a:pt x="6323022" y="5397284"/>
                </a:cubicBezTo>
                <a:cubicBezTo>
                  <a:pt x="6328073" y="5391750"/>
                  <a:pt x="6334179" y="5388982"/>
                  <a:pt x="6341341" y="5388982"/>
                </a:cubicBezTo>
                <a:close/>
                <a:moveTo>
                  <a:pt x="4293467" y="5388982"/>
                </a:moveTo>
                <a:cubicBezTo>
                  <a:pt x="4296902" y="5388982"/>
                  <a:pt x="4300289" y="5389799"/>
                  <a:pt x="4303627" y="5391434"/>
                </a:cubicBezTo>
                <a:cubicBezTo>
                  <a:pt x="4306965" y="5393068"/>
                  <a:pt x="4309752" y="5395283"/>
                  <a:pt x="4311987" y="5398078"/>
                </a:cubicBezTo>
                <a:cubicBezTo>
                  <a:pt x="4317160" y="5404543"/>
                  <a:pt x="4319746" y="5412601"/>
                  <a:pt x="4319746" y="5422251"/>
                </a:cubicBezTo>
                <a:cubicBezTo>
                  <a:pt x="4319746" y="5427528"/>
                  <a:pt x="4318778" y="5433431"/>
                  <a:pt x="4316842" y="5439960"/>
                </a:cubicBezTo>
                <a:cubicBezTo>
                  <a:pt x="4314907" y="5446489"/>
                  <a:pt x="4312459" y="5451426"/>
                  <a:pt x="4309500" y="5454771"/>
                </a:cubicBezTo>
                <a:cubicBezTo>
                  <a:pt x="4303866" y="5465803"/>
                  <a:pt x="4297915" y="5471318"/>
                  <a:pt x="4291648" y="5471318"/>
                </a:cubicBezTo>
                <a:cubicBezTo>
                  <a:pt x="4288753" y="5471318"/>
                  <a:pt x="4286123" y="5470427"/>
                  <a:pt x="4283760" y="5468645"/>
                </a:cubicBezTo>
                <a:cubicBezTo>
                  <a:pt x="4281396" y="5466862"/>
                  <a:pt x="4280214" y="5464676"/>
                  <a:pt x="4280214" y="5462087"/>
                </a:cubicBezTo>
                <a:cubicBezTo>
                  <a:pt x="4280214" y="5460688"/>
                  <a:pt x="4281428" y="5458133"/>
                  <a:pt x="4283853" y="5454420"/>
                </a:cubicBezTo>
                <a:cubicBezTo>
                  <a:pt x="4285437" y="5451764"/>
                  <a:pt x="4286759" y="5449073"/>
                  <a:pt x="4287818" y="5446346"/>
                </a:cubicBezTo>
                <a:cubicBezTo>
                  <a:pt x="4288878" y="5443620"/>
                  <a:pt x="4289408" y="5441653"/>
                  <a:pt x="4289408" y="5440444"/>
                </a:cubicBezTo>
                <a:cubicBezTo>
                  <a:pt x="4289408" y="5439048"/>
                  <a:pt x="4288739" y="5438094"/>
                  <a:pt x="4287402" y="5437583"/>
                </a:cubicBezTo>
                <a:cubicBezTo>
                  <a:pt x="4282902" y="5435904"/>
                  <a:pt x="4279677" y="5434229"/>
                  <a:pt x="4277726" y="5432556"/>
                </a:cubicBezTo>
                <a:cubicBezTo>
                  <a:pt x="4271915" y="5427576"/>
                  <a:pt x="4269010" y="5421172"/>
                  <a:pt x="4269010" y="5413344"/>
                </a:cubicBezTo>
                <a:cubicBezTo>
                  <a:pt x="4269010" y="5407076"/>
                  <a:pt x="4271056" y="5401723"/>
                  <a:pt x="4275148" y="5397284"/>
                </a:cubicBezTo>
                <a:cubicBezTo>
                  <a:pt x="4280198" y="5391750"/>
                  <a:pt x="4286305" y="5388982"/>
                  <a:pt x="4293467" y="5388982"/>
                </a:cubicBezTo>
                <a:close/>
                <a:moveTo>
                  <a:pt x="4434265" y="5370195"/>
                </a:moveTo>
                <a:cubicBezTo>
                  <a:pt x="4431620" y="5370195"/>
                  <a:pt x="4429804" y="5370956"/>
                  <a:pt x="4428817" y="5372478"/>
                </a:cubicBezTo>
                <a:cubicBezTo>
                  <a:pt x="4427676" y="5374157"/>
                  <a:pt x="4427106" y="5377565"/>
                  <a:pt x="4427106" y="5382701"/>
                </a:cubicBezTo>
                <a:cubicBezTo>
                  <a:pt x="4427106" y="5397678"/>
                  <a:pt x="4427560" y="5407494"/>
                  <a:pt x="4428469" y="5412151"/>
                </a:cubicBezTo>
                <a:cubicBezTo>
                  <a:pt x="4429235" y="5416305"/>
                  <a:pt x="4431322" y="5418382"/>
                  <a:pt x="4434727" y="5418382"/>
                </a:cubicBezTo>
                <a:cubicBezTo>
                  <a:pt x="4438655" y="5418382"/>
                  <a:pt x="4441690" y="5416635"/>
                  <a:pt x="4443831" y="5413141"/>
                </a:cubicBezTo>
                <a:cubicBezTo>
                  <a:pt x="4445973" y="5409648"/>
                  <a:pt x="4447043" y="5404321"/>
                  <a:pt x="4447043" y="5397160"/>
                </a:cubicBezTo>
                <a:cubicBezTo>
                  <a:pt x="4447043" y="5386511"/>
                  <a:pt x="4445142" y="5378815"/>
                  <a:pt x="4441341" y="5374074"/>
                </a:cubicBezTo>
                <a:cubicBezTo>
                  <a:pt x="4439337" y="5371592"/>
                  <a:pt x="4436979" y="5370299"/>
                  <a:pt x="4434265" y="5370195"/>
                </a:cubicBezTo>
                <a:close/>
                <a:moveTo>
                  <a:pt x="10095641" y="5369046"/>
                </a:moveTo>
                <a:cubicBezTo>
                  <a:pt x="10092378" y="5369046"/>
                  <a:pt x="10090590" y="5371490"/>
                  <a:pt x="10090277" y="5376378"/>
                </a:cubicBezTo>
                <a:lnTo>
                  <a:pt x="10088849" y="5402549"/>
                </a:lnTo>
                <a:cubicBezTo>
                  <a:pt x="10088807" y="5403276"/>
                  <a:pt x="10088785" y="5404289"/>
                  <a:pt x="10088785" y="5405587"/>
                </a:cubicBezTo>
                <a:cubicBezTo>
                  <a:pt x="10088785" y="5406929"/>
                  <a:pt x="10089411" y="5408041"/>
                  <a:pt x="10090663" y="5408921"/>
                </a:cubicBezTo>
                <a:cubicBezTo>
                  <a:pt x="10091914" y="5409802"/>
                  <a:pt x="10093765" y="5410242"/>
                  <a:pt x="10096216" y="5410242"/>
                </a:cubicBezTo>
                <a:cubicBezTo>
                  <a:pt x="10103723" y="5410242"/>
                  <a:pt x="10107477" y="5403647"/>
                  <a:pt x="10107477" y="5390458"/>
                </a:cubicBezTo>
                <a:cubicBezTo>
                  <a:pt x="10107477" y="5381630"/>
                  <a:pt x="10105804" y="5375480"/>
                  <a:pt x="10102458" y="5372008"/>
                </a:cubicBezTo>
                <a:cubicBezTo>
                  <a:pt x="10100546" y="5370033"/>
                  <a:pt x="10098274" y="5369046"/>
                  <a:pt x="10095641" y="5369046"/>
                </a:cubicBezTo>
                <a:close/>
                <a:moveTo>
                  <a:pt x="9105041" y="5369046"/>
                </a:moveTo>
                <a:cubicBezTo>
                  <a:pt x="9101778" y="5369046"/>
                  <a:pt x="9099990" y="5371490"/>
                  <a:pt x="9099677" y="5376378"/>
                </a:cubicBezTo>
                <a:lnTo>
                  <a:pt x="9098249" y="5402549"/>
                </a:lnTo>
                <a:cubicBezTo>
                  <a:pt x="9098207" y="5403276"/>
                  <a:pt x="9098185" y="5404289"/>
                  <a:pt x="9098185" y="5405587"/>
                </a:cubicBezTo>
                <a:cubicBezTo>
                  <a:pt x="9098185" y="5406929"/>
                  <a:pt x="9098811" y="5408041"/>
                  <a:pt x="9100063" y="5408921"/>
                </a:cubicBezTo>
                <a:cubicBezTo>
                  <a:pt x="9101314" y="5409802"/>
                  <a:pt x="9103165" y="5410242"/>
                  <a:pt x="9105616" y="5410242"/>
                </a:cubicBezTo>
                <a:cubicBezTo>
                  <a:pt x="9113123" y="5410242"/>
                  <a:pt x="9116877" y="5403647"/>
                  <a:pt x="9116877" y="5390458"/>
                </a:cubicBezTo>
                <a:cubicBezTo>
                  <a:pt x="9116877" y="5381630"/>
                  <a:pt x="9115204" y="5375480"/>
                  <a:pt x="9111858" y="5372008"/>
                </a:cubicBezTo>
                <a:cubicBezTo>
                  <a:pt x="9109946" y="5370033"/>
                  <a:pt x="9107674" y="5369046"/>
                  <a:pt x="9105041" y="5369046"/>
                </a:cubicBezTo>
                <a:close/>
                <a:moveTo>
                  <a:pt x="7771541" y="5369046"/>
                </a:moveTo>
                <a:cubicBezTo>
                  <a:pt x="7768278" y="5369046"/>
                  <a:pt x="7766490" y="5371490"/>
                  <a:pt x="7766177" y="5376378"/>
                </a:cubicBezTo>
                <a:lnTo>
                  <a:pt x="7764750" y="5402549"/>
                </a:lnTo>
                <a:cubicBezTo>
                  <a:pt x="7764708" y="5403276"/>
                  <a:pt x="7764686" y="5404289"/>
                  <a:pt x="7764686" y="5405587"/>
                </a:cubicBezTo>
                <a:cubicBezTo>
                  <a:pt x="7764686" y="5406929"/>
                  <a:pt x="7765312" y="5408041"/>
                  <a:pt x="7766563" y="5408921"/>
                </a:cubicBezTo>
                <a:cubicBezTo>
                  <a:pt x="7767815" y="5409802"/>
                  <a:pt x="7769666" y="5410242"/>
                  <a:pt x="7772117" y="5410242"/>
                </a:cubicBezTo>
                <a:cubicBezTo>
                  <a:pt x="7779623" y="5410242"/>
                  <a:pt x="7783378" y="5403647"/>
                  <a:pt x="7783378" y="5390458"/>
                </a:cubicBezTo>
                <a:cubicBezTo>
                  <a:pt x="7783378" y="5381630"/>
                  <a:pt x="7781704" y="5375480"/>
                  <a:pt x="7778358" y="5372008"/>
                </a:cubicBezTo>
                <a:cubicBezTo>
                  <a:pt x="7776446" y="5370033"/>
                  <a:pt x="7774174" y="5369046"/>
                  <a:pt x="7771541" y="5369046"/>
                </a:cubicBezTo>
                <a:close/>
                <a:moveTo>
                  <a:pt x="7628666" y="5369046"/>
                </a:moveTo>
                <a:cubicBezTo>
                  <a:pt x="7625403" y="5369046"/>
                  <a:pt x="7623616" y="5371490"/>
                  <a:pt x="7623302" y="5376378"/>
                </a:cubicBezTo>
                <a:lnTo>
                  <a:pt x="7621875" y="5402549"/>
                </a:lnTo>
                <a:cubicBezTo>
                  <a:pt x="7621832" y="5403276"/>
                  <a:pt x="7621811" y="5404289"/>
                  <a:pt x="7621811" y="5405587"/>
                </a:cubicBezTo>
                <a:cubicBezTo>
                  <a:pt x="7621811" y="5406929"/>
                  <a:pt x="7622437" y="5408041"/>
                  <a:pt x="7623688" y="5408921"/>
                </a:cubicBezTo>
                <a:cubicBezTo>
                  <a:pt x="7624940" y="5409802"/>
                  <a:pt x="7626791" y="5410242"/>
                  <a:pt x="7629242" y="5410242"/>
                </a:cubicBezTo>
                <a:cubicBezTo>
                  <a:pt x="7636749" y="5410242"/>
                  <a:pt x="7640503" y="5403647"/>
                  <a:pt x="7640503" y="5390458"/>
                </a:cubicBezTo>
                <a:cubicBezTo>
                  <a:pt x="7640503" y="5381630"/>
                  <a:pt x="7638829" y="5375480"/>
                  <a:pt x="7635483" y="5372008"/>
                </a:cubicBezTo>
                <a:cubicBezTo>
                  <a:pt x="7633572" y="5370033"/>
                  <a:pt x="7631300" y="5369046"/>
                  <a:pt x="7628666" y="5369046"/>
                </a:cubicBezTo>
                <a:close/>
                <a:moveTo>
                  <a:pt x="2647093" y="5369046"/>
                </a:moveTo>
                <a:cubicBezTo>
                  <a:pt x="2643830" y="5369046"/>
                  <a:pt x="2642042" y="5371490"/>
                  <a:pt x="2641729" y="5376378"/>
                </a:cubicBezTo>
                <a:lnTo>
                  <a:pt x="2640302" y="5402549"/>
                </a:lnTo>
                <a:cubicBezTo>
                  <a:pt x="2640259" y="5403276"/>
                  <a:pt x="2640237" y="5404289"/>
                  <a:pt x="2640237" y="5405587"/>
                </a:cubicBezTo>
                <a:cubicBezTo>
                  <a:pt x="2640237" y="5406929"/>
                  <a:pt x="2640863" y="5408041"/>
                  <a:pt x="2642115" y="5408921"/>
                </a:cubicBezTo>
                <a:cubicBezTo>
                  <a:pt x="2643366" y="5409802"/>
                  <a:pt x="2645217" y="5410242"/>
                  <a:pt x="2647668" y="5410242"/>
                </a:cubicBezTo>
                <a:cubicBezTo>
                  <a:pt x="2655175" y="5410242"/>
                  <a:pt x="2658929" y="5403647"/>
                  <a:pt x="2658929" y="5390458"/>
                </a:cubicBezTo>
                <a:cubicBezTo>
                  <a:pt x="2658929" y="5381630"/>
                  <a:pt x="2657255" y="5375480"/>
                  <a:pt x="2653910" y="5372008"/>
                </a:cubicBezTo>
                <a:cubicBezTo>
                  <a:pt x="2651998" y="5370033"/>
                  <a:pt x="2649726" y="5369046"/>
                  <a:pt x="2647093" y="5369046"/>
                </a:cubicBezTo>
                <a:close/>
                <a:moveTo>
                  <a:pt x="11054939" y="5363395"/>
                </a:moveTo>
                <a:cubicBezTo>
                  <a:pt x="11052856" y="5363395"/>
                  <a:pt x="11051143" y="5364217"/>
                  <a:pt x="11049802" y="5365862"/>
                </a:cubicBezTo>
                <a:cubicBezTo>
                  <a:pt x="11048462" y="5367506"/>
                  <a:pt x="11047791" y="5369832"/>
                  <a:pt x="11047791" y="5372838"/>
                </a:cubicBezTo>
                <a:cubicBezTo>
                  <a:pt x="11047791" y="5376600"/>
                  <a:pt x="11048495" y="5381715"/>
                  <a:pt x="11049901" y="5388183"/>
                </a:cubicBezTo>
                <a:cubicBezTo>
                  <a:pt x="11051307" y="5394650"/>
                  <a:pt x="11052813" y="5399960"/>
                  <a:pt x="11054415" y="5404113"/>
                </a:cubicBezTo>
                <a:cubicBezTo>
                  <a:pt x="11056400" y="5409348"/>
                  <a:pt x="11059159" y="5411965"/>
                  <a:pt x="11062690" y="5411965"/>
                </a:cubicBezTo>
                <a:cubicBezTo>
                  <a:pt x="11067070" y="5411965"/>
                  <a:pt x="11069260" y="5409009"/>
                  <a:pt x="11069260" y="5403098"/>
                </a:cubicBezTo>
                <a:cubicBezTo>
                  <a:pt x="11069260" y="5397924"/>
                  <a:pt x="11068553" y="5391978"/>
                  <a:pt x="11067141" y="5385259"/>
                </a:cubicBezTo>
                <a:cubicBezTo>
                  <a:pt x="11065729" y="5378541"/>
                  <a:pt x="11064037" y="5373121"/>
                  <a:pt x="11062069" y="5369000"/>
                </a:cubicBezTo>
                <a:cubicBezTo>
                  <a:pt x="11060304" y="5365365"/>
                  <a:pt x="11057927" y="5363496"/>
                  <a:pt x="11054939" y="5363395"/>
                </a:cubicBezTo>
                <a:close/>
                <a:moveTo>
                  <a:pt x="8930864" y="5363395"/>
                </a:moveTo>
                <a:cubicBezTo>
                  <a:pt x="8928781" y="5363395"/>
                  <a:pt x="8927069" y="5364217"/>
                  <a:pt x="8925727" y="5365862"/>
                </a:cubicBezTo>
                <a:cubicBezTo>
                  <a:pt x="8924387" y="5367506"/>
                  <a:pt x="8923716" y="5369832"/>
                  <a:pt x="8923716" y="5372838"/>
                </a:cubicBezTo>
                <a:cubicBezTo>
                  <a:pt x="8923716" y="5376600"/>
                  <a:pt x="8924419" y="5381715"/>
                  <a:pt x="8925826" y="5388183"/>
                </a:cubicBezTo>
                <a:cubicBezTo>
                  <a:pt x="8927233" y="5394650"/>
                  <a:pt x="8928737" y="5399960"/>
                  <a:pt x="8930339" y="5404113"/>
                </a:cubicBezTo>
                <a:cubicBezTo>
                  <a:pt x="8932325" y="5409348"/>
                  <a:pt x="8935083" y="5411965"/>
                  <a:pt x="8938615" y="5411965"/>
                </a:cubicBezTo>
                <a:cubicBezTo>
                  <a:pt x="8942995" y="5411965"/>
                  <a:pt x="8945185" y="5409009"/>
                  <a:pt x="8945185" y="5403098"/>
                </a:cubicBezTo>
                <a:cubicBezTo>
                  <a:pt x="8945185" y="5397924"/>
                  <a:pt x="8944479" y="5391978"/>
                  <a:pt x="8943066" y="5385259"/>
                </a:cubicBezTo>
                <a:cubicBezTo>
                  <a:pt x="8941654" y="5378541"/>
                  <a:pt x="8939962" y="5373121"/>
                  <a:pt x="8937994" y="5369000"/>
                </a:cubicBezTo>
                <a:cubicBezTo>
                  <a:pt x="8936229" y="5365365"/>
                  <a:pt x="8933852" y="5363496"/>
                  <a:pt x="8930864" y="5363395"/>
                </a:cubicBezTo>
                <a:close/>
                <a:moveTo>
                  <a:pt x="3053941" y="5363395"/>
                </a:moveTo>
                <a:cubicBezTo>
                  <a:pt x="3051858" y="5363395"/>
                  <a:pt x="3050145" y="5364217"/>
                  <a:pt x="3048804" y="5365862"/>
                </a:cubicBezTo>
                <a:cubicBezTo>
                  <a:pt x="3047464" y="5367506"/>
                  <a:pt x="3046793" y="5369832"/>
                  <a:pt x="3046793" y="5372838"/>
                </a:cubicBezTo>
                <a:cubicBezTo>
                  <a:pt x="3046793" y="5376600"/>
                  <a:pt x="3047496" y="5381715"/>
                  <a:pt x="3048903" y="5388183"/>
                </a:cubicBezTo>
                <a:cubicBezTo>
                  <a:pt x="3050309" y="5394650"/>
                  <a:pt x="3051813" y="5399960"/>
                  <a:pt x="3053417" y="5404113"/>
                </a:cubicBezTo>
                <a:cubicBezTo>
                  <a:pt x="3055402" y="5409348"/>
                  <a:pt x="3058160" y="5411965"/>
                  <a:pt x="3061692" y="5411965"/>
                </a:cubicBezTo>
                <a:cubicBezTo>
                  <a:pt x="3066072" y="5411965"/>
                  <a:pt x="3068262" y="5409009"/>
                  <a:pt x="3068262" y="5403098"/>
                </a:cubicBezTo>
                <a:cubicBezTo>
                  <a:pt x="3068262" y="5397924"/>
                  <a:pt x="3067556" y="5391978"/>
                  <a:pt x="3066142" y="5385259"/>
                </a:cubicBezTo>
                <a:cubicBezTo>
                  <a:pt x="3064730" y="5378541"/>
                  <a:pt x="3063039" y="5373121"/>
                  <a:pt x="3061071" y="5369000"/>
                </a:cubicBezTo>
                <a:cubicBezTo>
                  <a:pt x="3059305" y="5365365"/>
                  <a:pt x="3056929" y="5363496"/>
                  <a:pt x="3053941" y="5363395"/>
                </a:cubicBezTo>
                <a:close/>
                <a:moveTo>
                  <a:pt x="6738931" y="5361862"/>
                </a:moveTo>
                <a:cubicBezTo>
                  <a:pt x="6735661" y="5361862"/>
                  <a:pt x="6733083" y="5362763"/>
                  <a:pt x="6731199" y="5364564"/>
                </a:cubicBezTo>
                <a:cubicBezTo>
                  <a:pt x="6727943" y="5372043"/>
                  <a:pt x="6726315" y="5380419"/>
                  <a:pt x="6726315" y="5389692"/>
                </a:cubicBezTo>
                <a:cubicBezTo>
                  <a:pt x="6726315" y="5397982"/>
                  <a:pt x="6727246" y="5403875"/>
                  <a:pt x="6729108" y="5407368"/>
                </a:cubicBezTo>
                <a:cubicBezTo>
                  <a:pt x="6731954" y="5410561"/>
                  <a:pt x="6734936" y="5412157"/>
                  <a:pt x="6738054" y="5412157"/>
                </a:cubicBezTo>
                <a:cubicBezTo>
                  <a:pt x="6741307" y="5412157"/>
                  <a:pt x="6743774" y="5410008"/>
                  <a:pt x="6745454" y="5405709"/>
                </a:cubicBezTo>
                <a:cubicBezTo>
                  <a:pt x="6747134" y="5401410"/>
                  <a:pt x="6747975" y="5394028"/>
                  <a:pt x="6747975" y="5383563"/>
                </a:cubicBezTo>
                <a:cubicBezTo>
                  <a:pt x="6747975" y="5374159"/>
                  <a:pt x="6746857" y="5367717"/>
                  <a:pt x="6744622" y="5364239"/>
                </a:cubicBezTo>
                <a:cubicBezTo>
                  <a:pt x="6743469" y="5362757"/>
                  <a:pt x="6741573" y="5361965"/>
                  <a:pt x="6738931" y="5361862"/>
                </a:cubicBezTo>
                <a:close/>
                <a:moveTo>
                  <a:pt x="1662107" y="5361862"/>
                </a:moveTo>
                <a:cubicBezTo>
                  <a:pt x="1658838" y="5361862"/>
                  <a:pt x="1656260" y="5362763"/>
                  <a:pt x="1654375" y="5364564"/>
                </a:cubicBezTo>
                <a:cubicBezTo>
                  <a:pt x="1651119" y="5372043"/>
                  <a:pt x="1649491" y="5380419"/>
                  <a:pt x="1649491" y="5389692"/>
                </a:cubicBezTo>
                <a:cubicBezTo>
                  <a:pt x="1649491" y="5397982"/>
                  <a:pt x="1650422" y="5403875"/>
                  <a:pt x="1652284" y="5407368"/>
                </a:cubicBezTo>
                <a:cubicBezTo>
                  <a:pt x="1655130" y="5410561"/>
                  <a:pt x="1658112" y="5412157"/>
                  <a:pt x="1661230" y="5412157"/>
                </a:cubicBezTo>
                <a:cubicBezTo>
                  <a:pt x="1664483" y="5412157"/>
                  <a:pt x="1666951" y="5410008"/>
                  <a:pt x="1668631" y="5405709"/>
                </a:cubicBezTo>
                <a:cubicBezTo>
                  <a:pt x="1670311" y="5401410"/>
                  <a:pt x="1671151" y="5394028"/>
                  <a:pt x="1671151" y="5383563"/>
                </a:cubicBezTo>
                <a:cubicBezTo>
                  <a:pt x="1671151" y="5374159"/>
                  <a:pt x="1670033" y="5367717"/>
                  <a:pt x="1667798" y="5364239"/>
                </a:cubicBezTo>
                <a:cubicBezTo>
                  <a:pt x="1666645" y="5362757"/>
                  <a:pt x="1664749" y="5361965"/>
                  <a:pt x="1662107" y="5361862"/>
                </a:cubicBezTo>
                <a:close/>
                <a:moveTo>
                  <a:pt x="862007" y="5361862"/>
                </a:moveTo>
                <a:cubicBezTo>
                  <a:pt x="858738" y="5361862"/>
                  <a:pt x="856160" y="5362763"/>
                  <a:pt x="854275" y="5364564"/>
                </a:cubicBezTo>
                <a:cubicBezTo>
                  <a:pt x="851019" y="5372043"/>
                  <a:pt x="849391" y="5380419"/>
                  <a:pt x="849391" y="5389692"/>
                </a:cubicBezTo>
                <a:cubicBezTo>
                  <a:pt x="849391" y="5397982"/>
                  <a:pt x="850322" y="5403875"/>
                  <a:pt x="852184" y="5407368"/>
                </a:cubicBezTo>
                <a:cubicBezTo>
                  <a:pt x="855030" y="5410561"/>
                  <a:pt x="858012" y="5412157"/>
                  <a:pt x="861130" y="5412157"/>
                </a:cubicBezTo>
                <a:cubicBezTo>
                  <a:pt x="864383" y="5412157"/>
                  <a:pt x="866850" y="5410008"/>
                  <a:pt x="868531" y="5405709"/>
                </a:cubicBezTo>
                <a:cubicBezTo>
                  <a:pt x="870211" y="5401410"/>
                  <a:pt x="871051" y="5394028"/>
                  <a:pt x="871051" y="5383563"/>
                </a:cubicBezTo>
                <a:cubicBezTo>
                  <a:pt x="871051" y="5374159"/>
                  <a:pt x="869933" y="5367717"/>
                  <a:pt x="867698" y="5364239"/>
                </a:cubicBezTo>
                <a:cubicBezTo>
                  <a:pt x="866545" y="5362757"/>
                  <a:pt x="864649" y="5361965"/>
                  <a:pt x="862007" y="5361862"/>
                </a:cubicBezTo>
                <a:close/>
                <a:moveTo>
                  <a:pt x="10521054" y="5358607"/>
                </a:moveTo>
                <a:cubicBezTo>
                  <a:pt x="10518184" y="5358607"/>
                  <a:pt x="10515920" y="5359747"/>
                  <a:pt x="10514262" y="5362027"/>
                </a:cubicBezTo>
                <a:cubicBezTo>
                  <a:pt x="10512625" y="5364266"/>
                  <a:pt x="10511806" y="5366528"/>
                  <a:pt x="10511806" y="5368815"/>
                </a:cubicBezTo>
                <a:cubicBezTo>
                  <a:pt x="10511806" y="5370158"/>
                  <a:pt x="10512049" y="5371030"/>
                  <a:pt x="10512533" y="5371432"/>
                </a:cubicBezTo>
                <a:cubicBezTo>
                  <a:pt x="10513019" y="5371833"/>
                  <a:pt x="10514166" y="5372034"/>
                  <a:pt x="10515980" y="5372034"/>
                </a:cubicBezTo>
                <a:lnTo>
                  <a:pt x="10525651" y="5372034"/>
                </a:lnTo>
                <a:cubicBezTo>
                  <a:pt x="10528434" y="5372034"/>
                  <a:pt x="10529826" y="5370801"/>
                  <a:pt x="10529826" y="5368336"/>
                </a:cubicBezTo>
                <a:cubicBezTo>
                  <a:pt x="10529826" y="5365427"/>
                  <a:pt x="10529011" y="5363079"/>
                  <a:pt x="10527381" y="5361290"/>
                </a:cubicBezTo>
                <a:cubicBezTo>
                  <a:pt x="10525751" y="5359502"/>
                  <a:pt x="10523641" y="5358607"/>
                  <a:pt x="10521054" y="5358607"/>
                </a:cubicBezTo>
                <a:close/>
                <a:moveTo>
                  <a:pt x="9539979" y="5358607"/>
                </a:moveTo>
                <a:cubicBezTo>
                  <a:pt x="9537109" y="5358607"/>
                  <a:pt x="9534845" y="5359747"/>
                  <a:pt x="9533187" y="5362027"/>
                </a:cubicBezTo>
                <a:cubicBezTo>
                  <a:pt x="9531550" y="5364266"/>
                  <a:pt x="9530732" y="5366528"/>
                  <a:pt x="9530732" y="5368815"/>
                </a:cubicBezTo>
                <a:cubicBezTo>
                  <a:pt x="9530732" y="5370158"/>
                  <a:pt x="9530974" y="5371030"/>
                  <a:pt x="9531459" y="5371432"/>
                </a:cubicBezTo>
                <a:cubicBezTo>
                  <a:pt x="9531943" y="5371833"/>
                  <a:pt x="9533093" y="5372034"/>
                  <a:pt x="9534905" y="5372034"/>
                </a:cubicBezTo>
                <a:lnTo>
                  <a:pt x="9544576" y="5372034"/>
                </a:lnTo>
                <a:cubicBezTo>
                  <a:pt x="9547360" y="5372034"/>
                  <a:pt x="9548751" y="5370801"/>
                  <a:pt x="9548751" y="5368336"/>
                </a:cubicBezTo>
                <a:cubicBezTo>
                  <a:pt x="9548751" y="5365427"/>
                  <a:pt x="9547936" y="5363079"/>
                  <a:pt x="9546306" y="5361290"/>
                </a:cubicBezTo>
                <a:cubicBezTo>
                  <a:pt x="9544676" y="5359502"/>
                  <a:pt x="9542566" y="5358607"/>
                  <a:pt x="9539979" y="5358607"/>
                </a:cubicBezTo>
                <a:close/>
                <a:moveTo>
                  <a:pt x="9235179" y="5358607"/>
                </a:moveTo>
                <a:cubicBezTo>
                  <a:pt x="9232309" y="5358607"/>
                  <a:pt x="9230045" y="5359747"/>
                  <a:pt x="9228387" y="5362027"/>
                </a:cubicBezTo>
                <a:cubicBezTo>
                  <a:pt x="9226750" y="5364266"/>
                  <a:pt x="9225931" y="5366528"/>
                  <a:pt x="9225931" y="5368815"/>
                </a:cubicBezTo>
                <a:cubicBezTo>
                  <a:pt x="9225931" y="5370158"/>
                  <a:pt x="9226174" y="5371030"/>
                  <a:pt x="9226658" y="5371432"/>
                </a:cubicBezTo>
                <a:cubicBezTo>
                  <a:pt x="9227143" y="5371833"/>
                  <a:pt x="9228292" y="5372034"/>
                  <a:pt x="9230105" y="5372034"/>
                </a:cubicBezTo>
                <a:lnTo>
                  <a:pt x="9239776" y="5372034"/>
                </a:lnTo>
                <a:cubicBezTo>
                  <a:pt x="9242559" y="5372034"/>
                  <a:pt x="9243951" y="5370801"/>
                  <a:pt x="9243951" y="5368336"/>
                </a:cubicBezTo>
                <a:cubicBezTo>
                  <a:pt x="9243951" y="5365427"/>
                  <a:pt x="9243136" y="5363079"/>
                  <a:pt x="9241506" y="5361290"/>
                </a:cubicBezTo>
                <a:cubicBezTo>
                  <a:pt x="9239875" y="5359502"/>
                  <a:pt x="9237766" y="5358607"/>
                  <a:pt x="9235179" y="5358607"/>
                </a:cubicBezTo>
                <a:close/>
                <a:moveTo>
                  <a:pt x="8577954" y="5358607"/>
                </a:moveTo>
                <a:cubicBezTo>
                  <a:pt x="8575084" y="5358607"/>
                  <a:pt x="8572820" y="5359747"/>
                  <a:pt x="8571162" y="5362027"/>
                </a:cubicBezTo>
                <a:cubicBezTo>
                  <a:pt x="8569524" y="5364266"/>
                  <a:pt x="8568706" y="5366528"/>
                  <a:pt x="8568706" y="5368815"/>
                </a:cubicBezTo>
                <a:cubicBezTo>
                  <a:pt x="8568706" y="5370158"/>
                  <a:pt x="8568948" y="5371030"/>
                  <a:pt x="8569434" y="5371432"/>
                </a:cubicBezTo>
                <a:cubicBezTo>
                  <a:pt x="8569918" y="5371833"/>
                  <a:pt x="8571068" y="5372034"/>
                  <a:pt x="8572880" y="5372034"/>
                </a:cubicBezTo>
                <a:lnTo>
                  <a:pt x="8582551" y="5372034"/>
                </a:lnTo>
                <a:cubicBezTo>
                  <a:pt x="8585334" y="5372034"/>
                  <a:pt x="8586726" y="5370801"/>
                  <a:pt x="8586726" y="5368336"/>
                </a:cubicBezTo>
                <a:cubicBezTo>
                  <a:pt x="8586726" y="5365427"/>
                  <a:pt x="8585911" y="5363079"/>
                  <a:pt x="8584280" y="5361290"/>
                </a:cubicBezTo>
                <a:cubicBezTo>
                  <a:pt x="8582650" y="5359502"/>
                  <a:pt x="8580542" y="5358607"/>
                  <a:pt x="8577954" y="5358607"/>
                </a:cubicBezTo>
                <a:close/>
                <a:moveTo>
                  <a:pt x="7892154" y="5358607"/>
                </a:moveTo>
                <a:cubicBezTo>
                  <a:pt x="7889284" y="5358607"/>
                  <a:pt x="7887021" y="5359747"/>
                  <a:pt x="7885362" y="5362027"/>
                </a:cubicBezTo>
                <a:cubicBezTo>
                  <a:pt x="7883725" y="5364266"/>
                  <a:pt x="7882906" y="5366528"/>
                  <a:pt x="7882906" y="5368815"/>
                </a:cubicBezTo>
                <a:cubicBezTo>
                  <a:pt x="7882906" y="5370158"/>
                  <a:pt x="7883149" y="5371030"/>
                  <a:pt x="7883634" y="5371432"/>
                </a:cubicBezTo>
                <a:cubicBezTo>
                  <a:pt x="7884118" y="5371833"/>
                  <a:pt x="7885267" y="5372034"/>
                  <a:pt x="7887080" y="5372034"/>
                </a:cubicBezTo>
                <a:lnTo>
                  <a:pt x="7896751" y="5372034"/>
                </a:lnTo>
                <a:cubicBezTo>
                  <a:pt x="7899534" y="5372034"/>
                  <a:pt x="7900926" y="5370801"/>
                  <a:pt x="7900926" y="5368336"/>
                </a:cubicBezTo>
                <a:cubicBezTo>
                  <a:pt x="7900926" y="5365427"/>
                  <a:pt x="7900111" y="5363079"/>
                  <a:pt x="7898480" y="5361290"/>
                </a:cubicBezTo>
                <a:cubicBezTo>
                  <a:pt x="7896851" y="5359502"/>
                  <a:pt x="7894742" y="5358607"/>
                  <a:pt x="7892154" y="5358607"/>
                </a:cubicBezTo>
                <a:close/>
                <a:moveTo>
                  <a:pt x="7196830" y="5358607"/>
                </a:moveTo>
                <a:cubicBezTo>
                  <a:pt x="7193959" y="5358607"/>
                  <a:pt x="7191695" y="5359747"/>
                  <a:pt x="7190037" y="5362027"/>
                </a:cubicBezTo>
                <a:cubicBezTo>
                  <a:pt x="7188400" y="5364266"/>
                  <a:pt x="7187581" y="5366528"/>
                  <a:pt x="7187581" y="5368815"/>
                </a:cubicBezTo>
                <a:cubicBezTo>
                  <a:pt x="7187581" y="5370158"/>
                  <a:pt x="7187824" y="5371030"/>
                  <a:pt x="7188309" y="5371432"/>
                </a:cubicBezTo>
                <a:cubicBezTo>
                  <a:pt x="7188793" y="5371833"/>
                  <a:pt x="7189942" y="5372034"/>
                  <a:pt x="7191755" y="5372034"/>
                </a:cubicBezTo>
                <a:lnTo>
                  <a:pt x="7201426" y="5372034"/>
                </a:lnTo>
                <a:cubicBezTo>
                  <a:pt x="7204209" y="5372034"/>
                  <a:pt x="7205601" y="5370801"/>
                  <a:pt x="7205601" y="5368336"/>
                </a:cubicBezTo>
                <a:cubicBezTo>
                  <a:pt x="7205601" y="5365427"/>
                  <a:pt x="7204786" y="5363079"/>
                  <a:pt x="7203156" y="5361290"/>
                </a:cubicBezTo>
                <a:cubicBezTo>
                  <a:pt x="7201525" y="5359502"/>
                  <a:pt x="7199416" y="5358607"/>
                  <a:pt x="7196830" y="5358607"/>
                </a:cubicBezTo>
                <a:close/>
                <a:moveTo>
                  <a:pt x="7082529" y="5358607"/>
                </a:moveTo>
                <a:cubicBezTo>
                  <a:pt x="7079659" y="5358607"/>
                  <a:pt x="7077396" y="5359747"/>
                  <a:pt x="7075737" y="5362027"/>
                </a:cubicBezTo>
                <a:cubicBezTo>
                  <a:pt x="7074100" y="5364266"/>
                  <a:pt x="7073281" y="5366528"/>
                  <a:pt x="7073281" y="5368815"/>
                </a:cubicBezTo>
                <a:cubicBezTo>
                  <a:pt x="7073281" y="5370158"/>
                  <a:pt x="7073524" y="5371030"/>
                  <a:pt x="7074009" y="5371432"/>
                </a:cubicBezTo>
                <a:cubicBezTo>
                  <a:pt x="7074494" y="5371833"/>
                  <a:pt x="7075642" y="5372034"/>
                  <a:pt x="7077455" y="5372034"/>
                </a:cubicBezTo>
                <a:lnTo>
                  <a:pt x="7087126" y="5372034"/>
                </a:lnTo>
                <a:cubicBezTo>
                  <a:pt x="7089909" y="5372034"/>
                  <a:pt x="7091301" y="5370801"/>
                  <a:pt x="7091301" y="5368336"/>
                </a:cubicBezTo>
                <a:cubicBezTo>
                  <a:pt x="7091301" y="5365427"/>
                  <a:pt x="7090486" y="5363079"/>
                  <a:pt x="7088855" y="5361290"/>
                </a:cubicBezTo>
                <a:cubicBezTo>
                  <a:pt x="7087226" y="5359502"/>
                  <a:pt x="7085117" y="5358607"/>
                  <a:pt x="7082529" y="5358607"/>
                </a:cubicBezTo>
                <a:close/>
                <a:moveTo>
                  <a:pt x="4558406" y="5358607"/>
                </a:moveTo>
                <a:cubicBezTo>
                  <a:pt x="4555535" y="5358607"/>
                  <a:pt x="4553270" y="5359747"/>
                  <a:pt x="4551613" y="5362027"/>
                </a:cubicBezTo>
                <a:cubicBezTo>
                  <a:pt x="4549975" y="5364266"/>
                  <a:pt x="4549157" y="5366528"/>
                  <a:pt x="4549157" y="5368815"/>
                </a:cubicBezTo>
                <a:cubicBezTo>
                  <a:pt x="4549157" y="5370158"/>
                  <a:pt x="4549400" y="5371030"/>
                  <a:pt x="4549884" y="5371432"/>
                </a:cubicBezTo>
                <a:cubicBezTo>
                  <a:pt x="4550369" y="5371833"/>
                  <a:pt x="4551518" y="5372034"/>
                  <a:pt x="4553331" y="5372034"/>
                </a:cubicBezTo>
                <a:lnTo>
                  <a:pt x="4563002" y="5372034"/>
                </a:lnTo>
                <a:cubicBezTo>
                  <a:pt x="4565786" y="5372034"/>
                  <a:pt x="4567176" y="5370801"/>
                  <a:pt x="4567176" y="5368336"/>
                </a:cubicBezTo>
                <a:cubicBezTo>
                  <a:pt x="4567176" y="5365427"/>
                  <a:pt x="4566363" y="5363079"/>
                  <a:pt x="4564731" y="5361290"/>
                </a:cubicBezTo>
                <a:cubicBezTo>
                  <a:pt x="4563101" y="5359502"/>
                  <a:pt x="4560992" y="5358607"/>
                  <a:pt x="4558406" y="5358607"/>
                </a:cubicBezTo>
                <a:close/>
                <a:moveTo>
                  <a:pt x="3748780" y="5358607"/>
                </a:moveTo>
                <a:cubicBezTo>
                  <a:pt x="3745910" y="5358607"/>
                  <a:pt x="3743647" y="5359747"/>
                  <a:pt x="3741988" y="5362027"/>
                </a:cubicBezTo>
                <a:cubicBezTo>
                  <a:pt x="3740351" y="5364266"/>
                  <a:pt x="3739533" y="5366528"/>
                  <a:pt x="3739533" y="5368815"/>
                </a:cubicBezTo>
                <a:cubicBezTo>
                  <a:pt x="3739533" y="5370158"/>
                  <a:pt x="3739775" y="5371030"/>
                  <a:pt x="3740260" y="5371432"/>
                </a:cubicBezTo>
                <a:cubicBezTo>
                  <a:pt x="3740745" y="5371833"/>
                  <a:pt x="3741894" y="5372034"/>
                  <a:pt x="3743707" y="5372034"/>
                </a:cubicBezTo>
                <a:lnTo>
                  <a:pt x="3753377" y="5372034"/>
                </a:lnTo>
                <a:cubicBezTo>
                  <a:pt x="3756161" y="5372034"/>
                  <a:pt x="3757553" y="5370801"/>
                  <a:pt x="3757553" y="5368336"/>
                </a:cubicBezTo>
                <a:cubicBezTo>
                  <a:pt x="3757553" y="5365427"/>
                  <a:pt x="3756738" y="5363079"/>
                  <a:pt x="3755107" y="5361290"/>
                </a:cubicBezTo>
                <a:cubicBezTo>
                  <a:pt x="3753477" y="5359502"/>
                  <a:pt x="3751368" y="5358607"/>
                  <a:pt x="3748780" y="5358607"/>
                </a:cubicBezTo>
                <a:close/>
                <a:moveTo>
                  <a:pt x="2767706" y="5358607"/>
                </a:moveTo>
                <a:cubicBezTo>
                  <a:pt x="2764836" y="5358607"/>
                  <a:pt x="2762572" y="5359747"/>
                  <a:pt x="2760914" y="5362027"/>
                </a:cubicBezTo>
                <a:cubicBezTo>
                  <a:pt x="2759276" y="5364266"/>
                  <a:pt x="2758458" y="5366528"/>
                  <a:pt x="2758458" y="5368815"/>
                </a:cubicBezTo>
                <a:cubicBezTo>
                  <a:pt x="2758458" y="5370158"/>
                  <a:pt x="2758700" y="5371030"/>
                  <a:pt x="2759185" y="5371432"/>
                </a:cubicBezTo>
                <a:cubicBezTo>
                  <a:pt x="2759670" y="5371833"/>
                  <a:pt x="2760819" y="5372034"/>
                  <a:pt x="2762632" y="5372034"/>
                </a:cubicBezTo>
                <a:lnTo>
                  <a:pt x="2772303" y="5372034"/>
                </a:lnTo>
                <a:cubicBezTo>
                  <a:pt x="2775085" y="5372034"/>
                  <a:pt x="2776478" y="5370801"/>
                  <a:pt x="2776478" y="5368336"/>
                </a:cubicBezTo>
                <a:cubicBezTo>
                  <a:pt x="2776478" y="5365427"/>
                  <a:pt x="2775663" y="5363079"/>
                  <a:pt x="2774032" y="5361290"/>
                </a:cubicBezTo>
                <a:cubicBezTo>
                  <a:pt x="2772402" y="5359502"/>
                  <a:pt x="2770293" y="5358607"/>
                  <a:pt x="2767706" y="5358607"/>
                </a:cubicBezTo>
                <a:close/>
                <a:moveTo>
                  <a:pt x="1548506" y="5358607"/>
                </a:moveTo>
                <a:cubicBezTo>
                  <a:pt x="1545636" y="5358607"/>
                  <a:pt x="1543372" y="5359747"/>
                  <a:pt x="1541713" y="5362027"/>
                </a:cubicBezTo>
                <a:cubicBezTo>
                  <a:pt x="1540076" y="5364266"/>
                  <a:pt x="1539258" y="5366528"/>
                  <a:pt x="1539258" y="5368815"/>
                </a:cubicBezTo>
                <a:cubicBezTo>
                  <a:pt x="1539258" y="5370158"/>
                  <a:pt x="1539500" y="5371030"/>
                  <a:pt x="1539985" y="5371432"/>
                </a:cubicBezTo>
                <a:cubicBezTo>
                  <a:pt x="1540470" y="5371833"/>
                  <a:pt x="1541619" y="5372034"/>
                  <a:pt x="1543431" y="5372034"/>
                </a:cubicBezTo>
                <a:lnTo>
                  <a:pt x="1553102" y="5372034"/>
                </a:lnTo>
                <a:cubicBezTo>
                  <a:pt x="1555886" y="5372034"/>
                  <a:pt x="1557277" y="5370801"/>
                  <a:pt x="1557277" y="5368336"/>
                </a:cubicBezTo>
                <a:cubicBezTo>
                  <a:pt x="1557277" y="5365427"/>
                  <a:pt x="1556462" y="5363079"/>
                  <a:pt x="1554832" y="5361290"/>
                </a:cubicBezTo>
                <a:cubicBezTo>
                  <a:pt x="1553201" y="5359502"/>
                  <a:pt x="1551093" y="5358607"/>
                  <a:pt x="1548506" y="5358607"/>
                </a:cubicBezTo>
                <a:close/>
                <a:moveTo>
                  <a:pt x="996056" y="5358607"/>
                </a:moveTo>
                <a:cubicBezTo>
                  <a:pt x="993186" y="5358607"/>
                  <a:pt x="990921" y="5359747"/>
                  <a:pt x="989263" y="5362027"/>
                </a:cubicBezTo>
                <a:cubicBezTo>
                  <a:pt x="987626" y="5364266"/>
                  <a:pt x="986808" y="5366528"/>
                  <a:pt x="986808" y="5368815"/>
                </a:cubicBezTo>
                <a:cubicBezTo>
                  <a:pt x="986808" y="5370158"/>
                  <a:pt x="987050" y="5371030"/>
                  <a:pt x="987535" y="5371432"/>
                </a:cubicBezTo>
                <a:cubicBezTo>
                  <a:pt x="988020" y="5371833"/>
                  <a:pt x="989169" y="5372034"/>
                  <a:pt x="990982" y="5372034"/>
                </a:cubicBezTo>
                <a:lnTo>
                  <a:pt x="1000652" y="5372034"/>
                </a:lnTo>
                <a:cubicBezTo>
                  <a:pt x="1003436" y="5372034"/>
                  <a:pt x="1004828" y="5370801"/>
                  <a:pt x="1004828" y="5368336"/>
                </a:cubicBezTo>
                <a:cubicBezTo>
                  <a:pt x="1004828" y="5365427"/>
                  <a:pt x="1004012" y="5363079"/>
                  <a:pt x="1002382" y="5361290"/>
                </a:cubicBezTo>
                <a:cubicBezTo>
                  <a:pt x="1000752" y="5359502"/>
                  <a:pt x="998643" y="5358607"/>
                  <a:pt x="996056" y="5358607"/>
                </a:cubicBezTo>
                <a:close/>
                <a:moveTo>
                  <a:pt x="6252520" y="5356022"/>
                </a:moveTo>
                <a:cubicBezTo>
                  <a:pt x="6250060" y="5356022"/>
                  <a:pt x="6248029" y="5357018"/>
                  <a:pt x="6246430" y="5359010"/>
                </a:cubicBezTo>
                <a:cubicBezTo>
                  <a:pt x="6244831" y="5361002"/>
                  <a:pt x="6244031" y="5363792"/>
                  <a:pt x="6244031" y="5367379"/>
                </a:cubicBezTo>
                <a:cubicBezTo>
                  <a:pt x="6244031" y="5373998"/>
                  <a:pt x="6244955" y="5379126"/>
                  <a:pt x="6246800" y="5382762"/>
                </a:cubicBezTo>
                <a:cubicBezTo>
                  <a:pt x="6248646" y="5386398"/>
                  <a:pt x="6250870" y="5388216"/>
                  <a:pt x="6253471" y="5388216"/>
                </a:cubicBezTo>
                <a:cubicBezTo>
                  <a:pt x="6256222" y="5388216"/>
                  <a:pt x="6258421" y="5387142"/>
                  <a:pt x="6260065" y="5384994"/>
                </a:cubicBezTo>
                <a:cubicBezTo>
                  <a:pt x="6261709" y="5382846"/>
                  <a:pt x="6262531" y="5379815"/>
                  <a:pt x="6262531" y="5375902"/>
                </a:cubicBezTo>
                <a:cubicBezTo>
                  <a:pt x="6262531" y="5369441"/>
                  <a:pt x="6261618" y="5364538"/>
                  <a:pt x="6259791" y="5361193"/>
                </a:cubicBezTo>
                <a:cubicBezTo>
                  <a:pt x="6257965" y="5357847"/>
                  <a:pt x="6255542" y="5356124"/>
                  <a:pt x="6252520" y="5356022"/>
                </a:cubicBezTo>
                <a:close/>
                <a:moveTo>
                  <a:pt x="1289997" y="5356022"/>
                </a:moveTo>
                <a:cubicBezTo>
                  <a:pt x="1287536" y="5356022"/>
                  <a:pt x="1285506" y="5357018"/>
                  <a:pt x="1283906" y="5359010"/>
                </a:cubicBezTo>
                <a:cubicBezTo>
                  <a:pt x="1282307" y="5361002"/>
                  <a:pt x="1281507" y="5363792"/>
                  <a:pt x="1281507" y="5367379"/>
                </a:cubicBezTo>
                <a:cubicBezTo>
                  <a:pt x="1281507" y="5373998"/>
                  <a:pt x="1282430" y="5379126"/>
                  <a:pt x="1284276" y="5382762"/>
                </a:cubicBezTo>
                <a:cubicBezTo>
                  <a:pt x="1286123" y="5386398"/>
                  <a:pt x="1288346" y="5388216"/>
                  <a:pt x="1290948" y="5388216"/>
                </a:cubicBezTo>
                <a:cubicBezTo>
                  <a:pt x="1293699" y="5388216"/>
                  <a:pt x="1295896" y="5387142"/>
                  <a:pt x="1297541" y="5384994"/>
                </a:cubicBezTo>
                <a:cubicBezTo>
                  <a:pt x="1299186" y="5382846"/>
                  <a:pt x="1300008" y="5379815"/>
                  <a:pt x="1300008" y="5375902"/>
                </a:cubicBezTo>
                <a:cubicBezTo>
                  <a:pt x="1300008" y="5369441"/>
                  <a:pt x="1299095" y="5364538"/>
                  <a:pt x="1297268" y="5361193"/>
                </a:cubicBezTo>
                <a:cubicBezTo>
                  <a:pt x="1295441" y="5357847"/>
                  <a:pt x="1293017" y="5356124"/>
                  <a:pt x="1289997" y="5356022"/>
                </a:cubicBezTo>
                <a:close/>
                <a:moveTo>
                  <a:pt x="11183591" y="5338134"/>
                </a:moveTo>
                <a:cubicBezTo>
                  <a:pt x="11188725" y="5338134"/>
                  <a:pt x="11191293" y="5340381"/>
                  <a:pt x="11191293" y="5344876"/>
                </a:cubicBezTo>
                <a:lnTo>
                  <a:pt x="11191293" y="5396777"/>
                </a:lnTo>
                <a:cubicBezTo>
                  <a:pt x="11191293" y="5406584"/>
                  <a:pt x="11194280" y="5411487"/>
                  <a:pt x="11200254" y="5411487"/>
                </a:cubicBezTo>
                <a:cubicBezTo>
                  <a:pt x="11201744" y="5411487"/>
                  <a:pt x="11203217" y="5411058"/>
                  <a:pt x="11204673" y="5410201"/>
                </a:cubicBezTo>
                <a:cubicBezTo>
                  <a:pt x="11206128" y="5409343"/>
                  <a:pt x="11207119" y="5408339"/>
                  <a:pt x="11207646" y="5407188"/>
                </a:cubicBezTo>
                <a:cubicBezTo>
                  <a:pt x="11208948" y="5404347"/>
                  <a:pt x="11209600" y="5397780"/>
                  <a:pt x="11209600" y="5387488"/>
                </a:cubicBezTo>
                <a:cubicBezTo>
                  <a:pt x="11209600" y="5377152"/>
                  <a:pt x="11209248" y="5369759"/>
                  <a:pt x="11208547" y="5365310"/>
                </a:cubicBezTo>
                <a:cubicBezTo>
                  <a:pt x="11208346" y="5364767"/>
                  <a:pt x="11208035" y="5364251"/>
                  <a:pt x="11207610" y="5363762"/>
                </a:cubicBezTo>
                <a:cubicBezTo>
                  <a:pt x="11207186" y="5363274"/>
                  <a:pt x="11205838" y="5362292"/>
                  <a:pt x="11203567" y="5360816"/>
                </a:cubicBezTo>
                <a:cubicBezTo>
                  <a:pt x="11199928" y="5359156"/>
                  <a:pt x="11198108" y="5356460"/>
                  <a:pt x="11198108" y="5352727"/>
                </a:cubicBezTo>
                <a:cubicBezTo>
                  <a:pt x="11198108" y="5347747"/>
                  <a:pt x="11201726" y="5344372"/>
                  <a:pt x="11208959" y="5342600"/>
                </a:cubicBezTo>
                <a:cubicBezTo>
                  <a:pt x="11220998" y="5339623"/>
                  <a:pt x="11232875" y="5338134"/>
                  <a:pt x="11244590" y="5338134"/>
                </a:cubicBezTo>
                <a:cubicBezTo>
                  <a:pt x="11252406" y="5338134"/>
                  <a:pt x="11256314" y="5342200"/>
                  <a:pt x="11256314" y="5350333"/>
                </a:cubicBezTo>
                <a:cubicBezTo>
                  <a:pt x="11256314" y="5350353"/>
                  <a:pt x="11256270" y="5351863"/>
                  <a:pt x="11256182" y="5354862"/>
                </a:cubicBezTo>
                <a:cubicBezTo>
                  <a:pt x="11256056" y="5357876"/>
                  <a:pt x="11255972" y="5360886"/>
                  <a:pt x="11255932" y="5363894"/>
                </a:cubicBezTo>
                <a:lnTo>
                  <a:pt x="11255932" y="5408078"/>
                </a:lnTo>
                <a:cubicBezTo>
                  <a:pt x="11255932" y="5409470"/>
                  <a:pt x="11257783" y="5411233"/>
                  <a:pt x="11261485" y="5413369"/>
                </a:cubicBezTo>
                <a:cubicBezTo>
                  <a:pt x="11264612" y="5414548"/>
                  <a:pt x="11266177" y="5416998"/>
                  <a:pt x="11266177" y="5420718"/>
                </a:cubicBezTo>
                <a:cubicBezTo>
                  <a:pt x="11266177" y="5427499"/>
                  <a:pt x="11258844" y="5432577"/>
                  <a:pt x="11244178" y="5435952"/>
                </a:cubicBezTo>
                <a:cubicBezTo>
                  <a:pt x="11236110" y="5437824"/>
                  <a:pt x="11228236" y="5438760"/>
                  <a:pt x="11220556" y="5438760"/>
                </a:cubicBezTo>
                <a:cubicBezTo>
                  <a:pt x="11217070" y="5438760"/>
                  <a:pt x="11214564" y="5438280"/>
                  <a:pt x="11213038" y="5437320"/>
                </a:cubicBezTo>
                <a:cubicBezTo>
                  <a:pt x="11211512" y="5436360"/>
                  <a:pt x="11210620" y="5434526"/>
                  <a:pt x="11210366" y="5431817"/>
                </a:cubicBezTo>
                <a:cubicBezTo>
                  <a:pt x="11210141" y="5429040"/>
                  <a:pt x="11209580" y="5427651"/>
                  <a:pt x="11208681" y="5427651"/>
                </a:cubicBezTo>
                <a:cubicBezTo>
                  <a:pt x="11208296" y="5427651"/>
                  <a:pt x="11207861" y="5427785"/>
                  <a:pt x="11207375" y="5428052"/>
                </a:cubicBezTo>
                <a:cubicBezTo>
                  <a:pt x="11206889" y="5428319"/>
                  <a:pt x="11205059" y="5429542"/>
                  <a:pt x="11201887" y="5431720"/>
                </a:cubicBezTo>
                <a:cubicBezTo>
                  <a:pt x="11195110" y="5436349"/>
                  <a:pt x="11187799" y="5438663"/>
                  <a:pt x="11179953" y="5438663"/>
                </a:cubicBezTo>
                <a:cubicBezTo>
                  <a:pt x="11166993" y="5438663"/>
                  <a:pt x="11157692" y="5433818"/>
                  <a:pt x="11152048" y="5424128"/>
                </a:cubicBezTo>
                <a:cubicBezTo>
                  <a:pt x="11147771" y="5419927"/>
                  <a:pt x="11145631" y="5410587"/>
                  <a:pt x="11145631" y="5396107"/>
                </a:cubicBezTo>
                <a:cubicBezTo>
                  <a:pt x="11145631" y="5390852"/>
                  <a:pt x="11145664" y="5386383"/>
                  <a:pt x="11145728" y="5382701"/>
                </a:cubicBezTo>
                <a:cubicBezTo>
                  <a:pt x="11145728" y="5380530"/>
                  <a:pt x="11145728" y="5379061"/>
                  <a:pt x="11145728" y="5378295"/>
                </a:cubicBezTo>
                <a:cubicBezTo>
                  <a:pt x="11145728" y="5373061"/>
                  <a:pt x="11145295" y="5369316"/>
                  <a:pt x="11144434" y="5367061"/>
                </a:cubicBezTo>
                <a:cubicBezTo>
                  <a:pt x="11143571" y="5364806"/>
                  <a:pt x="11142028" y="5363055"/>
                  <a:pt x="11139806" y="5361809"/>
                </a:cubicBezTo>
                <a:cubicBezTo>
                  <a:pt x="11137110" y="5360425"/>
                  <a:pt x="11135316" y="5359224"/>
                  <a:pt x="11134425" y="5358206"/>
                </a:cubicBezTo>
                <a:cubicBezTo>
                  <a:pt x="11133533" y="5357188"/>
                  <a:pt x="11133087" y="5355744"/>
                  <a:pt x="11133087" y="5353877"/>
                </a:cubicBezTo>
                <a:cubicBezTo>
                  <a:pt x="11133087" y="5347984"/>
                  <a:pt x="11137267" y="5344129"/>
                  <a:pt x="11145626" y="5342312"/>
                </a:cubicBezTo>
                <a:cubicBezTo>
                  <a:pt x="11158325" y="5339526"/>
                  <a:pt x="11170980" y="5338134"/>
                  <a:pt x="11183591" y="5338134"/>
                </a:cubicBezTo>
                <a:close/>
                <a:moveTo>
                  <a:pt x="10670389" y="5338134"/>
                </a:moveTo>
                <a:cubicBezTo>
                  <a:pt x="10675269" y="5338134"/>
                  <a:pt x="10677709" y="5340764"/>
                  <a:pt x="10677709" y="5346025"/>
                </a:cubicBezTo>
                <a:lnTo>
                  <a:pt x="10677709" y="5401661"/>
                </a:lnTo>
                <a:cubicBezTo>
                  <a:pt x="10677709" y="5405872"/>
                  <a:pt x="10678047" y="5408842"/>
                  <a:pt x="10678721" y="5410571"/>
                </a:cubicBezTo>
                <a:cubicBezTo>
                  <a:pt x="10679397" y="5412300"/>
                  <a:pt x="10680782" y="5413908"/>
                  <a:pt x="10682876" y="5415395"/>
                </a:cubicBezTo>
                <a:cubicBezTo>
                  <a:pt x="10685021" y="5416918"/>
                  <a:pt x="10686531" y="5418327"/>
                  <a:pt x="10687407" y="5419620"/>
                </a:cubicBezTo>
                <a:cubicBezTo>
                  <a:pt x="10688283" y="5420913"/>
                  <a:pt x="10688721" y="5422492"/>
                  <a:pt x="10688721" y="5424357"/>
                </a:cubicBezTo>
                <a:cubicBezTo>
                  <a:pt x="10688721" y="5433894"/>
                  <a:pt x="10677599" y="5438663"/>
                  <a:pt x="10655357" y="5438663"/>
                </a:cubicBezTo>
                <a:cubicBezTo>
                  <a:pt x="10643925" y="5438663"/>
                  <a:pt x="10634656" y="5437698"/>
                  <a:pt x="10627548" y="5435767"/>
                </a:cubicBezTo>
                <a:cubicBezTo>
                  <a:pt x="10625301" y="5435125"/>
                  <a:pt x="10623352" y="5433842"/>
                  <a:pt x="10621697" y="5431918"/>
                </a:cubicBezTo>
                <a:cubicBezTo>
                  <a:pt x="10620044" y="5429994"/>
                  <a:pt x="10619216" y="5427761"/>
                  <a:pt x="10619216" y="5425219"/>
                </a:cubicBezTo>
                <a:cubicBezTo>
                  <a:pt x="10619216" y="5423075"/>
                  <a:pt x="10619659" y="5421400"/>
                  <a:pt x="10620542" y="5420194"/>
                </a:cubicBezTo>
                <a:cubicBezTo>
                  <a:pt x="10621426" y="5418988"/>
                  <a:pt x="10623123" y="5417919"/>
                  <a:pt x="10625632" y="5416986"/>
                </a:cubicBezTo>
                <a:cubicBezTo>
                  <a:pt x="10627746" y="5414500"/>
                  <a:pt x="10629183" y="5411732"/>
                  <a:pt x="10629945" y="5408680"/>
                </a:cubicBezTo>
                <a:cubicBezTo>
                  <a:pt x="10630709" y="5405628"/>
                  <a:pt x="10631091" y="5400927"/>
                  <a:pt x="10631091" y="5394575"/>
                </a:cubicBezTo>
                <a:cubicBezTo>
                  <a:pt x="10631091" y="5392550"/>
                  <a:pt x="10630949" y="5388689"/>
                  <a:pt x="10630665" y="5382992"/>
                </a:cubicBezTo>
                <a:cubicBezTo>
                  <a:pt x="10630383" y="5377296"/>
                  <a:pt x="10630190" y="5374061"/>
                  <a:pt x="10630086" y="5373288"/>
                </a:cubicBezTo>
                <a:cubicBezTo>
                  <a:pt x="10629774" y="5371148"/>
                  <a:pt x="10628357" y="5369523"/>
                  <a:pt x="10625835" y="5368414"/>
                </a:cubicBezTo>
                <a:cubicBezTo>
                  <a:pt x="10621103" y="5366354"/>
                  <a:pt x="10618737" y="5363200"/>
                  <a:pt x="10618737" y="5358952"/>
                </a:cubicBezTo>
                <a:cubicBezTo>
                  <a:pt x="10618737" y="5354049"/>
                  <a:pt x="10621740" y="5350448"/>
                  <a:pt x="10627746" y="5348149"/>
                </a:cubicBezTo>
                <a:cubicBezTo>
                  <a:pt x="10635051" y="5345345"/>
                  <a:pt x="10642835" y="5342975"/>
                  <a:pt x="10651098" y="5341038"/>
                </a:cubicBezTo>
                <a:cubicBezTo>
                  <a:pt x="10659361" y="5339102"/>
                  <a:pt x="10665792" y="5338134"/>
                  <a:pt x="10670389" y="5338134"/>
                </a:cubicBezTo>
                <a:close/>
                <a:moveTo>
                  <a:pt x="6041241" y="5338134"/>
                </a:moveTo>
                <a:cubicBezTo>
                  <a:pt x="6046119" y="5338134"/>
                  <a:pt x="6048559" y="5340764"/>
                  <a:pt x="6048559" y="5346025"/>
                </a:cubicBezTo>
                <a:lnTo>
                  <a:pt x="6048559" y="5401661"/>
                </a:lnTo>
                <a:cubicBezTo>
                  <a:pt x="6048559" y="5405872"/>
                  <a:pt x="6048897" y="5408842"/>
                  <a:pt x="6049572" y="5410571"/>
                </a:cubicBezTo>
                <a:cubicBezTo>
                  <a:pt x="6050247" y="5412300"/>
                  <a:pt x="6051631" y="5413908"/>
                  <a:pt x="6053726" y="5415395"/>
                </a:cubicBezTo>
                <a:cubicBezTo>
                  <a:pt x="6055872" y="5416918"/>
                  <a:pt x="6057382" y="5418327"/>
                  <a:pt x="6058257" y="5419620"/>
                </a:cubicBezTo>
                <a:cubicBezTo>
                  <a:pt x="6059133" y="5420913"/>
                  <a:pt x="6059572" y="5422492"/>
                  <a:pt x="6059572" y="5424357"/>
                </a:cubicBezTo>
                <a:cubicBezTo>
                  <a:pt x="6059572" y="5433894"/>
                  <a:pt x="6048450" y="5438663"/>
                  <a:pt x="6026207" y="5438663"/>
                </a:cubicBezTo>
                <a:cubicBezTo>
                  <a:pt x="6014774" y="5438663"/>
                  <a:pt x="6005505" y="5437698"/>
                  <a:pt x="5998399" y="5435767"/>
                </a:cubicBezTo>
                <a:cubicBezTo>
                  <a:pt x="5996152" y="5435125"/>
                  <a:pt x="5994202" y="5433842"/>
                  <a:pt x="5992548" y="5431918"/>
                </a:cubicBezTo>
                <a:cubicBezTo>
                  <a:pt x="5990893" y="5429994"/>
                  <a:pt x="5990067" y="5427761"/>
                  <a:pt x="5990067" y="5425219"/>
                </a:cubicBezTo>
                <a:cubicBezTo>
                  <a:pt x="5990067" y="5423075"/>
                  <a:pt x="5990509" y="5421400"/>
                  <a:pt x="5991393" y="5420194"/>
                </a:cubicBezTo>
                <a:cubicBezTo>
                  <a:pt x="5992276" y="5418988"/>
                  <a:pt x="5993973" y="5417919"/>
                  <a:pt x="5996482" y="5416986"/>
                </a:cubicBezTo>
                <a:cubicBezTo>
                  <a:pt x="5998595" y="5414500"/>
                  <a:pt x="6000033" y="5411732"/>
                  <a:pt x="6000796" y="5408680"/>
                </a:cubicBezTo>
                <a:cubicBezTo>
                  <a:pt x="6001559" y="5405628"/>
                  <a:pt x="6001941" y="5400927"/>
                  <a:pt x="6001941" y="5394575"/>
                </a:cubicBezTo>
                <a:cubicBezTo>
                  <a:pt x="6001941" y="5392550"/>
                  <a:pt x="6001799" y="5388689"/>
                  <a:pt x="6001516" y="5382992"/>
                </a:cubicBezTo>
                <a:cubicBezTo>
                  <a:pt x="6001232" y="5377296"/>
                  <a:pt x="6001039" y="5374061"/>
                  <a:pt x="6000936" y="5373288"/>
                </a:cubicBezTo>
                <a:cubicBezTo>
                  <a:pt x="6000624" y="5371148"/>
                  <a:pt x="5999207" y="5369523"/>
                  <a:pt x="5996685" y="5368414"/>
                </a:cubicBezTo>
                <a:cubicBezTo>
                  <a:pt x="5991953" y="5366354"/>
                  <a:pt x="5989587" y="5363200"/>
                  <a:pt x="5989587" y="5358952"/>
                </a:cubicBezTo>
                <a:cubicBezTo>
                  <a:pt x="5989587" y="5354049"/>
                  <a:pt x="5992591" y="5350448"/>
                  <a:pt x="5998596" y="5348149"/>
                </a:cubicBezTo>
                <a:cubicBezTo>
                  <a:pt x="6005901" y="5345345"/>
                  <a:pt x="6013686" y="5342975"/>
                  <a:pt x="6021948" y="5341038"/>
                </a:cubicBezTo>
                <a:cubicBezTo>
                  <a:pt x="6030211" y="5339102"/>
                  <a:pt x="6036642" y="5338134"/>
                  <a:pt x="6041241" y="5338134"/>
                </a:cubicBezTo>
                <a:close/>
                <a:moveTo>
                  <a:pt x="5631665" y="5338134"/>
                </a:moveTo>
                <a:cubicBezTo>
                  <a:pt x="5636545" y="5338134"/>
                  <a:pt x="5638984" y="5340764"/>
                  <a:pt x="5638984" y="5346025"/>
                </a:cubicBezTo>
                <a:lnTo>
                  <a:pt x="5638984" y="5401661"/>
                </a:lnTo>
                <a:cubicBezTo>
                  <a:pt x="5638984" y="5405872"/>
                  <a:pt x="5639322" y="5408842"/>
                  <a:pt x="5639997" y="5410571"/>
                </a:cubicBezTo>
                <a:cubicBezTo>
                  <a:pt x="5640672" y="5412300"/>
                  <a:pt x="5642056" y="5413908"/>
                  <a:pt x="5644151" y="5415395"/>
                </a:cubicBezTo>
                <a:cubicBezTo>
                  <a:pt x="5646296" y="5416918"/>
                  <a:pt x="5647806" y="5418327"/>
                  <a:pt x="5648682" y="5419620"/>
                </a:cubicBezTo>
                <a:cubicBezTo>
                  <a:pt x="5649558" y="5420913"/>
                  <a:pt x="5649996" y="5422492"/>
                  <a:pt x="5649996" y="5424357"/>
                </a:cubicBezTo>
                <a:cubicBezTo>
                  <a:pt x="5649996" y="5433894"/>
                  <a:pt x="5638875" y="5438663"/>
                  <a:pt x="5616632" y="5438663"/>
                </a:cubicBezTo>
                <a:cubicBezTo>
                  <a:pt x="5605199" y="5438663"/>
                  <a:pt x="5595930" y="5437698"/>
                  <a:pt x="5588824" y="5435767"/>
                </a:cubicBezTo>
                <a:cubicBezTo>
                  <a:pt x="5586577" y="5435125"/>
                  <a:pt x="5584627" y="5433842"/>
                  <a:pt x="5582973" y="5431918"/>
                </a:cubicBezTo>
                <a:cubicBezTo>
                  <a:pt x="5581318" y="5429994"/>
                  <a:pt x="5580492" y="5427761"/>
                  <a:pt x="5580492" y="5425219"/>
                </a:cubicBezTo>
                <a:cubicBezTo>
                  <a:pt x="5580492" y="5423075"/>
                  <a:pt x="5580933" y="5421400"/>
                  <a:pt x="5581818" y="5420194"/>
                </a:cubicBezTo>
                <a:cubicBezTo>
                  <a:pt x="5582702" y="5418988"/>
                  <a:pt x="5584398" y="5417919"/>
                  <a:pt x="5586907" y="5416986"/>
                </a:cubicBezTo>
                <a:cubicBezTo>
                  <a:pt x="5589020" y="5414500"/>
                  <a:pt x="5590458" y="5411732"/>
                  <a:pt x="5591221" y="5408680"/>
                </a:cubicBezTo>
                <a:cubicBezTo>
                  <a:pt x="5591985" y="5405628"/>
                  <a:pt x="5592366" y="5400927"/>
                  <a:pt x="5592366" y="5394575"/>
                </a:cubicBezTo>
                <a:cubicBezTo>
                  <a:pt x="5592366" y="5392550"/>
                  <a:pt x="5592224" y="5388689"/>
                  <a:pt x="5591941" y="5382992"/>
                </a:cubicBezTo>
                <a:cubicBezTo>
                  <a:pt x="5591657" y="5377296"/>
                  <a:pt x="5591464" y="5374061"/>
                  <a:pt x="5591361" y="5373288"/>
                </a:cubicBezTo>
                <a:cubicBezTo>
                  <a:pt x="5591049" y="5371148"/>
                  <a:pt x="5589632" y="5369523"/>
                  <a:pt x="5587110" y="5368414"/>
                </a:cubicBezTo>
                <a:cubicBezTo>
                  <a:pt x="5582378" y="5366354"/>
                  <a:pt x="5580012" y="5363200"/>
                  <a:pt x="5580012" y="5358952"/>
                </a:cubicBezTo>
                <a:cubicBezTo>
                  <a:pt x="5580012" y="5354049"/>
                  <a:pt x="5583015" y="5350448"/>
                  <a:pt x="5589021" y="5348149"/>
                </a:cubicBezTo>
                <a:cubicBezTo>
                  <a:pt x="5596326" y="5345345"/>
                  <a:pt x="5604111" y="5342975"/>
                  <a:pt x="5612374" y="5341038"/>
                </a:cubicBezTo>
                <a:cubicBezTo>
                  <a:pt x="5620636" y="5339102"/>
                  <a:pt x="5627067" y="5338134"/>
                  <a:pt x="5631665" y="5338134"/>
                </a:cubicBezTo>
                <a:close/>
                <a:moveTo>
                  <a:pt x="5173316" y="5338134"/>
                </a:moveTo>
                <a:cubicBezTo>
                  <a:pt x="5178451" y="5338134"/>
                  <a:pt x="5181018" y="5340381"/>
                  <a:pt x="5181018" y="5344876"/>
                </a:cubicBezTo>
                <a:lnTo>
                  <a:pt x="5181018" y="5396777"/>
                </a:lnTo>
                <a:cubicBezTo>
                  <a:pt x="5181018" y="5406584"/>
                  <a:pt x="5184005" y="5411487"/>
                  <a:pt x="5189979" y="5411487"/>
                </a:cubicBezTo>
                <a:cubicBezTo>
                  <a:pt x="5191470" y="5411487"/>
                  <a:pt x="5192943" y="5411058"/>
                  <a:pt x="5194398" y="5410201"/>
                </a:cubicBezTo>
                <a:cubicBezTo>
                  <a:pt x="5195854" y="5409343"/>
                  <a:pt x="5196845" y="5408339"/>
                  <a:pt x="5197371" y="5407188"/>
                </a:cubicBezTo>
                <a:cubicBezTo>
                  <a:pt x="5198674" y="5404347"/>
                  <a:pt x="5199326" y="5397780"/>
                  <a:pt x="5199326" y="5387488"/>
                </a:cubicBezTo>
                <a:cubicBezTo>
                  <a:pt x="5199326" y="5377152"/>
                  <a:pt x="5198975" y="5369759"/>
                  <a:pt x="5198272" y="5365310"/>
                </a:cubicBezTo>
                <a:cubicBezTo>
                  <a:pt x="5198072" y="5364767"/>
                  <a:pt x="5197759" y="5364251"/>
                  <a:pt x="5197335" y="5363762"/>
                </a:cubicBezTo>
                <a:cubicBezTo>
                  <a:pt x="5196911" y="5363274"/>
                  <a:pt x="5195564" y="5362292"/>
                  <a:pt x="5193292" y="5360816"/>
                </a:cubicBezTo>
                <a:cubicBezTo>
                  <a:pt x="5189654" y="5359156"/>
                  <a:pt x="5187834" y="5356460"/>
                  <a:pt x="5187834" y="5352727"/>
                </a:cubicBezTo>
                <a:cubicBezTo>
                  <a:pt x="5187834" y="5347747"/>
                  <a:pt x="5191451" y="5344372"/>
                  <a:pt x="5198684" y="5342600"/>
                </a:cubicBezTo>
                <a:cubicBezTo>
                  <a:pt x="5210723" y="5339623"/>
                  <a:pt x="5222600" y="5338134"/>
                  <a:pt x="5234317" y="5338134"/>
                </a:cubicBezTo>
                <a:cubicBezTo>
                  <a:pt x="5242132" y="5338134"/>
                  <a:pt x="5246039" y="5342200"/>
                  <a:pt x="5246039" y="5350333"/>
                </a:cubicBezTo>
                <a:cubicBezTo>
                  <a:pt x="5246039" y="5350353"/>
                  <a:pt x="5245995" y="5351863"/>
                  <a:pt x="5245907" y="5354862"/>
                </a:cubicBezTo>
                <a:cubicBezTo>
                  <a:pt x="5245782" y="5357876"/>
                  <a:pt x="5245698" y="5360886"/>
                  <a:pt x="5245657" y="5363894"/>
                </a:cubicBezTo>
                <a:lnTo>
                  <a:pt x="5245657" y="5408078"/>
                </a:lnTo>
                <a:cubicBezTo>
                  <a:pt x="5245657" y="5409470"/>
                  <a:pt x="5247508" y="5411233"/>
                  <a:pt x="5251210" y="5413369"/>
                </a:cubicBezTo>
                <a:cubicBezTo>
                  <a:pt x="5254339" y="5414548"/>
                  <a:pt x="5255903" y="5416998"/>
                  <a:pt x="5255903" y="5420718"/>
                </a:cubicBezTo>
                <a:cubicBezTo>
                  <a:pt x="5255903" y="5427499"/>
                  <a:pt x="5248569" y="5432577"/>
                  <a:pt x="5233903" y="5435952"/>
                </a:cubicBezTo>
                <a:cubicBezTo>
                  <a:pt x="5225836" y="5437824"/>
                  <a:pt x="5217961" y="5438760"/>
                  <a:pt x="5210281" y="5438760"/>
                </a:cubicBezTo>
                <a:cubicBezTo>
                  <a:pt x="5206795" y="5438760"/>
                  <a:pt x="5204290" y="5438280"/>
                  <a:pt x="5202764" y="5437320"/>
                </a:cubicBezTo>
                <a:cubicBezTo>
                  <a:pt x="5201237" y="5436360"/>
                  <a:pt x="5200347" y="5434526"/>
                  <a:pt x="5200091" y="5431817"/>
                </a:cubicBezTo>
                <a:cubicBezTo>
                  <a:pt x="5199868" y="5429040"/>
                  <a:pt x="5199306" y="5427651"/>
                  <a:pt x="5198407" y="5427651"/>
                </a:cubicBezTo>
                <a:cubicBezTo>
                  <a:pt x="5198022" y="5427651"/>
                  <a:pt x="5197587" y="5427785"/>
                  <a:pt x="5197101" y="5428052"/>
                </a:cubicBezTo>
                <a:cubicBezTo>
                  <a:pt x="5196615" y="5428319"/>
                  <a:pt x="5194786" y="5429542"/>
                  <a:pt x="5191613" y="5431720"/>
                </a:cubicBezTo>
                <a:cubicBezTo>
                  <a:pt x="5184836" y="5436349"/>
                  <a:pt x="5177525" y="5438663"/>
                  <a:pt x="5169679" y="5438663"/>
                </a:cubicBezTo>
                <a:cubicBezTo>
                  <a:pt x="5156719" y="5438663"/>
                  <a:pt x="5147417" y="5433818"/>
                  <a:pt x="5141774" y="5424128"/>
                </a:cubicBezTo>
                <a:cubicBezTo>
                  <a:pt x="5137496" y="5419927"/>
                  <a:pt x="5135357" y="5410587"/>
                  <a:pt x="5135357" y="5396107"/>
                </a:cubicBezTo>
                <a:cubicBezTo>
                  <a:pt x="5135357" y="5390852"/>
                  <a:pt x="5135389" y="5386383"/>
                  <a:pt x="5135454" y="5382701"/>
                </a:cubicBezTo>
                <a:cubicBezTo>
                  <a:pt x="5135454" y="5380530"/>
                  <a:pt x="5135454" y="5379061"/>
                  <a:pt x="5135454" y="5378295"/>
                </a:cubicBezTo>
                <a:cubicBezTo>
                  <a:pt x="5135454" y="5373061"/>
                  <a:pt x="5135022" y="5369316"/>
                  <a:pt x="5134159" y="5367061"/>
                </a:cubicBezTo>
                <a:cubicBezTo>
                  <a:pt x="5133296" y="5364806"/>
                  <a:pt x="5131754" y="5363055"/>
                  <a:pt x="5129532" y="5361809"/>
                </a:cubicBezTo>
                <a:cubicBezTo>
                  <a:pt x="5126836" y="5360425"/>
                  <a:pt x="5125042" y="5359224"/>
                  <a:pt x="5124150" y="5358206"/>
                </a:cubicBezTo>
                <a:cubicBezTo>
                  <a:pt x="5123259" y="5357188"/>
                  <a:pt x="5122813" y="5355744"/>
                  <a:pt x="5122813" y="5353877"/>
                </a:cubicBezTo>
                <a:cubicBezTo>
                  <a:pt x="5122813" y="5347984"/>
                  <a:pt x="5126992" y="5344129"/>
                  <a:pt x="5135351" y="5342312"/>
                </a:cubicBezTo>
                <a:cubicBezTo>
                  <a:pt x="5148051" y="5339526"/>
                  <a:pt x="5160707" y="5338134"/>
                  <a:pt x="5173316" y="5338134"/>
                </a:cubicBezTo>
                <a:close/>
                <a:moveTo>
                  <a:pt x="5012541" y="5338134"/>
                </a:moveTo>
                <a:cubicBezTo>
                  <a:pt x="5017420" y="5338134"/>
                  <a:pt x="5019860" y="5340764"/>
                  <a:pt x="5019860" y="5346025"/>
                </a:cubicBezTo>
                <a:lnTo>
                  <a:pt x="5019860" y="5401661"/>
                </a:lnTo>
                <a:cubicBezTo>
                  <a:pt x="5019860" y="5405872"/>
                  <a:pt x="5020197" y="5408842"/>
                  <a:pt x="5020872" y="5410571"/>
                </a:cubicBezTo>
                <a:cubicBezTo>
                  <a:pt x="5021547" y="5412300"/>
                  <a:pt x="5022932" y="5413908"/>
                  <a:pt x="5025027" y="5415395"/>
                </a:cubicBezTo>
                <a:cubicBezTo>
                  <a:pt x="5027171" y="5416918"/>
                  <a:pt x="5028682" y="5418327"/>
                  <a:pt x="5029558" y="5419620"/>
                </a:cubicBezTo>
                <a:cubicBezTo>
                  <a:pt x="5030434" y="5420913"/>
                  <a:pt x="5030872" y="5422492"/>
                  <a:pt x="5030872" y="5424357"/>
                </a:cubicBezTo>
                <a:cubicBezTo>
                  <a:pt x="5030872" y="5433894"/>
                  <a:pt x="5019750" y="5438663"/>
                  <a:pt x="4997507" y="5438663"/>
                </a:cubicBezTo>
                <a:cubicBezTo>
                  <a:pt x="4986075" y="5438663"/>
                  <a:pt x="4976805" y="5437698"/>
                  <a:pt x="4969699" y="5435767"/>
                </a:cubicBezTo>
                <a:cubicBezTo>
                  <a:pt x="4967453" y="5435125"/>
                  <a:pt x="4965503" y="5433842"/>
                  <a:pt x="4963848" y="5431918"/>
                </a:cubicBezTo>
                <a:cubicBezTo>
                  <a:pt x="4962195" y="5429994"/>
                  <a:pt x="4961367" y="5427761"/>
                  <a:pt x="4961367" y="5425219"/>
                </a:cubicBezTo>
                <a:cubicBezTo>
                  <a:pt x="4961367" y="5423075"/>
                  <a:pt x="4961808" y="5421400"/>
                  <a:pt x="4962694" y="5420194"/>
                </a:cubicBezTo>
                <a:cubicBezTo>
                  <a:pt x="4963577" y="5418988"/>
                  <a:pt x="4965274" y="5417919"/>
                  <a:pt x="4967783" y="5416986"/>
                </a:cubicBezTo>
                <a:cubicBezTo>
                  <a:pt x="4969895" y="5414500"/>
                  <a:pt x="4971334" y="5411732"/>
                  <a:pt x="4972097" y="5408680"/>
                </a:cubicBezTo>
                <a:cubicBezTo>
                  <a:pt x="4972860" y="5405628"/>
                  <a:pt x="4973241" y="5400927"/>
                  <a:pt x="4973241" y="5394575"/>
                </a:cubicBezTo>
                <a:cubicBezTo>
                  <a:pt x="4973241" y="5392550"/>
                  <a:pt x="4973099" y="5388689"/>
                  <a:pt x="4972817" y="5382992"/>
                </a:cubicBezTo>
                <a:cubicBezTo>
                  <a:pt x="4972533" y="5377296"/>
                  <a:pt x="4972340" y="5374061"/>
                  <a:pt x="4972237" y="5373288"/>
                </a:cubicBezTo>
                <a:cubicBezTo>
                  <a:pt x="4971925" y="5371148"/>
                  <a:pt x="4970507" y="5369523"/>
                  <a:pt x="4967986" y="5368414"/>
                </a:cubicBezTo>
                <a:cubicBezTo>
                  <a:pt x="4963253" y="5366354"/>
                  <a:pt x="4960888" y="5363200"/>
                  <a:pt x="4960888" y="5358952"/>
                </a:cubicBezTo>
                <a:cubicBezTo>
                  <a:pt x="4960888" y="5354049"/>
                  <a:pt x="4963890" y="5350448"/>
                  <a:pt x="4969896" y="5348149"/>
                </a:cubicBezTo>
                <a:cubicBezTo>
                  <a:pt x="4977202" y="5345345"/>
                  <a:pt x="4984986" y="5342975"/>
                  <a:pt x="4993249" y="5341038"/>
                </a:cubicBezTo>
                <a:cubicBezTo>
                  <a:pt x="5001512" y="5339102"/>
                  <a:pt x="5007942" y="5338134"/>
                  <a:pt x="5012541" y="5338134"/>
                </a:cubicBezTo>
                <a:close/>
                <a:moveTo>
                  <a:pt x="4782792" y="5338134"/>
                </a:moveTo>
                <a:cubicBezTo>
                  <a:pt x="4787926" y="5338134"/>
                  <a:pt x="4790494" y="5340381"/>
                  <a:pt x="4790494" y="5344876"/>
                </a:cubicBezTo>
                <a:lnTo>
                  <a:pt x="4790494" y="5396777"/>
                </a:lnTo>
                <a:cubicBezTo>
                  <a:pt x="4790494" y="5406584"/>
                  <a:pt x="4793480" y="5411487"/>
                  <a:pt x="4799455" y="5411487"/>
                </a:cubicBezTo>
                <a:cubicBezTo>
                  <a:pt x="4800945" y="5411487"/>
                  <a:pt x="4802418" y="5411058"/>
                  <a:pt x="4803874" y="5410201"/>
                </a:cubicBezTo>
                <a:cubicBezTo>
                  <a:pt x="4805328" y="5409343"/>
                  <a:pt x="4806320" y="5408339"/>
                  <a:pt x="4806847" y="5407188"/>
                </a:cubicBezTo>
                <a:cubicBezTo>
                  <a:pt x="4808149" y="5404347"/>
                  <a:pt x="4808800" y="5397780"/>
                  <a:pt x="4808800" y="5387488"/>
                </a:cubicBezTo>
                <a:cubicBezTo>
                  <a:pt x="4808800" y="5377152"/>
                  <a:pt x="4808450" y="5369759"/>
                  <a:pt x="4807748" y="5365310"/>
                </a:cubicBezTo>
                <a:cubicBezTo>
                  <a:pt x="4807547" y="5364767"/>
                  <a:pt x="4807235" y="5364251"/>
                  <a:pt x="4806811" y="5363762"/>
                </a:cubicBezTo>
                <a:cubicBezTo>
                  <a:pt x="4806386" y="5363274"/>
                  <a:pt x="4805038" y="5362292"/>
                  <a:pt x="4802768" y="5360816"/>
                </a:cubicBezTo>
                <a:cubicBezTo>
                  <a:pt x="4799128" y="5359156"/>
                  <a:pt x="4797309" y="5356460"/>
                  <a:pt x="4797309" y="5352727"/>
                </a:cubicBezTo>
                <a:cubicBezTo>
                  <a:pt x="4797309" y="5347747"/>
                  <a:pt x="4800926" y="5344372"/>
                  <a:pt x="4808160" y="5342600"/>
                </a:cubicBezTo>
                <a:cubicBezTo>
                  <a:pt x="4820198" y="5339623"/>
                  <a:pt x="4832075" y="5338134"/>
                  <a:pt x="4843792" y="5338134"/>
                </a:cubicBezTo>
                <a:cubicBezTo>
                  <a:pt x="4851607" y="5338134"/>
                  <a:pt x="4855515" y="5342200"/>
                  <a:pt x="4855515" y="5350333"/>
                </a:cubicBezTo>
                <a:cubicBezTo>
                  <a:pt x="4855515" y="5350353"/>
                  <a:pt x="4855471" y="5351863"/>
                  <a:pt x="4855382" y="5354862"/>
                </a:cubicBezTo>
                <a:cubicBezTo>
                  <a:pt x="4855257" y="5357876"/>
                  <a:pt x="4855173" y="5360886"/>
                  <a:pt x="4855132" y="5363894"/>
                </a:cubicBezTo>
                <a:lnTo>
                  <a:pt x="4855132" y="5408078"/>
                </a:lnTo>
                <a:cubicBezTo>
                  <a:pt x="4855132" y="5409470"/>
                  <a:pt x="4856983" y="5411233"/>
                  <a:pt x="4860685" y="5413369"/>
                </a:cubicBezTo>
                <a:cubicBezTo>
                  <a:pt x="4863814" y="5414548"/>
                  <a:pt x="4865378" y="5416998"/>
                  <a:pt x="4865378" y="5420718"/>
                </a:cubicBezTo>
                <a:cubicBezTo>
                  <a:pt x="4865378" y="5427499"/>
                  <a:pt x="4858044" y="5432577"/>
                  <a:pt x="4843378" y="5435952"/>
                </a:cubicBezTo>
                <a:cubicBezTo>
                  <a:pt x="4835310" y="5437824"/>
                  <a:pt x="4827437" y="5438760"/>
                  <a:pt x="4819756" y="5438760"/>
                </a:cubicBezTo>
                <a:cubicBezTo>
                  <a:pt x="4816270" y="5438760"/>
                  <a:pt x="4813765" y="5438280"/>
                  <a:pt x="4812239" y="5437320"/>
                </a:cubicBezTo>
                <a:cubicBezTo>
                  <a:pt x="4810713" y="5436360"/>
                  <a:pt x="4809822" y="5434526"/>
                  <a:pt x="4809567" y="5431817"/>
                </a:cubicBezTo>
                <a:cubicBezTo>
                  <a:pt x="4809342" y="5429040"/>
                  <a:pt x="4808781" y="5427651"/>
                  <a:pt x="4807882" y="5427651"/>
                </a:cubicBezTo>
                <a:cubicBezTo>
                  <a:pt x="4807498" y="5427651"/>
                  <a:pt x="4807062" y="5427785"/>
                  <a:pt x="4806576" y="5428052"/>
                </a:cubicBezTo>
                <a:cubicBezTo>
                  <a:pt x="4806090" y="5428319"/>
                  <a:pt x="4804261" y="5429542"/>
                  <a:pt x="4801087" y="5431720"/>
                </a:cubicBezTo>
                <a:cubicBezTo>
                  <a:pt x="4794311" y="5436349"/>
                  <a:pt x="4786999" y="5438663"/>
                  <a:pt x="4779154" y="5438663"/>
                </a:cubicBezTo>
                <a:cubicBezTo>
                  <a:pt x="4766194" y="5438663"/>
                  <a:pt x="4756893" y="5433818"/>
                  <a:pt x="4751250" y="5424128"/>
                </a:cubicBezTo>
                <a:cubicBezTo>
                  <a:pt x="4746971" y="5419927"/>
                  <a:pt x="4744832" y="5410587"/>
                  <a:pt x="4744832" y="5396107"/>
                </a:cubicBezTo>
                <a:cubicBezTo>
                  <a:pt x="4744832" y="5390852"/>
                  <a:pt x="4744865" y="5386383"/>
                  <a:pt x="4744928" y="5382701"/>
                </a:cubicBezTo>
                <a:cubicBezTo>
                  <a:pt x="4744928" y="5380530"/>
                  <a:pt x="4744928" y="5379061"/>
                  <a:pt x="4744928" y="5378295"/>
                </a:cubicBezTo>
                <a:cubicBezTo>
                  <a:pt x="4744928" y="5373061"/>
                  <a:pt x="4744497" y="5369316"/>
                  <a:pt x="4743634" y="5367061"/>
                </a:cubicBezTo>
                <a:cubicBezTo>
                  <a:pt x="4742771" y="5364806"/>
                  <a:pt x="4741229" y="5363055"/>
                  <a:pt x="4739007" y="5361809"/>
                </a:cubicBezTo>
                <a:cubicBezTo>
                  <a:pt x="4736311" y="5360425"/>
                  <a:pt x="4734517" y="5359224"/>
                  <a:pt x="4733626" y="5358206"/>
                </a:cubicBezTo>
                <a:cubicBezTo>
                  <a:pt x="4732734" y="5357188"/>
                  <a:pt x="4732288" y="5355744"/>
                  <a:pt x="4732288" y="5353877"/>
                </a:cubicBezTo>
                <a:cubicBezTo>
                  <a:pt x="4732288" y="5347984"/>
                  <a:pt x="4736467" y="5344129"/>
                  <a:pt x="4744826" y="5342312"/>
                </a:cubicBezTo>
                <a:cubicBezTo>
                  <a:pt x="4757526" y="5339526"/>
                  <a:pt x="4770181" y="5338134"/>
                  <a:pt x="4782792" y="5338134"/>
                </a:cubicBezTo>
                <a:close/>
                <a:moveTo>
                  <a:pt x="3964792" y="5338134"/>
                </a:moveTo>
                <a:cubicBezTo>
                  <a:pt x="3969671" y="5338134"/>
                  <a:pt x="3972111" y="5340764"/>
                  <a:pt x="3972111" y="5346025"/>
                </a:cubicBezTo>
                <a:lnTo>
                  <a:pt x="3972111" y="5401661"/>
                </a:lnTo>
                <a:cubicBezTo>
                  <a:pt x="3972111" y="5405872"/>
                  <a:pt x="3972448" y="5408842"/>
                  <a:pt x="3973123" y="5410571"/>
                </a:cubicBezTo>
                <a:cubicBezTo>
                  <a:pt x="3973799" y="5412300"/>
                  <a:pt x="3975183" y="5413908"/>
                  <a:pt x="3977278" y="5415395"/>
                </a:cubicBezTo>
                <a:cubicBezTo>
                  <a:pt x="3979422" y="5416918"/>
                  <a:pt x="3980933" y="5418327"/>
                  <a:pt x="3981808" y="5419620"/>
                </a:cubicBezTo>
                <a:cubicBezTo>
                  <a:pt x="3982685" y="5420913"/>
                  <a:pt x="3983123" y="5422492"/>
                  <a:pt x="3983123" y="5424357"/>
                </a:cubicBezTo>
                <a:cubicBezTo>
                  <a:pt x="3983123" y="5433894"/>
                  <a:pt x="3972001" y="5438663"/>
                  <a:pt x="3949758" y="5438663"/>
                </a:cubicBezTo>
                <a:cubicBezTo>
                  <a:pt x="3938326" y="5438663"/>
                  <a:pt x="3929057" y="5437698"/>
                  <a:pt x="3921950" y="5435767"/>
                </a:cubicBezTo>
                <a:cubicBezTo>
                  <a:pt x="3919704" y="5435125"/>
                  <a:pt x="3917754" y="5433842"/>
                  <a:pt x="3916099" y="5431918"/>
                </a:cubicBezTo>
                <a:cubicBezTo>
                  <a:pt x="3914445" y="5429994"/>
                  <a:pt x="3913618" y="5427761"/>
                  <a:pt x="3913618" y="5425219"/>
                </a:cubicBezTo>
                <a:cubicBezTo>
                  <a:pt x="3913618" y="5423075"/>
                  <a:pt x="3914060" y="5421400"/>
                  <a:pt x="3914944" y="5420194"/>
                </a:cubicBezTo>
                <a:cubicBezTo>
                  <a:pt x="3915828" y="5418988"/>
                  <a:pt x="3917525" y="5417919"/>
                  <a:pt x="3920034" y="5416986"/>
                </a:cubicBezTo>
                <a:cubicBezTo>
                  <a:pt x="3922147" y="5414500"/>
                  <a:pt x="3923585" y="5411732"/>
                  <a:pt x="3924348" y="5408680"/>
                </a:cubicBezTo>
                <a:cubicBezTo>
                  <a:pt x="3925111" y="5405628"/>
                  <a:pt x="3925492" y="5400927"/>
                  <a:pt x="3925492" y="5394575"/>
                </a:cubicBezTo>
                <a:cubicBezTo>
                  <a:pt x="3925492" y="5392550"/>
                  <a:pt x="3925351" y="5388689"/>
                  <a:pt x="3925067" y="5382992"/>
                </a:cubicBezTo>
                <a:cubicBezTo>
                  <a:pt x="3924784" y="5377296"/>
                  <a:pt x="3924591" y="5374061"/>
                  <a:pt x="3924488" y="5373288"/>
                </a:cubicBezTo>
                <a:cubicBezTo>
                  <a:pt x="3924176" y="5371148"/>
                  <a:pt x="3922759" y="5369523"/>
                  <a:pt x="3920236" y="5368414"/>
                </a:cubicBezTo>
                <a:cubicBezTo>
                  <a:pt x="3915505" y="5366354"/>
                  <a:pt x="3913138" y="5363200"/>
                  <a:pt x="3913138" y="5358952"/>
                </a:cubicBezTo>
                <a:cubicBezTo>
                  <a:pt x="3913138" y="5354049"/>
                  <a:pt x="3916141" y="5350448"/>
                  <a:pt x="3922147" y="5348149"/>
                </a:cubicBezTo>
                <a:cubicBezTo>
                  <a:pt x="3929453" y="5345345"/>
                  <a:pt x="3937237" y="5342975"/>
                  <a:pt x="3945500" y="5341038"/>
                </a:cubicBezTo>
                <a:cubicBezTo>
                  <a:pt x="3953762" y="5339102"/>
                  <a:pt x="3960194" y="5338134"/>
                  <a:pt x="3964792" y="5338134"/>
                </a:cubicBezTo>
                <a:close/>
                <a:moveTo>
                  <a:pt x="3327136" y="5338134"/>
                </a:moveTo>
                <a:cubicBezTo>
                  <a:pt x="3330775" y="5338134"/>
                  <a:pt x="3332594" y="5341370"/>
                  <a:pt x="3332594" y="5347844"/>
                </a:cubicBezTo>
                <a:cubicBezTo>
                  <a:pt x="3332594" y="5347908"/>
                  <a:pt x="3332594" y="5348331"/>
                  <a:pt x="3332594" y="5349114"/>
                </a:cubicBezTo>
                <a:cubicBezTo>
                  <a:pt x="3332530" y="5350129"/>
                  <a:pt x="3332498" y="5351078"/>
                  <a:pt x="3332498" y="5351961"/>
                </a:cubicBezTo>
                <a:cubicBezTo>
                  <a:pt x="3332498" y="5354107"/>
                  <a:pt x="3332836" y="5355180"/>
                  <a:pt x="3333511" y="5355180"/>
                </a:cubicBezTo>
                <a:cubicBezTo>
                  <a:pt x="3333972" y="5355180"/>
                  <a:pt x="3335126" y="5354075"/>
                  <a:pt x="3336975" y="5351867"/>
                </a:cubicBezTo>
                <a:cubicBezTo>
                  <a:pt x="3340680" y="5347613"/>
                  <a:pt x="3345286" y="5344261"/>
                  <a:pt x="3350792" y="5341810"/>
                </a:cubicBezTo>
                <a:cubicBezTo>
                  <a:pt x="3356299" y="5339359"/>
                  <a:pt x="3361933" y="5338134"/>
                  <a:pt x="3367698" y="5338134"/>
                </a:cubicBezTo>
                <a:cubicBezTo>
                  <a:pt x="3379188" y="5338134"/>
                  <a:pt x="3387277" y="5342585"/>
                  <a:pt x="3391966" y="5351487"/>
                </a:cubicBezTo>
                <a:cubicBezTo>
                  <a:pt x="3392997" y="5353246"/>
                  <a:pt x="3393622" y="5354125"/>
                  <a:pt x="3393841" y="5354125"/>
                </a:cubicBezTo>
                <a:cubicBezTo>
                  <a:pt x="3394025" y="5354125"/>
                  <a:pt x="3395227" y="5353042"/>
                  <a:pt x="3397448" y="5350875"/>
                </a:cubicBezTo>
                <a:cubicBezTo>
                  <a:pt x="3406142" y="5342381"/>
                  <a:pt x="3416016" y="5338134"/>
                  <a:pt x="3427070" y="5338134"/>
                </a:cubicBezTo>
                <a:cubicBezTo>
                  <a:pt x="3435805" y="5338134"/>
                  <a:pt x="3442978" y="5340563"/>
                  <a:pt x="3448589" y="5345421"/>
                </a:cubicBezTo>
                <a:cubicBezTo>
                  <a:pt x="3454572" y="5350569"/>
                  <a:pt x="3457563" y="5358143"/>
                  <a:pt x="3457563" y="5368145"/>
                </a:cubicBezTo>
                <a:cubicBezTo>
                  <a:pt x="3457563" y="5369420"/>
                  <a:pt x="3457486" y="5372939"/>
                  <a:pt x="3457333" y="5378701"/>
                </a:cubicBezTo>
                <a:cubicBezTo>
                  <a:pt x="3457231" y="5380045"/>
                  <a:pt x="3457180" y="5384985"/>
                  <a:pt x="3457180" y="5393522"/>
                </a:cubicBezTo>
                <a:cubicBezTo>
                  <a:pt x="3457180" y="5398202"/>
                  <a:pt x="3457135" y="5402037"/>
                  <a:pt x="3457047" y="5405027"/>
                </a:cubicBezTo>
                <a:cubicBezTo>
                  <a:pt x="3457007" y="5405869"/>
                  <a:pt x="3456987" y="5406758"/>
                  <a:pt x="3456987" y="5407695"/>
                </a:cubicBezTo>
                <a:cubicBezTo>
                  <a:pt x="3456987" y="5411351"/>
                  <a:pt x="3458104" y="5414519"/>
                  <a:pt x="3460338" y="5417199"/>
                </a:cubicBezTo>
                <a:cubicBezTo>
                  <a:pt x="3461982" y="5419188"/>
                  <a:pt x="3463033" y="5420575"/>
                  <a:pt x="3463489" y="5421360"/>
                </a:cubicBezTo>
                <a:cubicBezTo>
                  <a:pt x="3463943" y="5422145"/>
                  <a:pt x="3464170" y="5423208"/>
                  <a:pt x="3464170" y="5424549"/>
                </a:cubicBezTo>
                <a:cubicBezTo>
                  <a:pt x="3464170" y="5434023"/>
                  <a:pt x="3453879" y="5438760"/>
                  <a:pt x="3433295" y="5438760"/>
                </a:cubicBezTo>
                <a:cubicBezTo>
                  <a:pt x="3424523" y="5438760"/>
                  <a:pt x="3417281" y="5437638"/>
                  <a:pt x="3411567" y="5435395"/>
                </a:cubicBezTo>
                <a:cubicBezTo>
                  <a:pt x="3405853" y="5433151"/>
                  <a:pt x="3402997" y="5429919"/>
                  <a:pt x="3402997" y="5425698"/>
                </a:cubicBezTo>
                <a:cubicBezTo>
                  <a:pt x="3402997" y="5424103"/>
                  <a:pt x="3403219" y="5422881"/>
                  <a:pt x="3403663" y="5422032"/>
                </a:cubicBezTo>
                <a:cubicBezTo>
                  <a:pt x="3404108" y="5421183"/>
                  <a:pt x="3405668" y="5419008"/>
                  <a:pt x="3408344" y="5415508"/>
                </a:cubicBezTo>
                <a:cubicBezTo>
                  <a:pt x="3409567" y="5413742"/>
                  <a:pt x="3410178" y="5405679"/>
                  <a:pt x="3410178" y="5391319"/>
                </a:cubicBezTo>
                <a:cubicBezTo>
                  <a:pt x="3410178" y="5382978"/>
                  <a:pt x="3409602" y="5377201"/>
                  <a:pt x="3408451" y="5373987"/>
                </a:cubicBezTo>
                <a:cubicBezTo>
                  <a:pt x="3407343" y="5370820"/>
                  <a:pt x="3405155" y="5369236"/>
                  <a:pt x="3401885" y="5369236"/>
                </a:cubicBezTo>
                <a:cubicBezTo>
                  <a:pt x="3400279" y="5369236"/>
                  <a:pt x="3398835" y="5369751"/>
                  <a:pt x="3397555" y="5370780"/>
                </a:cubicBezTo>
                <a:cubicBezTo>
                  <a:pt x="3396274" y="5371809"/>
                  <a:pt x="3395465" y="5372291"/>
                  <a:pt x="3395126" y="5372224"/>
                </a:cubicBezTo>
                <a:cubicBezTo>
                  <a:pt x="3394551" y="5375983"/>
                  <a:pt x="3394229" y="5383190"/>
                  <a:pt x="3394159" y="5393847"/>
                </a:cubicBezTo>
                <a:cubicBezTo>
                  <a:pt x="3394334" y="5403543"/>
                  <a:pt x="3394644" y="5409459"/>
                  <a:pt x="3395088" y="5411594"/>
                </a:cubicBezTo>
                <a:cubicBezTo>
                  <a:pt x="3395532" y="5413730"/>
                  <a:pt x="3397057" y="5416734"/>
                  <a:pt x="3399658" y="5420607"/>
                </a:cubicBezTo>
                <a:cubicBezTo>
                  <a:pt x="3400531" y="5421916"/>
                  <a:pt x="3400968" y="5423486"/>
                  <a:pt x="3400968" y="5425315"/>
                </a:cubicBezTo>
                <a:cubicBezTo>
                  <a:pt x="3400968" y="5434214"/>
                  <a:pt x="3390357" y="5438663"/>
                  <a:pt x="3369134" y="5438663"/>
                </a:cubicBezTo>
                <a:cubicBezTo>
                  <a:pt x="3356904" y="5438663"/>
                  <a:pt x="3348208" y="5437466"/>
                  <a:pt x="3343049" y="5435071"/>
                </a:cubicBezTo>
                <a:cubicBezTo>
                  <a:pt x="3339730" y="5433836"/>
                  <a:pt x="3338070" y="5430999"/>
                  <a:pt x="3338070" y="5426559"/>
                </a:cubicBezTo>
                <a:cubicBezTo>
                  <a:pt x="3338070" y="5424585"/>
                  <a:pt x="3338358" y="5423155"/>
                  <a:pt x="3338935" y="5422267"/>
                </a:cubicBezTo>
                <a:cubicBezTo>
                  <a:pt x="3339512" y="5421380"/>
                  <a:pt x="3341045" y="5419757"/>
                  <a:pt x="3343535" y="5417399"/>
                </a:cubicBezTo>
                <a:cubicBezTo>
                  <a:pt x="3344718" y="5416270"/>
                  <a:pt x="3345479" y="5415222"/>
                  <a:pt x="3345818" y="5414255"/>
                </a:cubicBezTo>
                <a:cubicBezTo>
                  <a:pt x="3346157" y="5413288"/>
                  <a:pt x="3346429" y="5411141"/>
                  <a:pt x="3346633" y="5407814"/>
                </a:cubicBezTo>
                <a:cubicBezTo>
                  <a:pt x="3347053" y="5401206"/>
                  <a:pt x="3347263" y="5394367"/>
                  <a:pt x="3347263" y="5387297"/>
                </a:cubicBezTo>
                <a:cubicBezTo>
                  <a:pt x="3347263" y="5376087"/>
                  <a:pt x="3344722" y="5370482"/>
                  <a:pt x="3339640" y="5370482"/>
                </a:cubicBezTo>
                <a:cubicBezTo>
                  <a:pt x="3336018" y="5370482"/>
                  <a:pt x="3333835" y="5372717"/>
                  <a:pt x="3333090" y="5377189"/>
                </a:cubicBezTo>
                <a:cubicBezTo>
                  <a:pt x="3332377" y="5381881"/>
                  <a:pt x="3332021" y="5388889"/>
                  <a:pt x="3332021" y="5398213"/>
                </a:cubicBezTo>
                <a:cubicBezTo>
                  <a:pt x="3332021" y="5405235"/>
                  <a:pt x="3332150" y="5409735"/>
                  <a:pt x="3332413" y="5411712"/>
                </a:cubicBezTo>
                <a:cubicBezTo>
                  <a:pt x="3332674" y="5413688"/>
                  <a:pt x="3333469" y="5416023"/>
                  <a:pt x="3334796" y="5418715"/>
                </a:cubicBezTo>
                <a:cubicBezTo>
                  <a:pt x="3336329" y="5421233"/>
                  <a:pt x="3337094" y="5423496"/>
                  <a:pt x="3337094" y="5425506"/>
                </a:cubicBezTo>
                <a:cubicBezTo>
                  <a:pt x="3337094" y="5430635"/>
                  <a:pt x="3333678" y="5434139"/>
                  <a:pt x="3326842" y="5436017"/>
                </a:cubicBezTo>
                <a:cubicBezTo>
                  <a:pt x="3320374" y="5437781"/>
                  <a:pt x="3313246" y="5438663"/>
                  <a:pt x="3305455" y="5438663"/>
                </a:cubicBezTo>
                <a:cubicBezTo>
                  <a:pt x="3295375" y="5438663"/>
                  <a:pt x="3287773" y="5437792"/>
                  <a:pt x="3282649" y="5436048"/>
                </a:cubicBezTo>
                <a:cubicBezTo>
                  <a:pt x="3277526" y="5434304"/>
                  <a:pt x="3274964" y="5431269"/>
                  <a:pt x="3274964" y="5426942"/>
                </a:cubicBezTo>
                <a:cubicBezTo>
                  <a:pt x="3274964" y="5425282"/>
                  <a:pt x="3275359" y="5423871"/>
                  <a:pt x="3276148" y="5422707"/>
                </a:cubicBezTo>
                <a:cubicBezTo>
                  <a:pt x="3276937" y="5421543"/>
                  <a:pt x="3278473" y="5419955"/>
                  <a:pt x="3280755" y="5417942"/>
                </a:cubicBezTo>
                <a:cubicBezTo>
                  <a:pt x="3283201" y="5415714"/>
                  <a:pt x="3284633" y="5412447"/>
                  <a:pt x="3285051" y="5408139"/>
                </a:cubicBezTo>
                <a:cubicBezTo>
                  <a:pt x="3285732" y="5400461"/>
                  <a:pt x="3286072" y="5392428"/>
                  <a:pt x="3286072" y="5384041"/>
                </a:cubicBezTo>
                <a:cubicBezTo>
                  <a:pt x="3286072" y="5378221"/>
                  <a:pt x="3285803" y="5374249"/>
                  <a:pt x="3285264" y="5372123"/>
                </a:cubicBezTo>
                <a:cubicBezTo>
                  <a:pt x="3284725" y="5369997"/>
                  <a:pt x="3284060" y="5368461"/>
                  <a:pt x="3283270" y="5367513"/>
                </a:cubicBezTo>
                <a:cubicBezTo>
                  <a:pt x="3280357" y="5365639"/>
                  <a:pt x="3278548" y="5364204"/>
                  <a:pt x="3277841" y="5363208"/>
                </a:cubicBezTo>
                <a:cubicBezTo>
                  <a:pt x="3277136" y="5362211"/>
                  <a:pt x="3276783" y="5360825"/>
                  <a:pt x="3276783" y="5359048"/>
                </a:cubicBezTo>
                <a:cubicBezTo>
                  <a:pt x="3276783" y="5353880"/>
                  <a:pt x="3281126" y="5349845"/>
                  <a:pt x="3289814" y="5346944"/>
                </a:cubicBezTo>
                <a:cubicBezTo>
                  <a:pt x="3305000" y="5341157"/>
                  <a:pt x="3317441" y="5338220"/>
                  <a:pt x="3327136" y="5338134"/>
                </a:cubicBezTo>
                <a:close/>
                <a:moveTo>
                  <a:pt x="2983717" y="5338134"/>
                </a:moveTo>
                <a:cubicBezTo>
                  <a:pt x="2988596" y="5338134"/>
                  <a:pt x="2991036" y="5340764"/>
                  <a:pt x="2991036" y="5346025"/>
                </a:cubicBezTo>
                <a:lnTo>
                  <a:pt x="2991036" y="5401661"/>
                </a:lnTo>
                <a:cubicBezTo>
                  <a:pt x="2991036" y="5405872"/>
                  <a:pt x="2991373" y="5408842"/>
                  <a:pt x="2992049" y="5410571"/>
                </a:cubicBezTo>
                <a:cubicBezTo>
                  <a:pt x="2992723" y="5412300"/>
                  <a:pt x="2994108" y="5413908"/>
                  <a:pt x="2996203" y="5415395"/>
                </a:cubicBezTo>
                <a:cubicBezTo>
                  <a:pt x="2998347" y="5416918"/>
                  <a:pt x="2999858" y="5418327"/>
                  <a:pt x="3000733" y="5419620"/>
                </a:cubicBezTo>
                <a:cubicBezTo>
                  <a:pt x="3001610" y="5420913"/>
                  <a:pt x="3002048" y="5422492"/>
                  <a:pt x="3002048" y="5424357"/>
                </a:cubicBezTo>
                <a:cubicBezTo>
                  <a:pt x="3002048" y="5433894"/>
                  <a:pt x="2990926" y="5438663"/>
                  <a:pt x="2968683" y="5438663"/>
                </a:cubicBezTo>
                <a:cubicBezTo>
                  <a:pt x="2957251" y="5438663"/>
                  <a:pt x="2947982" y="5437698"/>
                  <a:pt x="2940875" y="5435767"/>
                </a:cubicBezTo>
                <a:cubicBezTo>
                  <a:pt x="2938629" y="5435125"/>
                  <a:pt x="2936679" y="5433842"/>
                  <a:pt x="2935024" y="5431918"/>
                </a:cubicBezTo>
                <a:cubicBezTo>
                  <a:pt x="2933370" y="5429994"/>
                  <a:pt x="2932542" y="5427761"/>
                  <a:pt x="2932542" y="5425219"/>
                </a:cubicBezTo>
                <a:cubicBezTo>
                  <a:pt x="2932542" y="5423075"/>
                  <a:pt x="2932985" y="5421400"/>
                  <a:pt x="2933869" y="5420194"/>
                </a:cubicBezTo>
                <a:cubicBezTo>
                  <a:pt x="2934753" y="5418988"/>
                  <a:pt x="2936450" y="5417919"/>
                  <a:pt x="2938958" y="5416986"/>
                </a:cubicBezTo>
                <a:cubicBezTo>
                  <a:pt x="2941072" y="5414500"/>
                  <a:pt x="2942509" y="5411732"/>
                  <a:pt x="2943273" y="5408680"/>
                </a:cubicBezTo>
                <a:cubicBezTo>
                  <a:pt x="2944035" y="5405628"/>
                  <a:pt x="2944418" y="5400927"/>
                  <a:pt x="2944418" y="5394575"/>
                </a:cubicBezTo>
                <a:cubicBezTo>
                  <a:pt x="2944418" y="5392550"/>
                  <a:pt x="2944276" y="5388689"/>
                  <a:pt x="2943992" y="5382992"/>
                </a:cubicBezTo>
                <a:cubicBezTo>
                  <a:pt x="2943709" y="5377296"/>
                  <a:pt x="2943516" y="5374061"/>
                  <a:pt x="2943413" y="5373288"/>
                </a:cubicBezTo>
                <a:cubicBezTo>
                  <a:pt x="2943101" y="5371148"/>
                  <a:pt x="2941684" y="5369523"/>
                  <a:pt x="2939162" y="5368414"/>
                </a:cubicBezTo>
                <a:cubicBezTo>
                  <a:pt x="2934430" y="5366354"/>
                  <a:pt x="2932063" y="5363200"/>
                  <a:pt x="2932063" y="5358952"/>
                </a:cubicBezTo>
                <a:cubicBezTo>
                  <a:pt x="2932063" y="5354049"/>
                  <a:pt x="2935066" y="5350448"/>
                  <a:pt x="2941072" y="5348149"/>
                </a:cubicBezTo>
                <a:cubicBezTo>
                  <a:pt x="2948378" y="5345345"/>
                  <a:pt x="2956161" y="5342975"/>
                  <a:pt x="2964425" y="5341038"/>
                </a:cubicBezTo>
                <a:cubicBezTo>
                  <a:pt x="2972687" y="5339102"/>
                  <a:pt x="2979118" y="5338134"/>
                  <a:pt x="2983717" y="5338134"/>
                </a:cubicBezTo>
                <a:close/>
                <a:moveTo>
                  <a:pt x="2487267" y="5338134"/>
                </a:moveTo>
                <a:cubicBezTo>
                  <a:pt x="2492402" y="5338134"/>
                  <a:pt x="2494970" y="5340381"/>
                  <a:pt x="2494970" y="5344876"/>
                </a:cubicBezTo>
                <a:lnTo>
                  <a:pt x="2494970" y="5396777"/>
                </a:lnTo>
                <a:cubicBezTo>
                  <a:pt x="2494970" y="5406584"/>
                  <a:pt x="2497957" y="5411487"/>
                  <a:pt x="2503931" y="5411487"/>
                </a:cubicBezTo>
                <a:cubicBezTo>
                  <a:pt x="2505421" y="5411487"/>
                  <a:pt x="2506894" y="5411058"/>
                  <a:pt x="2508349" y="5410201"/>
                </a:cubicBezTo>
                <a:cubicBezTo>
                  <a:pt x="2509804" y="5409343"/>
                  <a:pt x="2510796" y="5408339"/>
                  <a:pt x="2511322" y="5407188"/>
                </a:cubicBezTo>
                <a:cubicBezTo>
                  <a:pt x="2512626" y="5404347"/>
                  <a:pt x="2513276" y="5397780"/>
                  <a:pt x="2513276" y="5387488"/>
                </a:cubicBezTo>
                <a:cubicBezTo>
                  <a:pt x="2513276" y="5377152"/>
                  <a:pt x="2512925" y="5369759"/>
                  <a:pt x="2512223" y="5365310"/>
                </a:cubicBezTo>
                <a:cubicBezTo>
                  <a:pt x="2512023" y="5364767"/>
                  <a:pt x="2511711" y="5364251"/>
                  <a:pt x="2511287" y="5363762"/>
                </a:cubicBezTo>
                <a:cubicBezTo>
                  <a:pt x="2510862" y="5363274"/>
                  <a:pt x="2509514" y="5362292"/>
                  <a:pt x="2507244" y="5360816"/>
                </a:cubicBezTo>
                <a:cubicBezTo>
                  <a:pt x="2503605" y="5359156"/>
                  <a:pt x="2501785" y="5356460"/>
                  <a:pt x="2501785" y="5352727"/>
                </a:cubicBezTo>
                <a:cubicBezTo>
                  <a:pt x="2501785" y="5347747"/>
                  <a:pt x="2505402" y="5344372"/>
                  <a:pt x="2512635" y="5342600"/>
                </a:cubicBezTo>
                <a:cubicBezTo>
                  <a:pt x="2524674" y="5339623"/>
                  <a:pt x="2536551" y="5338134"/>
                  <a:pt x="2548268" y="5338134"/>
                </a:cubicBezTo>
                <a:cubicBezTo>
                  <a:pt x="2556083" y="5338134"/>
                  <a:pt x="2559991" y="5342200"/>
                  <a:pt x="2559991" y="5350333"/>
                </a:cubicBezTo>
                <a:cubicBezTo>
                  <a:pt x="2559991" y="5350353"/>
                  <a:pt x="2559947" y="5351863"/>
                  <a:pt x="2559858" y="5354862"/>
                </a:cubicBezTo>
                <a:cubicBezTo>
                  <a:pt x="2559733" y="5357876"/>
                  <a:pt x="2559649" y="5360886"/>
                  <a:pt x="2559607" y="5363894"/>
                </a:cubicBezTo>
                <a:lnTo>
                  <a:pt x="2559607" y="5408078"/>
                </a:lnTo>
                <a:cubicBezTo>
                  <a:pt x="2559607" y="5409470"/>
                  <a:pt x="2561459" y="5411233"/>
                  <a:pt x="2565161" y="5413369"/>
                </a:cubicBezTo>
                <a:cubicBezTo>
                  <a:pt x="2568289" y="5414548"/>
                  <a:pt x="2569853" y="5416998"/>
                  <a:pt x="2569853" y="5420718"/>
                </a:cubicBezTo>
                <a:cubicBezTo>
                  <a:pt x="2569853" y="5427499"/>
                  <a:pt x="2562520" y="5432577"/>
                  <a:pt x="2547854" y="5435952"/>
                </a:cubicBezTo>
                <a:cubicBezTo>
                  <a:pt x="2539786" y="5437824"/>
                  <a:pt x="2531912" y="5438760"/>
                  <a:pt x="2524232" y="5438760"/>
                </a:cubicBezTo>
                <a:cubicBezTo>
                  <a:pt x="2520747" y="5438760"/>
                  <a:pt x="2518240" y="5438280"/>
                  <a:pt x="2516714" y="5437320"/>
                </a:cubicBezTo>
                <a:cubicBezTo>
                  <a:pt x="2515188" y="5436360"/>
                  <a:pt x="2514298" y="5434526"/>
                  <a:pt x="2514043" y="5431817"/>
                </a:cubicBezTo>
                <a:cubicBezTo>
                  <a:pt x="2513819" y="5429040"/>
                  <a:pt x="2513257" y="5427651"/>
                  <a:pt x="2512357" y="5427651"/>
                </a:cubicBezTo>
                <a:cubicBezTo>
                  <a:pt x="2511973" y="5427651"/>
                  <a:pt x="2511538" y="5427785"/>
                  <a:pt x="2511052" y="5428052"/>
                </a:cubicBezTo>
                <a:cubicBezTo>
                  <a:pt x="2510566" y="5428319"/>
                  <a:pt x="2508737" y="5429542"/>
                  <a:pt x="2505563" y="5431720"/>
                </a:cubicBezTo>
                <a:cubicBezTo>
                  <a:pt x="2498786" y="5436349"/>
                  <a:pt x="2491475" y="5438663"/>
                  <a:pt x="2483629" y="5438663"/>
                </a:cubicBezTo>
                <a:cubicBezTo>
                  <a:pt x="2470669" y="5438663"/>
                  <a:pt x="2461369" y="5433818"/>
                  <a:pt x="2455726" y="5424128"/>
                </a:cubicBezTo>
                <a:cubicBezTo>
                  <a:pt x="2451447" y="5419927"/>
                  <a:pt x="2449308" y="5410587"/>
                  <a:pt x="2449308" y="5396107"/>
                </a:cubicBezTo>
                <a:cubicBezTo>
                  <a:pt x="2449308" y="5390852"/>
                  <a:pt x="2449340" y="5386383"/>
                  <a:pt x="2449404" y="5382701"/>
                </a:cubicBezTo>
                <a:cubicBezTo>
                  <a:pt x="2449404" y="5380530"/>
                  <a:pt x="2449404" y="5379061"/>
                  <a:pt x="2449404" y="5378295"/>
                </a:cubicBezTo>
                <a:cubicBezTo>
                  <a:pt x="2449404" y="5373061"/>
                  <a:pt x="2448973" y="5369316"/>
                  <a:pt x="2448110" y="5367061"/>
                </a:cubicBezTo>
                <a:cubicBezTo>
                  <a:pt x="2447248" y="5364806"/>
                  <a:pt x="2445705" y="5363055"/>
                  <a:pt x="2443483" y="5361809"/>
                </a:cubicBezTo>
                <a:cubicBezTo>
                  <a:pt x="2440787" y="5360425"/>
                  <a:pt x="2438993" y="5359224"/>
                  <a:pt x="2438101" y="5358206"/>
                </a:cubicBezTo>
                <a:cubicBezTo>
                  <a:pt x="2437210" y="5357188"/>
                  <a:pt x="2436764" y="5355744"/>
                  <a:pt x="2436764" y="5353877"/>
                </a:cubicBezTo>
                <a:cubicBezTo>
                  <a:pt x="2436764" y="5347984"/>
                  <a:pt x="2440943" y="5344129"/>
                  <a:pt x="2449302" y="5342312"/>
                </a:cubicBezTo>
                <a:cubicBezTo>
                  <a:pt x="2462001" y="5339526"/>
                  <a:pt x="2474657" y="5338134"/>
                  <a:pt x="2487267" y="5338134"/>
                </a:cubicBezTo>
                <a:close/>
                <a:moveTo>
                  <a:pt x="2031216" y="5338134"/>
                </a:moveTo>
                <a:cubicBezTo>
                  <a:pt x="2036096" y="5338134"/>
                  <a:pt x="2038536" y="5340764"/>
                  <a:pt x="2038536" y="5346025"/>
                </a:cubicBezTo>
                <a:lnTo>
                  <a:pt x="2038536" y="5401661"/>
                </a:lnTo>
                <a:cubicBezTo>
                  <a:pt x="2038536" y="5405872"/>
                  <a:pt x="2038873" y="5408842"/>
                  <a:pt x="2039548" y="5410571"/>
                </a:cubicBezTo>
                <a:cubicBezTo>
                  <a:pt x="2040223" y="5412300"/>
                  <a:pt x="2041608" y="5413908"/>
                  <a:pt x="2043703" y="5415395"/>
                </a:cubicBezTo>
                <a:cubicBezTo>
                  <a:pt x="2045847" y="5416918"/>
                  <a:pt x="2047358" y="5418327"/>
                  <a:pt x="2048234" y="5419620"/>
                </a:cubicBezTo>
                <a:cubicBezTo>
                  <a:pt x="2049110" y="5420913"/>
                  <a:pt x="2049548" y="5422492"/>
                  <a:pt x="2049548" y="5424357"/>
                </a:cubicBezTo>
                <a:cubicBezTo>
                  <a:pt x="2049548" y="5433894"/>
                  <a:pt x="2038426" y="5438663"/>
                  <a:pt x="2016183" y="5438663"/>
                </a:cubicBezTo>
                <a:cubicBezTo>
                  <a:pt x="2004751" y="5438663"/>
                  <a:pt x="1995481" y="5437698"/>
                  <a:pt x="1988375" y="5435767"/>
                </a:cubicBezTo>
                <a:cubicBezTo>
                  <a:pt x="1986128" y="5435125"/>
                  <a:pt x="1984178" y="5433842"/>
                  <a:pt x="1982524" y="5431918"/>
                </a:cubicBezTo>
                <a:cubicBezTo>
                  <a:pt x="1980870" y="5429994"/>
                  <a:pt x="1980043" y="5427761"/>
                  <a:pt x="1980043" y="5425219"/>
                </a:cubicBezTo>
                <a:cubicBezTo>
                  <a:pt x="1980043" y="5423075"/>
                  <a:pt x="1980485" y="5421400"/>
                  <a:pt x="1981369" y="5420194"/>
                </a:cubicBezTo>
                <a:cubicBezTo>
                  <a:pt x="1982253" y="5418988"/>
                  <a:pt x="1983949" y="5417919"/>
                  <a:pt x="1986458" y="5416986"/>
                </a:cubicBezTo>
                <a:cubicBezTo>
                  <a:pt x="1988572" y="5414500"/>
                  <a:pt x="1990009" y="5411732"/>
                  <a:pt x="1990772" y="5408680"/>
                </a:cubicBezTo>
                <a:cubicBezTo>
                  <a:pt x="1991535" y="5405628"/>
                  <a:pt x="1991917" y="5400927"/>
                  <a:pt x="1991917" y="5394575"/>
                </a:cubicBezTo>
                <a:cubicBezTo>
                  <a:pt x="1991917" y="5392550"/>
                  <a:pt x="1991775" y="5388689"/>
                  <a:pt x="1991492" y="5382992"/>
                </a:cubicBezTo>
                <a:cubicBezTo>
                  <a:pt x="1991209" y="5377296"/>
                  <a:pt x="1991015" y="5374061"/>
                  <a:pt x="1990913" y="5373288"/>
                </a:cubicBezTo>
                <a:cubicBezTo>
                  <a:pt x="1990601" y="5371148"/>
                  <a:pt x="1989183" y="5369523"/>
                  <a:pt x="1986662" y="5368414"/>
                </a:cubicBezTo>
                <a:cubicBezTo>
                  <a:pt x="1981929" y="5366354"/>
                  <a:pt x="1979563" y="5363200"/>
                  <a:pt x="1979563" y="5358952"/>
                </a:cubicBezTo>
                <a:cubicBezTo>
                  <a:pt x="1979563" y="5354049"/>
                  <a:pt x="1982566" y="5350448"/>
                  <a:pt x="1988572" y="5348149"/>
                </a:cubicBezTo>
                <a:cubicBezTo>
                  <a:pt x="1995878" y="5345345"/>
                  <a:pt x="2003662" y="5342975"/>
                  <a:pt x="2011924" y="5341038"/>
                </a:cubicBezTo>
                <a:cubicBezTo>
                  <a:pt x="2020187" y="5339102"/>
                  <a:pt x="2026618" y="5338134"/>
                  <a:pt x="2031216" y="5338134"/>
                </a:cubicBezTo>
                <a:close/>
                <a:moveTo>
                  <a:pt x="1212066" y="5338134"/>
                </a:moveTo>
                <a:cubicBezTo>
                  <a:pt x="1216946" y="5338134"/>
                  <a:pt x="1219385" y="5340764"/>
                  <a:pt x="1219385" y="5346025"/>
                </a:cubicBezTo>
                <a:lnTo>
                  <a:pt x="1219385" y="5401661"/>
                </a:lnTo>
                <a:cubicBezTo>
                  <a:pt x="1219385" y="5405872"/>
                  <a:pt x="1219723" y="5408842"/>
                  <a:pt x="1220398" y="5410571"/>
                </a:cubicBezTo>
                <a:cubicBezTo>
                  <a:pt x="1221073" y="5412300"/>
                  <a:pt x="1222458" y="5413908"/>
                  <a:pt x="1224553" y="5415395"/>
                </a:cubicBezTo>
                <a:cubicBezTo>
                  <a:pt x="1226697" y="5416918"/>
                  <a:pt x="1228207" y="5418327"/>
                  <a:pt x="1229084" y="5419620"/>
                </a:cubicBezTo>
                <a:cubicBezTo>
                  <a:pt x="1229959" y="5420913"/>
                  <a:pt x="1230398" y="5422492"/>
                  <a:pt x="1230398" y="5424357"/>
                </a:cubicBezTo>
                <a:cubicBezTo>
                  <a:pt x="1230398" y="5433894"/>
                  <a:pt x="1219276" y="5438663"/>
                  <a:pt x="1197033" y="5438663"/>
                </a:cubicBezTo>
                <a:cubicBezTo>
                  <a:pt x="1185601" y="5438663"/>
                  <a:pt x="1176331" y="5437698"/>
                  <a:pt x="1169225" y="5435767"/>
                </a:cubicBezTo>
                <a:cubicBezTo>
                  <a:pt x="1166978" y="5435125"/>
                  <a:pt x="1165028" y="5433842"/>
                  <a:pt x="1163374" y="5431918"/>
                </a:cubicBezTo>
                <a:cubicBezTo>
                  <a:pt x="1161719" y="5429994"/>
                  <a:pt x="1160893" y="5427761"/>
                  <a:pt x="1160893" y="5425219"/>
                </a:cubicBezTo>
                <a:cubicBezTo>
                  <a:pt x="1160893" y="5423075"/>
                  <a:pt x="1161335" y="5421400"/>
                  <a:pt x="1162219" y="5420194"/>
                </a:cubicBezTo>
                <a:cubicBezTo>
                  <a:pt x="1163103" y="5418988"/>
                  <a:pt x="1164799" y="5417919"/>
                  <a:pt x="1167308" y="5416986"/>
                </a:cubicBezTo>
                <a:cubicBezTo>
                  <a:pt x="1169421" y="5414500"/>
                  <a:pt x="1170859" y="5411732"/>
                  <a:pt x="1171622" y="5408680"/>
                </a:cubicBezTo>
                <a:cubicBezTo>
                  <a:pt x="1172385" y="5405628"/>
                  <a:pt x="1172767" y="5400927"/>
                  <a:pt x="1172767" y="5394575"/>
                </a:cubicBezTo>
                <a:cubicBezTo>
                  <a:pt x="1172767" y="5392550"/>
                  <a:pt x="1172625" y="5388689"/>
                  <a:pt x="1172342" y="5382992"/>
                </a:cubicBezTo>
                <a:cubicBezTo>
                  <a:pt x="1172059" y="5377296"/>
                  <a:pt x="1171865" y="5374061"/>
                  <a:pt x="1171763" y="5373288"/>
                </a:cubicBezTo>
                <a:cubicBezTo>
                  <a:pt x="1171450" y="5371148"/>
                  <a:pt x="1170033" y="5369523"/>
                  <a:pt x="1167511" y="5368414"/>
                </a:cubicBezTo>
                <a:cubicBezTo>
                  <a:pt x="1162779" y="5366354"/>
                  <a:pt x="1160414" y="5363200"/>
                  <a:pt x="1160414" y="5358952"/>
                </a:cubicBezTo>
                <a:cubicBezTo>
                  <a:pt x="1160414" y="5354049"/>
                  <a:pt x="1163416" y="5350448"/>
                  <a:pt x="1169422" y="5348149"/>
                </a:cubicBezTo>
                <a:cubicBezTo>
                  <a:pt x="1176728" y="5345345"/>
                  <a:pt x="1184512" y="5342975"/>
                  <a:pt x="1192774" y="5341038"/>
                </a:cubicBezTo>
                <a:cubicBezTo>
                  <a:pt x="1201037" y="5339102"/>
                  <a:pt x="1207468" y="5338134"/>
                  <a:pt x="1212066" y="5338134"/>
                </a:cubicBezTo>
                <a:close/>
                <a:moveTo>
                  <a:pt x="631041" y="5338134"/>
                </a:moveTo>
                <a:cubicBezTo>
                  <a:pt x="635921" y="5338134"/>
                  <a:pt x="638360" y="5340764"/>
                  <a:pt x="638360" y="5346025"/>
                </a:cubicBezTo>
                <a:lnTo>
                  <a:pt x="638360" y="5401661"/>
                </a:lnTo>
                <a:cubicBezTo>
                  <a:pt x="638360" y="5405872"/>
                  <a:pt x="638698" y="5408842"/>
                  <a:pt x="639373" y="5410571"/>
                </a:cubicBezTo>
                <a:cubicBezTo>
                  <a:pt x="640048" y="5412300"/>
                  <a:pt x="641433" y="5413908"/>
                  <a:pt x="643528" y="5415395"/>
                </a:cubicBezTo>
                <a:cubicBezTo>
                  <a:pt x="645672" y="5416918"/>
                  <a:pt x="647183" y="5418327"/>
                  <a:pt x="648059" y="5419620"/>
                </a:cubicBezTo>
                <a:cubicBezTo>
                  <a:pt x="648934" y="5420913"/>
                  <a:pt x="649372" y="5422492"/>
                  <a:pt x="649372" y="5424357"/>
                </a:cubicBezTo>
                <a:cubicBezTo>
                  <a:pt x="649372" y="5433894"/>
                  <a:pt x="638251" y="5438663"/>
                  <a:pt x="616008" y="5438663"/>
                </a:cubicBezTo>
                <a:cubicBezTo>
                  <a:pt x="604576" y="5438663"/>
                  <a:pt x="595306" y="5437698"/>
                  <a:pt x="588200" y="5435767"/>
                </a:cubicBezTo>
                <a:cubicBezTo>
                  <a:pt x="585954" y="5435125"/>
                  <a:pt x="584003" y="5433842"/>
                  <a:pt x="582349" y="5431918"/>
                </a:cubicBezTo>
                <a:cubicBezTo>
                  <a:pt x="580695" y="5429994"/>
                  <a:pt x="579867" y="5427761"/>
                  <a:pt x="579867" y="5425219"/>
                </a:cubicBezTo>
                <a:cubicBezTo>
                  <a:pt x="579867" y="5423075"/>
                  <a:pt x="580310" y="5421400"/>
                  <a:pt x="581194" y="5420194"/>
                </a:cubicBezTo>
                <a:cubicBezTo>
                  <a:pt x="582078" y="5418988"/>
                  <a:pt x="583775" y="5417919"/>
                  <a:pt x="586283" y="5416986"/>
                </a:cubicBezTo>
                <a:cubicBezTo>
                  <a:pt x="588396" y="5414500"/>
                  <a:pt x="589834" y="5411732"/>
                  <a:pt x="590597" y="5408680"/>
                </a:cubicBezTo>
                <a:cubicBezTo>
                  <a:pt x="591360" y="5405628"/>
                  <a:pt x="591742" y="5400927"/>
                  <a:pt x="591742" y="5394575"/>
                </a:cubicBezTo>
                <a:cubicBezTo>
                  <a:pt x="591742" y="5392550"/>
                  <a:pt x="591600" y="5388689"/>
                  <a:pt x="591317" y="5382992"/>
                </a:cubicBezTo>
                <a:cubicBezTo>
                  <a:pt x="591034" y="5377296"/>
                  <a:pt x="590841" y="5374061"/>
                  <a:pt x="590738" y="5373288"/>
                </a:cubicBezTo>
                <a:cubicBezTo>
                  <a:pt x="590425" y="5371148"/>
                  <a:pt x="589008" y="5369523"/>
                  <a:pt x="586486" y="5368414"/>
                </a:cubicBezTo>
                <a:cubicBezTo>
                  <a:pt x="581754" y="5366354"/>
                  <a:pt x="579389" y="5363200"/>
                  <a:pt x="579389" y="5358952"/>
                </a:cubicBezTo>
                <a:cubicBezTo>
                  <a:pt x="579389" y="5354049"/>
                  <a:pt x="582391" y="5350448"/>
                  <a:pt x="588397" y="5348149"/>
                </a:cubicBezTo>
                <a:cubicBezTo>
                  <a:pt x="595703" y="5345345"/>
                  <a:pt x="603487" y="5342975"/>
                  <a:pt x="611749" y="5341038"/>
                </a:cubicBezTo>
                <a:cubicBezTo>
                  <a:pt x="620012" y="5339102"/>
                  <a:pt x="626443" y="5338134"/>
                  <a:pt x="631041" y="5338134"/>
                </a:cubicBezTo>
                <a:close/>
                <a:moveTo>
                  <a:pt x="11316886" y="5338037"/>
                </a:moveTo>
                <a:cubicBezTo>
                  <a:pt x="11319565" y="5338037"/>
                  <a:pt x="11321435" y="5338728"/>
                  <a:pt x="11322493" y="5340109"/>
                </a:cubicBezTo>
                <a:cubicBezTo>
                  <a:pt x="11323551" y="5341490"/>
                  <a:pt x="11324384" y="5344923"/>
                  <a:pt x="11324994" y="5350408"/>
                </a:cubicBezTo>
                <a:cubicBezTo>
                  <a:pt x="11325181" y="5352057"/>
                  <a:pt x="11325497" y="5352882"/>
                  <a:pt x="11325942" y="5352882"/>
                </a:cubicBezTo>
                <a:cubicBezTo>
                  <a:pt x="11326492" y="5352882"/>
                  <a:pt x="11327054" y="5352468"/>
                  <a:pt x="11327627" y="5351641"/>
                </a:cubicBezTo>
                <a:cubicBezTo>
                  <a:pt x="11333329" y="5342636"/>
                  <a:pt x="11340652" y="5338134"/>
                  <a:pt x="11349596" y="5338134"/>
                </a:cubicBezTo>
                <a:cubicBezTo>
                  <a:pt x="11355966" y="5338134"/>
                  <a:pt x="11361407" y="5340809"/>
                  <a:pt x="11365916" y="5346161"/>
                </a:cubicBezTo>
                <a:cubicBezTo>
                  <a:pt x="11367503" y="5347026"/>
                  <a:pt x="11368920" y="5349037"/>
                  <a:pt x="11370170" y="5352194"/>
                </a:cubicBezTo>
                <a:cubicBezTo>
                  <a:pt x="11371420" y="5355351"/>
                  <a:pt x="11372044" y="5358370"/>
                  <a:pt x="11372044" y="5361251"/>
                </a:cubicBezTo>
                <a:cubicBezTo>
                  <a:pt x="11372044" y="5364492"/>
                  <a:pt x="11371280" y="5367830"/>
                  <a:pt x="11369753" y="5371265"/>
                </a:cubicBezTo>
                <a:cubicBezTo>
                  <a:pt x="11368226" y="5374699"/>
                  <a:pt x="11366241" y="5377534"/>
                  <a:pt x="11363798" y="5379768"/>
                </a:cubicBezTo>
                <a:cubicBezTo>
                  <a:pt x="11359378" y="5383983"/>
                  <a:pt x="11353908" y="5386090"/>
                  <a:pt x="11347393" y="5386090"/>
                </a:cubicBezTo>
                <a:cubicBezTo>
                  <a:pt x="11343799" y="5386090"/>
                  <a:pt x="11340792" y="5385458"/>
                  <a:pt x="11338371" y="5384194"/>
                </a:cubicBezTo>
                <a:cubicBezTo>
                  <a:pt x="11335949" y="5382930"/>
                  <a:pt x="11332687" y="5379916"/>
                  <a:pt x="11328585" y="5375151"/>
                </a:cubicBezTo>
                <a:cubicBezTo>
                  <a:pt x="11327977" y="5375294"/>
                  <a:pt x="11327384" y="5375365"/>
                  <a:pt x="11326805" y="5375365"/>
                </a:cubicBezTo>
                <a:cubicBezTo>
                  <a:pt x="11326062" y="5375365"/>
                  <a:pt x="11325501" y="5376072"/>
                  <a:pt x="11325118" y="5377486"/>
                </a:cubicBezTo>
                <a:cubicBezTo>
                  <a:pt x="11324737" y="5378901"/>
                  <a:pt x="11324546" y="5382777"/>
                  <a:pt x="11324546" y="5389117"/>
                </a:cubicBezTo>
                <a:cubicBezTo>
                  <a:pt x="11324546" y="5398726"/>
                  <a:pt x="11324848" y="5405038"/>
                  <a:pt x="11325449" y="5408052"/>
                </a:cubicBezTo>
                <a:cubicBezTo>
                  <a:pt x="11325865" y="5409830"/>
                  <a:pt x="11326344" y="5410969"/>
                  <a:pt x="11326885" y="5411467"/>
                </a:cubicBezTo>
                <a:cubicBezTo>
                  <a:pt x="11327427" y="5411966"/>
                  <a:pt x="11329248" y="5412668"/>
                  <a:pt x="11332348" y="5413575"/>
                </a:cubicBezTo>
                <a:cubicBezTo>
                  <a:pt x="11338254" y="5415348"/>
                  <a:pt x="11341208" y="5418846"/>
                  <a:pt x="11341208" y="5424070"/>
                </a:cubicBezTo>
                <a:cubicBezTo>
                  <a:pt x="11341208" y="5427198"/>
                  <a:pt x="11340122" y="5429905"/>
                  <a:pt x="11337949" y="5432191"/>
                </a:cubicBezTo>
                <a:cubicBezTo>
                  <a:pt x="11335776" y="5434477"/>
                  <a:pt x="11332934" y="5435986"/>
                  <a:pt x="11329424" y="5436718"/>
                </a:cubicBezTo>
                <a:cubicBezTo>
                  <a:pt x="11323198" y="5438015"/>
                  <a:pt x="11314057" y="5438663"/>
                  <a:pt x="11302002" y="5438663"/>
                </a:cubicBezTo>
                <a:cubicBezTo>
                  <a:pt x="11290457" y="5438663"/>
                  <a:pt x="11281657" y="5437644"/>
                  <a:pt x="11275602" y="5435604"/>
                </a:cubicBezTo>
                <a:cubicBezTo>
                  <a:pt x="11269492" y="5433517"/>
                  <a:pt x="11266437" y="5429800"/>
                  <a:pt x="11266437" y="5424453"/>
                </a:cubicBezTo>
                <a:cubicBezTo>
                  <a:pt x="11266437" y="5420450"/>
                  <a:pt x="11268744" y="5416872"/>
                  <a:pt x="11273357" y="5413718"/>
                </a:cubicBezTo>
                <a:cubicBezTo>
                  <a:pt x="11274782" y="5412787"/>
                  <a:pt x="11275768" y="5411936"/>
                  <a:pt x="11276315" y="5411163"/>
                </a:cubicBezTo>
                <a:cubicBezTo>
                  <a:pt x="11276864" y="5410390"/>
                  <a:pt x="11277261" y="5409171"/>
                  <a:pt x="11277507" y="5407506"/>
                </a:cubicBezTo>
                <a:cubicBezTo>
                  <a:pt x="11278490" y="5401915"/>
                  <a:pt x="11278981" y="5391381"/>
                  <a:pt x="11278981" y="5375902"/>
                </a:cubicBezTo>
                <a:cubicBezTo>
                  <a:pt x="11278981" y="5373362"/>
                  <a:pt x="11278752" y="5371646"/>
                  <a:pt x="11278295" y="5370756"/>
                </a:cubicBezTo>
                <a:cubicBezTo>
                  <a:pt x="11277840" y="5369865"/>
                  <a:pt x="11276879" y="5369127"/>
                  <a:pt x="11275414" y="5368541"/>
                </a:cubicBezTo>
                <a:cubicBezTo>
                  <a:pt x="11270069" y="5366432"/>
                  <a:pt x="11267395" y="5363235"/>
                  <a:pt x="11267395" y="5358952"/>
                </a:cubicBezTo>
                <a:cubicBezTo>
                  <a:pt x="11267395" y="5355216"/>
                  <a:pt x="11269142" y="5352119"/>
                  <a:pt x="11272635" y="5349658"/>
                </a:cubicBezTo>
                <a:cubicBezTo>
                  <a:pt x="11276129" y="5347198"/>
                  <a:pt x="11281639" y="5344856"/>
                  <a:pt x="11289164" y="5342631"/>
                </a:cubicBezTo>
                <a:cubicBezTo>
                  <a:pt x="11299123" y="5339655"/>
                  <a:pt x="11308364" y="5338124"/>
                  <a:pt x="11316886" y="5338037"/>
                </a:cubicBezTo>
                <a:close/>
                <a:moveTo>
                  <a:pt x="10918660" y="5338037"/>
                </a:moveTo>
                <a:cubicBezTo>
                  <a:pt x="10925649" y="5338037"/>
                  <a:pt x="10931204" y="5338781"/>
                  <a:pt x="10935324" y="5340267"/>
                </a:cubicBezTo>
                <a:cubicBezTo>
                  <a:pt x="10941478" y="5342443"/>
                  <a:pt x="10944554" y="5346214"/>
                  <a:pt x="10944554" y="5351578"/>
                </a:cubicBezTo>
                <a:cubicBezTo>
                  <a:pt x="10944554" y="5353560"/>
                  <a:pt x="10943820" y="5355495"/>
                  <a:pt x="10942352" y="5357382"/>
                </a:cubicBezTo>
                <a:cubicBezTo>
                  <a:pt x="10940948" y="5359703"/>
                  <a:pt x="10940246" y="5361471"/>
                  <a:pt x="10940246" y="5362687"/>
                </a:cubicBezTo>
                <a:cubicBezTo>
                  <a:pt x="10940246" y="5364015"/>
                  <a:pt x="10940545" y="5365418"/>
                  <a:pt x="10941140" y="5366895"/>
                </a:cubicBezTo>
                <a:cubicBezTo>
                  <a:pt x="10941737" y="5368373"/>
                  <a:pt x="10943109" y="5371070"/>
                  <a:pt x="10945256" y="5374987"/>
                </a:cubicBezTo>
                <a:cubicBezTo>
                  <a:pt x="10947306" y="5378763"/>
                  <a:pt x="10948847" y="5380651"/>
                  <a:pt x="10949877" y="5380651"/>
                </a:cubicBezTo>
                <a:cubicBezTo>
                  <a:pt x="10951068" y="5380651"/>
                  <a:pt x="10952588" y="5378928"/>
                  <a:pt x="10954438" y="5375480"/>
                </a:cubicBezTo>
                <a:cubicBezTo>
                  <a:pt x="10956288" y="5372033"/>
                  <a:pt x="10957213" y="5368662"/>
                  <a:pt x="10957213" y="5365368"/>
                </a:cubicBezTo>
                <a:cubicBezTo>
                  <a:pt x="10957213" y="5362932"/>
                  <a:pt x="10956567" y="5360966"/>
                  <a:pt x="10955277" y="5359468"/>
                </a:cubicBezTo>
                <a:cubicBezTo>
                  <a:pt x="10952547" y="5356234"/>
                  <a:pt x="10951180" y="5353349"/>
                  <a:pt x="10951180" y="5350812"/>
                </a:cubicBezTo>
                <a:cubicBezTo>
                  <a:pt x="10951180" y="5346714"/>
                  <a:pt x="10953608" y="5343577"/>
                  <a:pt x="10958461" y="5341399"/>
                </a:cubicBezTo>
                <a:cubicBezTo>
                  <a:pt x="10963316" y="5339222"/>
                  <a:pt x="10969519" y="5338134"/>
                  <a:pt x="10977073" y="5338134"/>
                </a:cubicBezTo>
                <a:cubicBezTo>
                  <a:pt x="10991976" y="5338134"/>
                  <a:pt x="10999425" y="5342041"/>
                  <a:pt x="10999425" y="5349855"/>
                </a:cubicBezTo>
                <a:cubicBezTo>
                  <a:pt x="10999425" y="5352729"/>
                  <a:pt x="10998594" y="5355037"/>
                  <a:pt x="10996929" y="5356779"/>
                </a:cubicBezTo>
                <a:cubicBezTo>
                  <a:pt x="10995265" y="5358521"/>
                  <a:pt x="10992184" y="5360120"/>
                  <a:pt x="10987685" y="5361576"/>
                </a:cubicBezTo>
                <a:cubicBezTo>
                  <a:pt x="10985616" y="5362476"/>
                  <a:pt x="10983794" y="5364106"/>
                  <a:pt x="10982219" y="5366467"/>
                </a:cubicBezTo>
                <a:cubicBezTo>
                  <a:pt x="10979529" y="5370565"/>
                  <a:pt x="10976180" y="5377904"/>
                  <a:pt x="10972173" y="5388485"/>
                </a:cubicBezTo>
                <a:lnTo>
                  <a:pt x="10960131" y="5421964"/>
                </a:lnTo>
                <a:cubicBezTo>
                  <a:pt x="10956965" y="5430688"/>
                  <a:pt x="10953765" y="5437842"/>
                  <a:pt x="10950532" y="5443428"/>
                </a:cubicBezTo>
                <a:cubicBezTo>
                  <a:pt x="10947297" y="5449013"/>
                  <a:pt x="10943591" y="5453796"/>
                  <a:pt x="10939413" y="5457776"/>
                </a:cubicBezTo>
                <a:cubicBezTo>
                  <a:pt x="10930751" y="5466038"/>
                  <a:pt x="10920289" y="5470169"/>
                  <a:pt x="10908030" y="5470169"/>
                </a:cubicBezTo>
                <a:cubicBezTo>
                  <a:pt x="10898087" y="5470169"/>
                  <a:pt x="10889999" y="5467527"/>
                  <a:pt x="10883765" y="5462241"/>
                </a:cubicBezTo>
                <a:cubicBezTo>
                  <a:pt x="10878785" y="5458032"/>
                  <a:pt x="10876294" y="5452650"/>
                  <a:pt x="10876294" y="5446094"/>
                </a:cubicBezTo>
                <a:cubicBezTo>
                  <a:pt x="10876294" y="5440671"/>
                  <a:pt x="10878062" y="5436085"/>
                  <a:pt x="10881596" y="5432336"/>
                </a:cubicBezTo>
                <a:cubicBezTo>
                  <a:pt x="10885131" y="5428587"/>
                  <a:pt x="10889473" y="5426713"/>
                  <a:pt x="10894622" y="5426713"/>
                </a:cubicBezTo>
                <a:cubicBezTo>
                  <a:pt x="10899832" y="5426713"/>
                  <a:pt x="10904065" y="5428488"/>
                  <a:pt x="10907319" y="5432039"/>
                </a:cubicBezTo>
                <a:cubicBezTo>
                  <a:pt x="10908778" y="5433566"/>
                  <a:pt x="10909763" y="5434953"/>
                  <a:pt x="10910276" y="5436200"/>
                </a:cubicBezTo>
                <a:cubicBezTo>
                  <a:pt x="10910790" y="5437446"/>
                  <a:pt x="10911501" y="5439953"/>
                  <a:pt x="10912411" y="5443721"/>
                </a:cubicBezTo>
                <a:cubicBezTo>
                  <a:pt x="10912864" y="5445533"/>
                  <a:pt x="10913798" y="5446439"/>
                  <a:pt x="10915213" y="5446439"/>
                </a:cubicBezTo>
                <a:cubicBezTo>
                  <a:pt x="10916549" y="5446439"/>
                  <a:pt x="10917723" y="5445789"/>
                  <a:pt x="10918734" y="5444490"/>
                </a:cubicBezTo>
                <a:cubicBezTo>
                  <a:pt x="10919743" y="5443191"/>
                  <a:pt x="10920249" y="5441491"/>
                  <a:pt x="10920249" y="5439391"/>
                </a:cubicBezTo>
                <a:cubicBezTo>
                  <a:pt x="10920249" y="5436702"/>
                  <a:pt x="10918650" y="5431976"/>
                  <a:pt x="10915452" y="5425211"/>
                </a:cubicBezTo>
                <a:lnTo>
                  <a:pt x="10892375" y="5376085"/>
                </a:lnTo>
                <a:cubicBezTo>
                  <a:pt x="10890054" y="5371200"/>
                  <a:pt x="10888360" y="5368195"/>
                  <a:pt x="10887291" y="5367069"/>
                </a:cubicBezTo>
                <a:cubicBezTo>
                  <a:pt x="10886223" y="5365944"/>
                  <a:pt x="10883686" y="5364488"/>
                  <a:pt x="10879679" y="5362702"/>
                </a:cubicBezTo>
                <a:cubicBezTo>
                  <a:pt x="10878152" y="5362091"/>
                  <a:pt x="10876823" y="5360870"/>
                  <a:pt x="10875693" y="5359038"/>
                </a:cubicBezTo>
                <a:cubicBezTo>
                  <a:pt x="10874562" y="5357205"/>
                  <a:pt x="10873997" y="5355389"/>
                  <a:pt x="10873997" y="5353590"/>
                </a:cubicBezTo>
                <a:cubicBezTo>
                  <a:pt x="10873997" y="5346837"/>
                  <a:pt x="10880981" y="5342324"/>
                  <a:pt x="10894951" y="5340049"/>
                </a:cubicBezTo>
                <a:cubicBezTo>
                  <a:pt x="10900985" y="5338708"/>
                  <a:pt x="10908889" y="5338037"/>
                  <a:pt x="10918660" y="5338037"/>
                </a:cubicBezTo>
                <a:close/>
                <a:moveTo>
                  <a:pt x="10782692" y="5338037"/>
                </a:moveTo>
                <a:cubicBezTo>
                  <a:pt x="10791167" y="5338037"/>
                  <a:pt x="10798746" y="5340727"/>
                  <a:pt x="10805428" y="5346106"/>
                </a:cubicBezTo>
                <a:cubicBezTo>
                  <a:pt x="10809211" y="5348443"/>
                  <a:pt x="10811953" y="5351769"/>
                  <a:pt x="10813653" y="5356083"/>
                </a:cubicBezTo>
                <a:cubicBezTo>
                  <a:pt x="10815352" y="5360398"/>
                  <a:pt x="10816396" y="5366544"/>
                  <a:pt x="10816785" y="5374521"/>
                </a:cubicBezTo>
                <a:lnTo>
                  <a:pt x="10818125" y="5408217"/>
                </a:lnTo>
                <a:cubicBezTo>
                  <a:pt x="10818242" y="5410566"/>
                  <a:pt x="10818589" y="5412263"/>
                  <a:pt x="10819166" y="5413308"/>
                </a:cubicBezTo>
                <a:cubicBezTo>
                  <a:pt x="10819743" y="5414353"/>
                  <a:pt x="10821579" y="5416513"/>
                  <a:pt x="10824673" y="5419789"/>
                </a:cubicBezTo>
                <a:cubicBezTo>
                  <a:pt x="10826016" y="5421220"/>
                  <a:pt x="10826688" y="5423094"/>
                  <a:pt x="10826688" y="5425410"/>
                </a:cubicBezTo>
                <a:cubicBezTo>
                  <a:pt x="10826688" y="5430555"/>
                  <a:pt x="10823884" y="5434051"/>
                  <a:pt x="10818277" y="5435896"/>
                </a:cubicBezTo>
                <a:cubicBezTo>
                  <a:pt x="10812670" y="5437741"/>
                  <a:pt x="10803267" y="5438663"/>
                  <a:pt x="10790066" y="5438663"/>
                </a:cubicBezTo>
                <a:cubicBezTo>
                  <a:pt x="10780987" y="5438663"/>
                  <a:pt x="10774510" y="5437846"/>
                  <a:pt x="10770630" y="5436213"/>
                </a:cubicBezTo>
                <a:cubicBezTo>
                  <a:pt x="10766068" y="5434281"/>
                  <a:pt x="10763790" y="5431095"/>
                  <a:pt x="10763790" y="5426655"/>
                </a:cubicBezTo>
                <a:cubicBezTo>
                  <a:pt x="10763790" y="5424976"/>
                  <a:pt x="10764041" y="5423738"/>
                  <a:pt x="10764544" y="5422942"/>
                </a:cubicBezTo>
                <a:cubicBezTo>
                  <a:pt x="10765048" y="5422145"/>
                  <a:pt x="10766408" y="5420540"/>
                  <a:pt x="10768626" y="5418126"/>
                </a:cubicBezTo>
                <a:cubicBezTo>
                  <a:pt x="10770893" y="5415747"/>
                  <a:pt x="10772025" y="5407226"/>
                  <a:pt x="10772025" y="5392564"/>
                </a:cubicBezTo>
                <a:cubicBezTo>
                  <a:pt x="10772025" y="5384072"/>
                  <a:pt x="10771480" y="5378211"/>
                  <a:pt x="10770389" y="5374982"/>
                </a:cubicBezTo>
                <a:cubicBezTo>
                  <a:pt x="10768247" y="5371598"/>
                  <a:pt x="10765358" y="5369906"/>
                  <a:pt x="10761721" y="5369906"/>
                </a:cubicBezTo>
                <a:cubicBezTo>
                  <a:pt x="10758253" y="5369906"/>
                  <a:pt x="10755860" y="5371039"/>
                  <a:pt x="10754544" y="5373303"/>
                </a:cubicBezTo>
                <a:cubicBezTo>
                  <a:pt x="10753226" y="5375568"/>
                  <a:pt x="10752568" y="5380137"/>
                  <a:pt x="10752568" y="5387011"/>
                </a:cubicBezTo>
                <a:lnTo>
                  <a:pt x="10752568" y="5405970"/>
                </a:lnTo>
                <a:cubicBezTo>
                  <a:pt x="10752568" y="5409580"/>
                  <a:pt x="10752772" y="5411983"/>
                  <a:pt x="10753180" y="5413180"/>
                </a:cubicBezTo>
                <a:cubicBezTo>
                  <a:pt x="10753587" y="5414377"/>
                  <a:pt x="10755063" y="5416882"/>
                  <a:pt x="10757605" y="5420696"/>
                </a:cubicBezTo>
                <a:cubicBezTo>
                  <a:pt x="10758589" y="5422304"/>
                  <a:pt x="10759079" y="5424003"/>
                  <a:pt x="10759079" y="5425793"/>
                </a:cubicBezTo>
                <a:cubicBezTo>
                  <a:pt x="10759079" y="5430480"/>
                  <a:pt x="10756182" y="5433813"/>
                  <a:pt x="10750387" y="5435791"/>
                </a:cubicBezTo>
                <a:cubicBezTo>
                  <a:pt x="10744592" y="5437770"/>
                  <a:pt x="10736017" y="5438760"/>
                  <a:pt x="10724662" y="5438760"/>
                </a:cubicBezTo>
                <a:cubicBezTo>
                  <a:pt x="10705612" y="5438760"/>
                  <a:pt x="10696087" y="5434437"/>
                  <a:pt x="10696087" y="5425793"/>
                </a:cubicBezTo>
                <a:cubicBezTo>
                  <a:pt x="10696087" y="5423856"/>
                  <a:pt x="10696442" y="5422366"/>
                  <a:pt x="10697154" y="5421320"/>
                </a:cubicBezTo>
                <a:cubicBezTo>
                  <a:pt x="10697866" y="5420274"/>
                  <a:pt x="10699339" y="5418948"/>
                  <a:pt x="10701572" y="5417341"/>
                </a:cubicBezTo>
                <a:cubicBezTo>
                  <a:pt x="10702864" y="5416397"/>
                  <a:pt x="10703697" y="5415274"/>
                  <a:pt x="10704069" y="5413973"/>
                </a:cubicBezTo>
                <a:cubicBezTo>
                  <a:pt x="10704440" y="5412672"/>
                  <a:pt x="10704812" y="5409048"/>
                  <a:pt x="10705184" y="5403101"/>
                </a:cubicBezTo>
                <a:cubicBezTo>
                  <a:pt x="10705630" y="5395819"/>
                  <a:pt x="10705855" y="5388221"/>
                  <a:pt x="10705855" y="5380307"/>
                </a:cubicBezTo>
                <a:cubicBezTo>
                  <a:pt x="10705855" y="5376241"/>
                  <a:pt x="10705590" y="5373666"/>
                  <a:pt x="10705059" y="5372581"/>
                </a:cubicBezTo>
                <a:cubicBezTo>
                  <a:pt x="10704529" y="5371496"/>
                  <a:pt x="10702528" y="5369596"/>
                  <a:pt x="10699055" y="5366882"/>
                </a:cubicBezTo>
                <a:cubicBezTo>
                  <a:pt x="10696309" y="5365728"/>
                  <a:pt x="10694937" y="5363531"/>
                  <a:pt x="10694937" y="5360292"/>
                </a:cubicBezTo>
                <a:cubicBezTo>
                  <a:pt x="10694937" y="5357086"/>
                  <a:pt x="10696231" y="5354540"/>
                  <a:pt x="10698821" y="5352654"/>
                </a:cubicBezTo>
                <a:cubicBezTo>
                  <a:pt x="10701410" y="5350768"/>
                  <a:pt x="10706256" y="5348554"/>
                  <a:pt x="10713360" y="5346013"/>
                </a:cubicBezTo>
                <a:cubicBezTo>
                  <a:pt x="10719421" y="5343866"/>
                  <a:pt x="10725393" y="5342016"/>
                  <a:pt x="10731274" y="5340463"/>
                </a:cubicBezTo>
                <a:cubicBezTo>
                  <a:pt x="10737156" y="5338910"/>
                  <a:pt x="10741207" y="5338134"/>
                  <a:pt x="10743431" y="5338134"/>
                </a:cubicBezTo>
                <a:cubicBezTo>
                  <a:pt x="10745931" y="5338134"/>
                  <a:pt x="10748031" y="5339046"/>
                  <a:pt x="10749731" y="5340871"/>
                </a:cubicBezTo>
                <a:cubicBezTo>
                  <a:pt x="10751431" y="5342695"/>
                  <a:pt x="10752281" y="5344796"/>
                  <a:pt x="10752281" y="5347174"/>
                </a:cubicBezTo>
                <a:cubicBezTo>
                  <a:pt x="10752281" y="5346958"/>
                  <a:pt x="10752233" y="5347869"/>
                  <a:pt x="10752140" y="5349907"/>
                </a:cubicBezTo>
                <a:cubicBezTo>
                  <a:pt x="10752105" y="5350183"/>
                  <a:pt x="10752089" y="5350517"/>
                  <a:pt x="10752089" y="5350908"/>
                </a:cubicBezTo>
                <a:cubicBezTo>
                  <a:pt x="10752089" y="5352670"/>
                  <a:pt x="10752681" y="5353551"/>
                  <a:pt x="10753868" y="5353551"/>
                </a:cubicBezTo>
                <a:cubicBezTo>
                  <a:pt x="10754712" y="5353551"/>
                  <a:pt x="10756089" y="5352338"/>
                  <a:pt x="10757996" y="5349912"/>
                </a:cubicBezTo>
                <a:cubicBezTo>
                  <a:pt x="10763307" y="5341996"/>
                  <a:pt x="10771538" y="5338037"/>
                  <a:pt x="10782692" y="5338037"/>
                </a:cubicBezTo>
                <a:close/>
                <a:moveTo>
                  <a:pt x="9909010" y="5338037"/>
                </a:moveTo>
                <a:cubicBezTo>
                  <a:pt x="9915999" y="5338037"/>
                  <a:pt x="9921554" y="5338781"/>
                  <a:pt x="9925674" y="5340267"/>
                </a:cubicBezTo>
                <a:cubicBezTo>
                  <a:pt x="9931828" y="5342443"/>
                  <a:pt x="9934904" y="5346214"/>
                  <a:pt x="9934904" y="5351578"/>
                </a:cubicBezTo>
                <a:cubicBezTo>
                  <a:pt x="9934904" y="5353560"/>
                  <a:pt x="9934170" y="5355495"/>
                  <a:pt x="9932702" y="5357382"/>
                </a:cubicBezTo>
                <a:cubicBezTo>
                  <a:pt x="9931298" y="5359703"/>
                  <a:pt x="9930596" y="5361471"/>
                  <a:pt x="9930596" y="5362687"/>
                </a:cubicBezTo>
                <a:cubicBezTo>
                  <a:pt x="9930596" y="5364015"/>
                  <a:pt x="9930894" y="5365418"/>
                  <a:pt x="9931490" y="5366895"/>
                </a:cubicBezTo>
                <a:cubicBezTo>
                  <a:pt x="9932087" y="5368373"/>
                  <a:pt x="9933459" y="5371070"/>
                  <a:pt x="9935606" y="5374987"/>
                </a:cubicBezTo>
                <a:cubicBezTo>
                  <a:pt x="9937656" y="5378763"/>
                  <a:pt x="9939197" y="5380651"/>
                  <a:pt x="9940227" y="5380651"/>
                </a:cubicBezTo>
                <a:cubicBezTo>
                  <a:pt x="9941418" y="5380651"/>
                  <a:pt x="9942938" y="5378928"/>
                  <a:pt x="9944788" y="5375480"/>
                </a:cubicBezTo>
                <a:cubicBezTo>
                  <a:pt x="9946638" y="5372033"/>
                  <a:pt x="9947563" y="5368662"/>
                  <a:pt x="9947563" y="5365368"/>
                </a:cubicBezTo>
                <a:cubicBezTo>
                  <a:pt x="9947563" y="5362932"/>
                  <a:pt x="9946917" y="5360966"/>
                  <a:pt x="9945627" y="5359468"/>
                </a:cubicBezTo>
                <a:cubicBezTo>
                  <a:pt x="9942896" y="5356234"/>
                  <a:pt x="9941530" y="5353349"/>
                  <a:pt x="9941530" y="5350812"/>
                </a:cubicBezTo>
                <a:cubicBezTo>
                  <a:pt x="9941530" y="5346714"/>
                  <a:pt x="9943958" y="5343577"/>
                  <a:pt x="9948811" y="5341399"/>
                </a:cubicBezTo>
                <a:cubicBezTo>
                  <a:pt x="9953666" y="5339222"/>
                  <a:pt x="9959869" y="5338134"/>
                  <a:pt x="9967423" y="5338134"/>
                </a:cubicBezTo>
                <a:cubicBezTo>
                  <a:pt x="9982326" y="5338134"/>
                  <a:pt x="9989776" y="5342041"/>
                  <a:pt x="9989776" y="5349855"/>
                </a:cubicBezTo>
                <a:cubicBezTo>
                  <a:pt x="9989776" y="5352729"/>
                  <a:pt x="9988944" y="5355037"/>
                  <a:pt x="9987279" y="5356779"/>
                </a:cubicBezTo>
                <a:cubicBezTo>
                  <a:pt x="9985615" y="5358521"/>
                  <a:pt x="9982534" y="5360120"/>
                  <a:pt x="9978036" y="5361576"/>
                </a:cubicBezTo>
                <a:cubicBezTo>
                  <a:pt x="9975966" y="5362476"/>
                  <a:pt x="9974144" y="5364106"/>
                  <a:pt x="9972569" y="5366467"/>
                </a:cubicBezTo>
                <a:cubicBezTo>
                  <a:pt x="9969879" y="5370565"/>
                  <a:pt x="9966530" y="5377904"/>
                  <a:pt x="9962523" y="5388485"/>
                </a:cubicBezTo>
                <a:lnTo>
                  <a:pt x="9950481" y="5421964"/>
                </a:lnTo>
                <a:cubicBezTo>
                  <a:pt x="9947315" y="5430688"/>
                  <a:pt x="9944115" y="5437842"/>
                  <a:pt x="9940881" y="5443428"/>
                </a:cubicBezTo>
                <a:cubicBezTo>
                  <a:pt x="9937648" y="5449013"/>
                  <a:pt x="9933941" y="5453796"/>
                  <a:pt x="9929763" y="5457776"/>
                </a:cubicBezTo>
                <a:cubicBezTo>
                  <a:pt x="9921101" y="5466038"/>
                  <a:pt x="9910640" y="5470169"/>
                  <a:pt x="9898380" y="5470169"/>
                </a:cubicBezTo>
                <a:cubicBezTo>
                  <a:pt x="9888437" y="5470169"/>
                  <a:pt x="9880349" y="5467527"/>
                  <a:pt x="9874115" y="5462241"/>
                </a:cubicBezTo>
                <a:cubicBezTo>
                  <a:pt x="9869135" y="5458032"/>
                  <a:pt x="9866645" y="5452650"/>
                  <a:pt x="9866645" y="5446094"/>
                </a:cubicBezTo>
                <a:cubicBezTo>
                  <a:pt x="9866645" y="5440671"/>
                  <a:pt x="9868412" y="5436085"/>
                  <a:pt x="9871946" y="5432336"/>
                </a:cubicBezTo>
                <a:cubicBezTo>
                  <a:pt x="9875480" y="5428587"/>
                  <a:pt x="9879823" y="5426713"/>
                  <a:pt x="9884973" y="5426713"/>
                </a:cubicBezTo>
                <a:cubicBezTo>
                  <a:pt x="9890182" y="5426713"/>
                  <a:pt x="9894415" y="5428488"/>
                  <a:pt x="9897670" y="5432039"/>
                </a:cubicBezTo>
                <a:cubicBezTo>
                  <a:pt x="9899128" y="5433566"/>
                  <a:pt x="9900114" y="5434953"/>
                  <a:pt x="9900627" y="5436200"/>
                </a:cubicBezTo>
                <a:cubicBezTo>
                  <a:pt x="9901140" y="5437446"/>
                  <a:pt x="9901851" y="5439953"/>
                  <a:pt x="9902761" y="5443721"/>
                </a:cubicBezTo>
                <a:cubicBezTo>
                  <a:pt x="9903214" y="5445533"/>
                  <a:pt x="9904148" y="5446439"/>
                  <a:pt x="9905562" y="5446439"/>
                </a:cubicBezTo>
                <a:cubicBezTo>
                  <a:pt x="9906899" y="5446439"/>
                  <a:pt x="9908073" y="5445789"/>
                  <a:pt x="9909083" y="5444490"/>
                </a:cubicBezTo>
                <a:cubicBezTo>
                  <a:pt x="9910093" y="5443191"/>
                  <a:pt x="9910599" y="5441491"/>
                  <a:pt x="9910599" y="5439391"/>
                </a:cubicBezTo>
                <a:cubicBezTo>
                  <a:pt x="9910599" y="5436702"/>
                  <a:pt x="9909000" y="5431976"/>
                  <a:pt x="9905802" y="5425211"/>
                </a:cubicBezTo>
                <a:lnTo>
                  <a:pt x="9882725" y="5376085"/>
                </a:lnTo>
                <a:cubicBezTo>
                  <a:pt x="9880405" y="5371200"/>
                  <a:pt x="9878710" y="5368195"/>
                  <a:pt x="9877641" y="5367069"/>
                </a:cubicBezTo>
                <a:cubicBezTo>
                  <a:pt x="9876573" y="5365944"/>
                  <a:pt x="9874036" y="5364488"/>
                  <a:pt x="9870030" y="5362702"/>
                </a:cubicBezTo>
                <a:cubicBezTo>
                  <a:pt x="9868503" y="5362091"/>
                  <a:pt x="9867173" y="5360870"/>
                  <a:pt x="9866043" y="5359038"/>
                </a:cubicBezTo>
                <a:cubicBezTo>
                  <a:pt x="9864912" y="5357205"/>
                  <a:pt x="9864346" y="5355389"/>
                  <a:pt x="9864346" y="5353590"/>
                </a:cubicBezTo>
                <a:cubicBezTo>
                  <a:pt x="9864346" y="5346837"/>
                  <a:pt x="9871331" y="5342324"/>
                  <a:pt x="9885301" y="5340049"/>
                </a:cubicBezTo>
                <a:cubicBezTo>
                  <a:pt x="9891335" y="5338708"/>
                  <a:pt x="9899238" y="5338037"/>
                  <a:pt x="9909010" y="5338037"/>
                </a:cubicBezTo>
                <a:close/>
                <a:moveTo>
                  <a:pt x="9335686" y="5338037"/>
                </a:moveTo>
                <a:cubicBezTo>
                  <a:pt x="9338366" y="5338037"/>
                  <a:pt x="9340235" y="5338728"/>
                  <a:pt x="9341293" y="5340109"/>
                </a:cubicBezTo>
                <a:cubicBezTo>
                  <a:pt x="9342351" y="5341490"/>
                  <a:pt x="9343184" y="5344923"/>
                  <a:pt x="9343794" y="5350408"/>
                </a:cubicBezTo>
                <a:cubicBezTo>
                  <a:pt x="9343981" y="5352057"/>
                  <a:pt x="9344298" y="5352882"/>
                  <a:pt x="9344744" y="5352882"/>
                </a:cubicBezTo>
                <a:cubicBezTo>
                  <a:pt x="9345293" y="5352882"/>
                  <a:pt x="9345855" y="5352468"/>
                  <a:pt x="9346428" y="5351641"/>
                </a:cubicBezTo>
                <a:cubicBezTo>
                  <a:pt x="9352130" y="5342636"/>
                  <a:pt x="9359451" y="5338134"/>
                  <a:pt x="9368396" y="5338134"/>
                </a:cubicBezTo>
                <a:cubicBezTo>
                  <a:pt x="9374767" y="5338134"/>
                  <a:pt x="9380206" y="5340809"/>
                  <a:pt x="9384716" y="5346161"/>
                </a:cubicBezTo>
                <a:cubicBezTo>
                  <a:pt x="9386303" y="5347026"/>
                  <a:pt x="9387721" y="5349037"/>
                  <a:pt x="9388971" y="5352194"/>
                </a:cubicBezTo>
                <a:cubicBezTo>
                  <a:pt x="9390219" y="5355351"/>
                  <a:pt x="9390844" y="5358370"/>
                  <a:pt x="9390844" y="5361251"/>
                </a:cubicBezTo>
                <a:cubicBezTo>
                  <a:pt x="9390844" y="5364492"/>
                  <a:pt x="9390080" y="5367830"/>
                  <a:pt x="9388554" y="5371265"/>
                </a:cubicBezTo>
                <a:cubicBezTo>
                  <a:pt x="9387026" y="5374699"/>
                  <a:pt x="9385042" y="5377534"/>
                  <a:pt x="9382599" y="5379768"/>
                </a:cubicBezTo>
                <a:cubicBezTo>
                  <a:pt x="9378177" y="5383983"/>
                  <a:pt x="9372709" y="5386090"/>
                  <a:pt x="9366194" y="5386090"/>
                </a:cubicBezTo>
                <a:cubicBezTo>
                  <a:pt x="9362600" y="5386090"/>
                  <a:pt x="9359593" y="5385458"/>
                  <a:pt x="9357171" y="5384194"/>
                </a:cubicBezTo>
                <a:cubicBezTo>
                  <a:pt x="9354749" y="5382930"/>
                  <a:pt x="9351487" y="5379916"/>
                  <a:pt x="9347386" y="5375151"/>
                </a:cubicBezTo>
                <a:cubicBezTo>
                  <a:pt x="9346778" y="5375294"/>
                  <a:pt x="9346184" y="5375365"/>
                  <a:pt x="9345606" y="5375365"/>
                </a:cubicBezTo>
                <a:cubicBezTo>
                  <a:pt x="9344862" y="5375365"/>
                  <a:pt x="9344301" y="5376072"/>
                  <a:pt x="9343919" y="5377486"/>
                </a:cubicBezTo>
                <a:cubicBezTo>
                  <a:pt x="9343538" y="5378901"/>
                  <a:pt x="9343347" y="5382777"/>
                  <a:pt x="9343347" y="5389117"/>
                </a:cubicBezTo>
                <a:cubicBezTo>
                  <a:pt x="9343347" y="5398726"/>
                  <a:pt x="9343648" y="5405038"/>
                  <a:pt x="9344251" y="5408052"/>
                </a:cubicBezTo>
                <a:cubicBezTo>
                  <a:pt x="9344666" y="5409830"/>
                  <a:pt x="9345144" y="5410969"/>
                  <a:pt x="9345686" y="5411467"/>
                </a:cubicBezTo>
                <a:cubicBezTo>
                  <a:pt x="9346227" y="5411966"/>
                  <a:pt x="9348048" y="5412668"/>
                  <a:pt x="9351148" y="5413575"/>
                </a:cubicBezTo>
                <a:cubicBezTo>
                  <a:pt x="9357055" y="5415348"/>
                  <a:pt x="9360009" y="5418846"/>
                  <a:pt x="9360009" y="5424070"/>
                </a:cubicBezTo>
                <a:cubicBezTo>
                  <a:pt x="9360009" y="5427198"/>
                  <a:pt x="9358922" y="5429905"/>
                  <a:pt x="9356749" y="5432191"/>
                </a:cubicBezTo>
                <a:cubicBezTo>
                  <a:pt x="9354576" y="5434477"/>
                  <a:pt x="9351734" y="5435986"/>
                  <a:pt x="9348224" y="5436718"/>
                </a:cubicBezTo>
                <a:cubicBezTo>
                  <a:pt x="9341999" y="5438015"/>
                  <a:pt x="9332858" y="5438663"/>
                  <a:pt x="9320803" y="5438663"/>
                </a:cubicBezTo>
                <a:cubicBezTo>
                  <a:pt x="9309257" y="5438663"/>
                  <a:pt x="9300457" y="5437644"/>
                  <a:pt x="9294403" y="5435604"/>
                </a:cubicBezTo>
                <a:cubicBezTo>
                  <a:pt x="9288292" y="5433517"/>
                  <a:pt x="9285237" y="5429800"/>
                  <a:pt x="9285237" y="5424453"/>
                </a:cubicBezTo>
                <a:cubicBezTo>
                  <a:pt x="9285237" y="5420450"/>
                  <a:pt x="9287544" y="5416872"/>
                  <a:pt x="9292158" y="5413718"/>
                </a:cubicBezTo>
                <a:cubicBezTo>
                  <a:pt x="9293581" y="5412787"/>
                  <a:pt x="9294567" y="5411936"/>
                  <a:pt x="9295116" y="5411163"/>
                </a:cubicBezTo>
                <a:cubicBezTo>
                  <a:pt x="9295663" y="5410390"/>
                  <a:pt x="9296061" y="5409171"/>
                  <a:pt x="9296308" y="5407506"/>
                </a:cubicBezTo>
                <a:cubicBezTo>
                  <a:pt x="9297290" y="5401915"/>
                  <a:pt x="9297781" y="5391381"/>
                  <a:pt x="9297781" y="5375902"/>
                </a:cubicBezTo>
                <a:cubicBezTo>
                  <a:pt x="9297781" y="5373362"/>
                  <a:pt x="9297553" y="5371646"/>
                  <a:pt x="9297097" y="5370756"/>
                </a:cubicBezTo>
                <a:cubicBezTo>
                  <a:pt x="9296640" y="5369865"/>
                  <a:pt x="9295679" y="5369127"/>
                  <a:pt x="9294215" y="5368541"/>
                </a:cubicBezTo>
                <a:cubicBezTo>
                  <a:pt x="9288869" y="5366432"/>
                  <a:pt x="9286196" y="5363235"/>
                  <a:pt x="9286196" y="5358952"/>
                </a:cubicBezTo>
                <a:cubicBezTo>
                  <a:pt x="9286196" y="5355216"/>
                  <a:pt x="9287942" y="5352119"/>
                  <a:pt x="9291436" y="5349658"/>
                </a:cubicBezTo>
                <a:cubicBezTo>
                  <a:pt x="9294929" y="5347198"/>
                  <a:pt x="9300439" y="5344856"/>
                  <a:pt x="9307965" y="5342631"/>
                </a:cubicBezTo>
                <a:cubicBezTo>
                  <a:pt x="9317924" y="5339655"/>
                  <a:pt x="9327164" y="5338124"/>
                  <a:pt x="9335686" y="5338037"/>
                </a:cubicBezTo>
                <a:close/>
                <a:moveTo>
                  <a:pt x="8372868" y="5338037"/>
                </a:moveTo>
                <a:cubicBezTo>
                  <a:pt x="8381342" y="5338037"/>
                  <a:pt x="8388920" y="5340727"/>
                  <a:pt x="8395602" y="5346106"/>
                </a:cubicBezTo>
                <a:cubicBezTo>
                  <a:pt x="8399386" y="5348443"/>
                  <a:pt x="8402128" y="5351769"/>
                  <a:pt x="8403828" y="5356083"/>
                </a:cubicBezTo>
                <a:cubicBezTo>
                  <a:pt x="8405527" y="5360398"/>
                  <a:pt x="8406570" y="5366544"/>
                  <a:pt x="8406960" y="5374521"/>
                </a:cubicBezTo>
                <a:lnTo>
                  <a:pt x="8408300" y="5408217"/>
                </a:lnTo>
                <a:cubicBezTo>
                  <a:pt x="8408416" y="5410566"/>
                  <a:pt x="8408764" y="5412263"/>
                  <a:pt x="8409342" y="5413308"/>
                </a:cubicBezTo>
                <a:cubicBezTo>
                  <a:pt x="8409918" y="5414353"/>
                  <a:pt x="8411754" y="5416513"/>
                  <a:pt x="8414848" y="5419789"/>
                </a:cubicBezTo>
                <a:cubicBezTo>
                  <a:pt x="8416191" y="5421220"/>
                  <a:pt x="8416862" y="5423094"/>
                  <a:pt x="8416862" y="5425410"/>
                </a:cubicBezTo>
                <a:cubicBezTo>
                  <a:pt x="8416862" y="5430555"/>
                  <a:pt x="8414059" y="5434051"/>
                  <a:pt x="8408452" y="5435896"/>
                </a:cubicBezTo>
                <a:cubicBezTo>
                  <a:pt x="8402846" y="5437741"/>
                  <a:pt x="8393442" y="5438663"/>
                  <a:pt x="8380242" y="5438663"/>
                </a:cubicBezTo>
                <a:cubicBezTo>
                  <a:pt x="8371163" y="5438663"/>
                  <a:pt x="8364685" y="5437846"/>
                  <a:pt x="8360806" y="5436213"/>
                </a:cubicBezTo>
                <a:cubicBezTo>
                  <a:pt x="8356244" y="5434281"/>
                  <a:pt x="8353964" y="5431095"/>
                  <a:pt x="8353964" y="5426655"/>
                </a:cubicBezTo>
                <a:cubicBezTo>
                  <a:pt x="8353964" y="5424976"/>
                  <a:pt x="8354216" y="5423738"/>
                  <a:pt x="8354719" y="5422942"/>
                </a:cubicBezTo>
                <a:cubicBezTo>
                  <a:pt x="8355223" y="5422145"/>
                  <a:pt x="8356584" y="5420540"/>
                  <a:pt x="8358802" y="5418126"/>
                </a:cubicBezTo>
                <a:cubicBezTo>
                  <a:pt x="8361067" y="5415747"/>
                  <a:pt x="8362200" y="5407226"/>
                  <a:pt x="8362200" y="5392564"/>
                </a:cubicBezTo>
                <a:cubicBezTo>
                  <a:pt x="8362200" y="5384072"/>
                  <a:pt x="8361655" y="5378211"/>
                  <a:pt x="8360564" y="5374982"/>
                </a:cubicBezTo>
                <a:cubicBezTo>
                  <a:pt x="8358423" y="5371598"/>
                  <a:pt x="8355533" y="5369906"/>
                  <a:pt x="8351896" y="5369906"/>
                </a:cubicBezTo>
                <a:cubicBezTo>
                  <a:pt x="8348428" y="5369906"/>
                  <a:pt x="8346036" y="5371039"/>
                  <a:pt x="8344719" y="5373303"/>
                </a:cubicBezTo>
                <a:cubicBezTo>
                  <a:pt x="8343401" y="5375568"/>
                  <a:pt x="8342743" y="5380137"/>
                  <a:pt x="8342743" y="5387011"/>
                </a:cubicBezTo>
                <a:lnTo>
                  <a:pt x="8342743" y="5405970"/>
                </a:lnTo>
                <a:cubicBezTo>
                  <a:pt x="8342743" y="5409580"/>
                  <a:pt x="8342947" y="5411983"/>
                  <a:pt x="8343355" y="5413180"/>
                </a:cubicBezTo>
                <a:cubicBezTo>
                  <a:pt x="8343763" y="5414377"/>
                  <a:pt x="8345238" y="5416882"/>
                  <a:pt x="8347781" y="5420696"/>
                </a:cubicBezTo>
                <a:cubicBezTo>
                  <a:pt x="8348763" y="5422304"/>
                  <a:pt x="8349255" y="5424003"/>
                  <a:pt x="8349255" y="5425793"/>
                </a:cubicBezTo>
                <a:cubicBezTo>
                  <a:pt x="8349255" y="5430480"/>
                  <a:pt x="8346357" y="5433813"/>
                  <a:pt x="8340562" y="5435791"/>
                </a:cubicBezTo>
                <a:cubicBezTo>
                  <a:pt x="8334767" y="5437770"/>
                  <a:pt x="8326192" y="5438760"/>
                  <a:pt x="8314838" y="5438760"/>
                </a:cubicBezTo>
                <a:cubicBezTo>
                  <a:pt x="8295787" y="5438760"/>
                  <a:pt x="8286262" y="5434437"/>
                  <a:pt x="8286262" y="5425793"/>
                </a:cubicBezTo>
                <a:cubicBezTo>
                  <a:pt x="8286262" y="5423856"/>
                  <a:pt x="8286617" y="5422366"/>
                  <a:pt x="8287329" y="5421320"/>
                </a:cubicBezTo>
                <a:cubicBezTo>
                  <a:pt x="8288040" y="5420274"/>
                  <a:pt x="8289514" y="5418948"/>
                  <a:pt x="8291748" y="5417341"/>
                </a:cubicBezTo>
                <a:cubicBezTo>
                  <a:pt x="8293040" y="5416397"/>
                  <a:pt x="8293871" y="5415274"/>
                  <a:pt x="8294244" y="5413973"/>
                </a:cubicBezTo>
                <a:cubicBezTo>
                  <a:pt x="8294616" y="5412672"/>
                  <a:pt x="8294987" y="5409048"/>
                  <a:pt x="8295358" y="5403101"/>
                </a:cubicBezTo>
                <a:cubicBezTo>
                  <a:pt x="8295806" y="5395819"/>
                  <a:pt x="8296030" y="5388221"/>
                  <a:pt x="8296030" y="5380307"/>
                </a:cubicBezTo>
                <a:cubicBezTo>
                  <a:pt x="8296030" y="5376241"/>
                  <a:pt x="8295765" y="5373666"/>
                  <a:pt x="8295235" y="5372581"/>
                </a:cubicBezTo>
                <a:cubicBezTo>
                  <a:pt x="8294704" y="5371496"/>
                  <a:pt x="8292703" y="5369596"/>
                  <a:pt x="8289230" y="5366882"/>
                </a:cubicBezTo>
                <a:cubicBezTo>
                  <a:pt x="8286485" y="5365728"/>
                  <a:pt x="8285113" y="5363531"/>
                  <a:pt x="8285113" y="5360292"/>
                </a:cubicBezTo>
                <a:cubicBezTo>
                  <a:pt x="8285113" y="5357086"/>
                  <a:pt x="8286407" y="5354540"/>
                  <a:pt x="8288997" y="5352654"/>
                </a:cubicBezTo>
                <a:cubicBezTo>
                  <a:pt x="8291585" y="5350768"/>
                  <a:pt x="8296432" y="5348554"/>
                  <a:pt x="8303535" y="5346013"/>
                </a:cubicBezTo>
                <a:cubicBezTo>
                  <a:pt x="8309597" y="5343866"/>
                  <a:pt x="8315568" y="5342016"/>
                  <a:pt x="8321450" y="5340463"/>
                </a:cubicBezTo>
                <a:cubicBezTo>
                  <a:pt x="8327332" y="5338910"/>
                  <a:pt x="8331383" y="5338134"/>
                  <a:pt x="8333607" y="5338134"/>
                </a:cubicBezTo>
                <a:cubicBezTo>
                  <a:pt x="8336106" y="5338134"/>
                  <a:pt x="8338206" y="5339046"/>
                  <a:pt x="8339906" y="5340871"/>
                </a:cubicBezTo>
                <a:cubicBezTo>
                  <a:pt x="8341606" y="5342695"/>
                  <a:pt x="8342456" y="5344796"/>
                  <a:pt x="8342456" y="5347174"/>
                </a:cubicBezTo>
                <a:cubicBezTo>
                  <a:pt x="8342456" y="5346958"/>
                  <a:pt x="8342409" y="5347869"/>
                  <a:pt x="8342316" y="5349907"/>
                </a:cubicBezTo>
                <a:cubicBezTo>
                  <a:pt x="8342281" y="5350183"/>
                  <a:pt x="8342264" y="5350517"/>
                  <a:pt x="8342264" y="5350908"/>
                </a:cubicBezTo>
                <a:cubicBezTo>
                  <a:pt x="8342264" y="5352670"/>
                  <a:pt x="8342857" y="5353551"/>
                  <a:pt x="8344043" y="5353551"/>
                </a:cubicBezTo>
                <a:cubicBezTo>
                  <a:pt x="8344887" y="5353551"/>
                  <a:pt x="8346264" y="5352338"/>
                  <a:pt x="8348172" y="5349912"/>
                </a:cubicBezTo>
                <a:cubicBezTo>
                  <a:pt x="8353482" y="5341996"/>
                  <a:pt x="8361714" y="5338037"/>
                  <a:pt x="8372868" y="5338037"/>
                </a:cubicBezTo>
                <a:close/>
                <a:moveTo>
                  <a:pt x="8106961" y="5338037"/>
                </a:moveTo>
                <a:cubicBezTo>
                  <a:pt x="8109641" y="5338037"/>
                  <a:pt x="8111510" y="5338728"/>
                  <a:pt x="8112567" y="5340109"/>
                </a:cubicBezTo>
                <a:cubicBezTo>
                  <a:pt x="8113626" y="5341490"/>
                  <a:pt x="8114460" y="5344923"/>
                  <a:pt x="8115069" y="5350408"/>
                </a:cubicBezTo>
                <a:cubicBezTo>
                  <a:pt x="8115257" y="5352057"/>
                  <a:pt x="8115572" y="5352882"/>
                  <a:pt x="8116018" y="5352882"/>
                </a:cubicBezTo>
                <a:cubicBezTo>
                  <a:pt x="8116568" y="5352882"/>
                  <a:pt x="8117129" y="5352468"/>
                  <a:pt x="8117702" y="5351641"/>
                </a:cubicBezTo>
                <a:cubicBezTo>
                  <a:pt x="8123404" y="5342636"/>
                  <a:pt x="8130727" y="5338134"/>
                  <a:pt x="8139670" y="5338134"/>
                </a:cubicBezTo>
                <a:cubicBezTo>
                  <a:pt x="8146042" y="5338134"/>
                  <a:pt x="8151482" y="5340809"/>
                  <a:pt x="8155990" y="5346161"/>
                </a:cubicBezTo>
                <a:cubicBezTo>
                  <a:pt x="8157577" y="5347026"/>
                  <a:pt x="8158996" y="5349037"/>
                  <a:pt x="8160245" y="5352194"/>
                </a:cubicBezTo>
                <a:cubicBezTo>
                  <a:pt x="8161495" y="5355351"/>
                  <a:pt x="8162119" y="5358370"/>
                  <a:pt x="8162119" y="5361251"/>
                </a:cubicBezTo>
                <a:cubicBezTo>
                  <a:pt x="8162119" y="5364492"/>
                  <a:pt x="8161356" y="5367830"/>
                  <a:pt x="8159828" y="5371265"/>
                </a:cubicBezTo>
                <a:cubicBezTo>
                  <a:pt x="8158302" y="5374699"/>
                  <a:pt x="8156317" y="5377534"/>
                  <a:pt x="8153874" y="5379768"/>
                </a:cubicBezTo>
                <a:cubicBezTo>
                  <a:pt x="8149453" y="5383983"/>
                  <a:pt x="8143984" y="5386090"/>
                  <a:pt x="8137469" y="5386090"/>
                </a:cubicBezTo>
                <a:cubicBezTo>
                  <a:pt x="8133875" y="5386090"/>
                  <a:pt x="8130867" y="5385458"/>
                  <a:pt x="8128445" y="5384194"/>
                </a:cubicBezTo>
                <a:cubicBezTo>
                  <a:pt x="8126023" y="5382930"/>
                  <a:pt x="8122763" y="5379916"/>
                  <a:pt x="8118661" y="5375151"/>
                </a:cubicBezTo>
                <a:cubicBezTo>
                  <a:pt x="8118053" y="5375294"/>
                  <a:pt x="8117459" y="5375365"/>
                  <a:pt x="8116880" y="5375365"/>
                </a:cubicBezTo>
                <a:cubicBezTo>
                  <a:pt x="8116138" y="5375365"/>
                  <a:pt x="8115575" y="5376072"/>
                  <a:pt x="8115194" y="5377486"/>
                </a:cubicBezTo>
                <a:cubicBezTo>
                  <a:pt x="8114813" y="5378901"/>
                  <a:pt x="8114622" y="5382777"/>
                  <a:pt x="8114622" y="5389117"/>
                </a:cubicBezTo>
                <a:cubicBezTo>
                  <a:pt x="8114622" y="5398726"/>
                  <a:pt x="8114923" y="5405038"/>
                  <a:pt x="8115525" y="5408052"/>
                </a:cubicBezTo>
                <a:cubicBezTo>
                  <a:pt x="8115940" y="5409830"/>
                  <a:pt x="8116419" y="5410969"/>
                  <a:pt x="8116960" y="5411467"/>
                </a:cubicBezTo>
                <a:cubicBezTo>
                  <a:pt x="8117502" y="5411966"/>
                  <a:pt x="8119323" y="5412668"/>
                  <a:pt x="8122423" y="5413575"/>
                </a:cubicBezTo>
                <a:cubicBezTo>
                  <a:pt x="8128330" y="5415348"/>
                  <a:pt x="8131283" y="5418846"/>
                  <a:pt x="8131283" y="5424070"/>
                </a:cubicBezTo>
                <a:cubicBezTo>
                  <a:pt x="8131283" y="5427198"/>
                  <a:pt x="8130196" y="5429905"/>
                  <a:pt x="8128023" y="5432191"/>
                </a:cubicBezTo>
                <a:cubicBezTo>
                  <a:pt x="8125850" y="5434477"/>
                  <a:pt x="8123009" y="5435986"/>
                  <a:pt x="8119499" y="5436718"/>
                </a:cubicBezTo>
                <a:cubicBezTo>
                  <a:pt x="8113274" y="5438015"/>
                  <a:pt x="8104133" y="5438663"/>
                  <a:pt x="8092077" y="5438663"/>
                </a:cubicBezTo>
                <a:cubicBezTo>
                  <a:pt x="8080532" y="5438663"/>
                  <a:pt x="8071732" y="5437644"/>
                  <a:pt x="8065678" y="5435604"/>
                </a:cubicBezTo>
                <a:cubicBezTo>
                  <a:pt x="8059567" y="5433517"/>
                  <a:pt x="8056512" y="5429800"/>
                  <a:pt x="8056512" y="5424453"/>
                </a:cubicBezTo>
                <a:cubicBezTo>
                  <a:pt x="8056512" y="5420450"/>
                  <a:pt x="8058819" y="5416872"/>
                  <a:pt x="8063433" y="5413718"/>
                </a:cubicBezTo>
                <a:cubicBezTo>
                  <a:pt x="8064856" y="5412787"/>
                  <a:pt x="8065842" y="5411936"/>
                  <a:pt x="8066390" y="5411163"/>
                </a:cubicBezTo>
                <a:cubicBezTo>
                  <a:pt x="8066939" y="5410390"/>
                  <a:pt x="8067336" y="5409171"/>
                  <a:pt x="8067582" y="5407506"/>
                </a:cubicBezTo>
                <a:cubicBezTo>
                  <a:pt x="8068565" y="5401915"/>
                  <a:pt x="8069056" y="5391381"/>
                  <a:pt x="8069056" y="5375902"/>
                </a:cubicBezTo>
                <a:cubicBezTo>
                  <a:pt x="8069056" y="5373362"/>
                  <a:pt x="8068828" y="5371646"/>
                  <a:pt x="8068371" y="5370756"/>
                </a:cubicBezTo>
                <a:cubicBezTo>
                  <a:pt x="8067915" y="5369865"/>
                  <a:pt x="8066954" y="5369127"/>
                  <a:pt x="8065490" y="5368541"/>
                </a:cubicBezTo>
                <a:cubicBezTo>
                  <a:pt x="8060144" y="5366432"/>
                  <a:pt x="8057470" y="5363235"/>
                  <a:pt x="8057470" y="5358952"/>
                </a:cubicBezTo>
                <a:cubicBezTo>
                  <a:pt x="8057470" y="5355216"/>
                  <a:pt x="8059218" y="5352119"/>
                  <a:pt x="8062711" y="5349658"/>
                </a:cubicBezTo>
                <a:cubicBezTo>
                  <a:pt x="8066205" y="5347198"/>
                  <a:pt x="8071715" y="5344856"/>
                  <a:pt x="8079240" y="5342631"/>
                </a:cubicBezTo>
                <a:cubicBezTo>
                  <a:pt x="8089199" y="5339655"/>
                  <a:pt x="8098439" y="5338124"/>
                  <a:pt x="8106961" y="5338037"/>
                </a:cubicBezTo>
                <a:close/>
                <a:moveTo>
                  <a:pt x="6629793" y="5338037"/>
                </a:moveTo>
                <a:cubicBezTo>
                  <a:pt x="6638267" y="5338037"/>
                  <a:pt x="6645846" y="5340727"/>
                  <a:pt x="6652528" y="5346106"/>
                </a:cubicBezTo>
                <a:cubicBezTo>
                  <a:pt x="6656311" y="5348443"/>
                  <a:pt x="6659053" y="5351769"/>
                  <a:pt x="6660752" y="5356083"/>
                </a:cubicBezTo>
                <a:cubicBezTo>
                  <a:pt x="6662452" y="5360398"/>
                  <a:pt x="6663496" y="5366544"/>
                  <a:pt x="6663885" y="5374521"/>
                </a:cubicBezTo>
                <a:lnTo>
                  <a:pt x="6665225" y="5408217"/>
                </a:lnTo>
                <a:cubicBezTo>
                  <a:pt x="6665342" y="5410566"/>
                  <a:pt x="6665689" y="5412263"/>
                  <a:pt x="6666266" y="5413308"/>
                </a:cubicBezTo>
                <a:cubicBezTo>
                  <a:pt x="6666843" y="5414353"/>
                  <a:pt x="6668679" y="5416513"/>
                  <a:pt x="6671773" y="5419789"/>
                </a:cubicBezTo>
                <a:cubicBezTo>
                  <a:pt x="6673116" y="5421220"/>
                  <a:pt x="6673788" y="5423094"/>
                  <a:pt x="6673788" y="5425410"/>
                </a:cubicBezTo>
                <a:cubicBezTo>
                  <a:pt x="6673788" y="5430555"/>
                  <a:pt x="6670984" y="5434051"/>
                  <a:pt x="6665377" y="5435896"/>
                </a:cubicBezTo>
                <a:cubicBezTo>
                  <a:pt x="6659771" y="5437741"/>
                  <a:pt x="6650367" y="5438663"/>
                  <a:pt x="6637167" y="5438663"/>
                </a:cubicBezTo>
                <a:cubicBezTo>
                  <a:pt x="6628088" y="5438663"/>
                  <a:pt x="6621609" y="5437846"/>
                  <a:pt x="6617731" y="5436213"/>
                </a:cubicBezTo>
                <a:cubicBezTo>
                  <a:pt x="6613169" y="5434281"/>
                  <a:pt x="6610889" y="5431095"/>
                  <a:pt x="6610889" y="5426655"/>
                </a:cubicBezTo>
                <a:cubicBezTo>
                  <a:pt x="6610889" y="5424976"/>
                  <a:pt x="6611141" y="5423738"/>
                  <a:pt x="6611644" y="5422942"/>
                </a:cubicBezTo>
                <a:cubicBezTo>
                  <a:pt x="6612148" y="5422145"/>
                  <a:pt x="6613509" y="5420540"/>
                  <a:pt x="6615727" y="5418126"/>
                </a:cubicBezTo>
                <a:cubicBezTo>
                  <a:pt x="6617992" y="5415747"/>
                  <a:pt x="6619125" y="5407226"/>
                  <a:pt x="6619125" y="5392564"/>
                </a:cubicBezTo>
                <a:cubicBezTo>
                  <a:pt x="6619125" y="5384072"/>
                  <a:pt x="6618579" y="5378211"/>
                  <a:pt x="6617489" y="5374982"/>
                </a:cubicBezTo>
                <a:cubicBezTo>
                  <a:pt x="6615348" y="5371598"/>
                  <a:pt x="6612458" y="5369906"/>
                  <a:pt x="6608821" y="5369906"/>
                </a:cubicBezTo>
                <a:cubicBezTo>
                  <a:pt x="6605353" y="5369906"/>
                  <a:pt x="6602961" y="5371039"/>
                  <a:pt x="6601643" y="5373303"/>
                </a:cubicBezTo>
                <a:cubicBezTo>
                  <a:pt x="6600326" y="5375568"/>
                  <a:pt x="6599668" y="5380137"/>
                  <a:pt x="6599668" y="5387011"/>
                </a:cubicBezTo>
                <a:lnTo>
                  <a:pt x="6599668" y="5405970"/>
                </a:lnTo>
                <a:cubicBezTo>
                  <a:pt x="6599668" y="5409580"/>
                  <a:pt x="6599872" y="5411983"/>
                  <a:pt x="6600280" y="5413180"/>
                </a:cubicBezTo>
                <a:cubicBezTo>
                  <a:pt x="6600688" y="5414377"/>
                  <a:pt x="6602163" y="5416882"/>
                  <a:pt x="6604705" y="5420696"/>
                </a:cubicBezTo>
                <a:cubicBezTo>
                  <a:pt x="6605688" y="5422304"/>
                  <a:pt x="6606180" y="5424003"/>
                  <a:pt x="6606180" y="5425793"/>
                </a:cubicBezTo>
                <a:cubicBezTo>
                  <a:pt x="6606180" y="5430480"/>
                  <a:pt x="6603282" y="5433813"/>
                  <a:pt x="6597487" y="5435791"/>
                </a:cubicBezTo>
                <a:cubicBezTo>
                  <a:pt x="6591692" y="5437770"/>
                  <a:pt x="6583117" y="5438760"/>
                  <a:pt x="6571762" y="5438760"/>
                </a:cubicBezTo>
                <a:cubicBezTo>
                  <a:pt x="6552711" y="5438760"/>
                  <a:pt x="6543186" y="5434437"/>
                  <a:pt x="6543186" y="5425793"/>
                </a:cubicBezTo>
                <a:cubicBezTo>
                  <a:pt x="6543186" y="5423856"/>
                  <a:pt x="6543542" y="5422366"/>
                  <a:pt x="6544254" y="5421320"/>
                </a:cubicBezTo>
                <a:cubicBezTo>
                  <a:pt x="6544965" y="5420274"/>
                  <a:pt x="6546438" y="5418948"/>
                  <a:pt x="6548673" y="5417341"/>
                </a:cubicBezTo>
                <a:cubicBezTo>
                  <a:pt x="6549964" y="5416397"/>
                  <a:pt x="6550796" y="5415274"/>
                  <a:pt x="6551168" y="5413973"/>
                </a:cubicBezTo>
                <a:cubicBezTo>
                  <a:pt x="6551540" y="5412672"/>
                  <a:pt x="6551912" y="5409048"/>
                  <a:pt x="6552283" y="5403101"/>
                </a:cubicBezTo>
                <a:cubicBezTo>
                  <a:pt x="6552731" y="5395819"/>
                  <a:pt x="6552955" y="5388221"/>
                  <a:pt x="6552955" y="5380307"/>
                </a:cubicBezTo>
                <a:cubicBezTo>
                  <a:pt x="6552955" y="5376241"/>
                  <a:pt x="6552690" y="5373666"/>
                  <a:pt x="6552160" y="5372581"/>
                </a:cubicBezTo>
                <a:cubicBezTo>
                  <a:pt x="6551629" y="5371496"/>
                  <a:pt x="6549628" y="5369596"/>
                  <a:pt x="6546155" y="5366882"/>
                </a:cubicBezTo>
                <a:cubicBezTo>
                  <a:pt x="6543410" y="5365728"/>
                  <a:pt x="6542038" y="5363531"/>
                  <a:pt x="6542038" y="5360292"/>
                </a:cubicBezTo>
                <a:cubicBezTo>
                  <a:pt x="6542038" y="5357086"/>
                  <a:pt x="6543332" y="5354540"/>
                  <a:pt x="6545921" y="5352654"/>
                </a:cubicBezTo>
                <a:cubicBezTo>
                  <a:pt x="6548510" y="5350768"/>
                  <a:pt x="6553357" y="5348554"/>
                  <a:pt x="6560460" y="5346013"/>
                </a:cubicBezTo>
                <a:cubicBezTo>
                  <a:pt x="6566522" y="5343866"/>
                  <a:pt x="6572493" y="5342016"/>
                  <a:pt x="6578374" y="5340463"/>
                </a:cubicBezTo>
                <a:cubicBezTo>
                  <a:pt x="6584256" y="5338910"/>
                  <a:pt x="6588308" y="5338134"/>
                  <a:pt x="6590531" y="5338134"/>
                </a:cubicBezTo>
                <a:cubicBezTo>
                  <a:pt x="6593031" y="5338134"/>
                  <a:pt x="6595131" y="5339046"/>
                  <a:pt x="6596831" y="5340871"/>
                </a:cubicBezTo>
                <a:cubicBezTo>
                  <a:pt x="6598531" y="5342695"/>
                  <a:pt x="6599381" y="5344796"/>
                  <a:pt x="6599381" y="5347174"/>
                </a:cubicBezTo>
                <a:cubicBezTo>
                  <a:pt x="6599381" y="5346958"/>
                  <a:pt x="6599334" y="5347869"/>
                  <a:pt x="6599241" y="5349907"/>
                </a:cubicBezTo>
                <a:cubicBezTo>
                  <a:pt x="6599206" y="5350183"/>
                  <a:pt x="6599189" y="5350517"/>
                  <a:pt x="6599189" y="5350908"/>
                </a:cubicBezTo>
                <a:cubicBezTo>
                  <a:pt x="6599189" y="5352670"/>
                  <a:pt x="6599782" y="5353551"/>
                  <a:pt x="6600968" y="5353551"/>
                </a:cubicBezTo>
                <a:cubicBezTo>
                  <a:pt x="6601812" y="5353551"/>
                  <a:pt x="6603189" y="5352338"/>
                  <a:pt x="6605096" y="5349912"/>
                </a:cubicBezTo>
                <a:cubicBezTo>
                  <a:pt x="6610407" y="5341996"/>
                  <a:pt x="6618639" y="5338037"/>
                  <a:pt x="6629793" y="5338037"/>
                </a:cubicBezTo>
                <a:close/>
                <a:moveTo>
                  <a:pt x="6153542" y="5338037"/>
                </a:moveTo>
                <a:cubicBezTo>
                  <a:pt x="6162017" y="5338037"/>
                  <a:pt x="6169596" y="5340727"/>
                  <a:pt x="6176278" y="5346106"/>
                </a:cubicBezTo>
                <a:cubicBezTo>
                  <a:pt x="6180061" y="5348443"/>
                  <a:pt x="6182803" y="5351769"/>
                  <a:pt x="6184502" y="5356083"/>
                </a:cubicBezTo>
                <a:cubicBezTo>
                  <a:pt x="6186202" y="5360398"/>
                  <a:pt x="6187246" y="5366544"/>
                  <a:pt x="6187635" y="5374521"/>
                </a:cubicBezTo>
                <a:lnTo>
                  <a:pt x="6188975" y="5408217"/>
                </a:lnTo>
                <a:cubicBezTo>
                  <a:pt x="6189092" y="5410566"/>
                  <a:pt x="6189439" y="5412263"/>
                  <a:pt x="6190016" y="5413308"/>
                </a:cubicBezTo>
                <a:cubicBezTo>
                  <a:pt x="6190593" y="5414353"/>
                  <a:pt x="6192429" y="5416513"/>
                  <a:pt x="6195523" y="5419789"/>
                </a:cubicBezTo>
                <a:cubicBezTo>
                  <a:pt x="6196866" y="5421220"/>
                  <a:pt x="6197538" y="5423094"/>
                  <a:pt x="6197538" y="5425410"/>
                </a:cubicBezTo>
                <a:cubicBezTo>
                  <a:pt x="6197538" y="5430555"/>
                  <a:pt x="6194734" y="5434051"/>
                  <a:pt x="6189127" y="5435896"/>
                </a:cubicBezTo>
                <a:cubicBezTo>
                  <a:pt x="6183521" y="5437741"/>
                  <a:pt x="6174117" y="5438663"/>
                  <a:pt x="6160916" y="5438663"/>
                </a:cubicBezTo>
                <a:cubicBezTo>
                  <a:pt x="6151838" y="5438663"/>
                  <a:pt x="6145359" y="5437846"/>
                  <a:pt x="6141480" y="5436213"/>
                </a:cubicBezTo>
                <a:cubicBezTo>
                  <a:pt x="6136920" y="5434281"/>
                  <a:pt x="6134639" y="5431095"/>
                  <a:pt x="6134639" y="5426655"/>
                </a:cubicBezTo>
                <a:cubicBezTo>
                  <a:pt x="6134639" y="5424976"/>
                  <a:pt x="6134891" y="5423738"/>
                  <a:pt x="6135395" y="5422942"/>
                </a:cubicBezTo>
                <a:cubicBezTo>
                  <a:pt x="6135898" y="5422145"/>
                  <a:pt x="6137259" y="5420540"/>
                  <a:pt x="6139477" y="5418126"/>
                </a:cubicBezTo>
                <a:cubicBezTo>
                  <a:pt x="6141742" y="5415747"/>
                  <a:pt x="6142875" y="5407226"/>
                  <a:pt x="6142875" y="5392564"/>
                </a:cubicBezTo>
                <a:cubicBezTo>
                  <a:pt x="6142875" y="5384072"/>
                  <a:pt x="6142330" y="5378211"/>
                  <a:pt x="6141239" y="5374982"/>
                </a:cubicBezTo>
                <a:cubicBezTo>
                  <a:pt x="6139098" y="5371598"/>
                  <a:pt x="6136208" y="5369906"/>
                  <a:pt x="6132571" y="5369906"/>
                </a:cubicBezTo>
                <a:cubicBezTo>
                  <a:pt x="6129103" y="5369906"/>
                  <a:pt x="6126710" y="5371039"/>
                  <a:pt x="6125393" y="5373303"/>
                </a:cubicBezTo>
                <a:cubicBezTo>
                  <a:pt x="6124076" y="5375568"/>
                  <a:pt x="6123418" y="5380137"/>
                  <a:pt x="6123418" y="5387011"/>
                </a:cubicBezTo>
                <a:lnTo>
                  <a:pt x="6123418" y="5405970"/>
                </a:lnTo>
                <a:cubicBezTo>
                  <a:pt x="6123418" y="5409580"/>
                  <a:pt x="6123622" y="5411983"/>
                  <a:pt x="6124030" y="5413180"/>
                </a:cubicBezTo>
                <a:cubicBezTo>
                  <a:pt x="6124438" y="5414377"/>
                  <a:pt x="6125913" y="5416882"/>
                  <a:pt x="6128455" y="5420696"/>
                </a:cubicBezTo>
                <a:cubicBezTo>
                  <a:pt x="6129438" y="5422304"/>
                  <a:pt x="6129930" y="5424003"/>
                  <a:pt x="6129930" y="5425793"/>
                </a:cubicBezTo>
                <a:cubicBezTo>
                  <a:pt x="6129930" y="5430480"/>
                  <a:pt x="6127032" y="5433813"/>
                  <a:pt x="6121237" y="5435791"/>
                </a:cubicBezTo>
                <a:cubicBezTo>
                  <a:pt x="6115442" y="5437770"/>
                  <a:pt x="6106867" y="5438760"/>
                  <a:pt x="6095512" y="5438760"/>
                </a:cubicBezTo>
                <a:cubicBezTo>
                  <a:pt x="6076462" y="5438760"/>
                  <a:pt x="6066936" y="5434437"/>
                  <a:pt x="6066936" y="5425793"/>
                </a:cubicBezTo>
                <a:cubicBezTo>
                  <a:pt x="6066936" y="5423856"/>
                  <a:pt x="6067293" y="5422366"/>
                  <a:pt x="6068004" y="5421320"/>
                </a:cubicBezTo>
                <a:cubicBezTo>
                  <a:pt x="6068715" y="5420274"/>
                  <a:pt x="6070188" y="5418948"/>
                  <a:pt x="6072423" y="5417341"/>
                </a:cubicBezTo>
                <a:cubicBezTo>
                  <a:pt x="6073715" y="5416397"/>
                  <a:pt x="6074546" y="5415274"/>
                  <a:pt x="6074919" y="5413973"/>
                </a:cubicBezTo>
                <a:cubicBezTo>
                  <a:pt x="6075291" y="5412672"/>
                  <a:pt x="6075662" y="5409048"/>
                  <a:pt x="6076033" y="5403101"/>
                </a:cubicBezTo>
                <a:cubicBezTo>
                  <a:pt x="6076481" y="5395819"/>
                  <a:pt x="6076705" y="5388221"/>
                  <a:pt x="6076705" y="5380307"/>
                </a:cubicBezTo>
                <a:cubicBezTo>
                  <a:pt x="6076705" y="5376241"/>
                  <a:pt x="6076440" y="5373666"/>
                  <a:pt x="6075910" y="5372581"/>
                </a:cubicBezTo>
                <a:cubicBezTo>
                  <a:pt x="6075381" y="5371496"/>
                  <a:pt x="6073378" y="5369596"/>
                  <a:pt x="6069905" y="5366882"/>
                </a:cubicBezTo>
                <a:cubicBezTo>
                  <a:pt x="6067160" y="5365728"/>
                  <a:pt x="6065787" y="5363531"/>
                  <a:pt x="6065787" y="5360292"/>
                </a:cubicBezTo>
                <a:cubicBezTo>
                  <a:pt x="6065787" y="5357086"/>
                  <a:pt x="6067082" y="5354540"/>
                  <a:pt x="6069671" y="5352654"/>
                </a:cubicBezTo>
                <a:cubicBezTo>
                  <a:pt x="6072260" y="5350768"/>
                  <a:pt x="6077107" y="5348554"/>
                  <a:pt x="6084210" y="5346013"/>
                </a:cubicBezTo>
                <a:cubicBezTo>
                  <a:pt x="6090272" y="5343866"/>
                  <a:pt x="6096243" y="5342016"/>
                  <a:pt x="6102124" y="5340463"/>
                </a:cubicBezTo>
                <a:cubicBezTo>
                  <a:pt x="6108006" y="5338910"/>
                  <a:pt x="6112058" y="5338134"/>
                  <a:pt x="6114281" y="5338134"/>
                </a:cubicBezTo>
                <a:cubicBezTo>
                  <a:pt x="6116781" y="5338134"/>
                  <a:pt x="6118881" y="5339046"/>
                  <a:pt x="6120581" y="5340871"/>
                </a:cubicBezTo>
                <a:cubicBezTo>
                  <a:pt x="6122281" y="5342695"/>
                  <a:pt x="6123131" y="5344796"/>
                  <a:pt x="6123131" y="5347174"/>
                </a:cubicBezTo>
                <a:cubicBezTo>
                  <a:pt x="6123131" y="5346958"/>
                  <a:pt x="6123084" y="5347869"/>
                  <a:pt x="6122991" y="5349907"/>
                </a:cubicBezTo>
                <a:cubicBezTo>
                  <a:pt x="6122956" y="5350183"/>
                  <a:pt x="6122939" y="5350517"/>
                  <a:pt x="6122939" y="5350908"/>
                </a:cubicBezTo>
                <a:cubicBezTo>
                  <a:pt x="6122939" y="5352670"/>
                  <a:pt x="6123532" y="5353551"/>
                  <a:pt x="6124718" y="5353551"/>
                </a:cubicBezTo>
                <a:cubicBezTo>
                  <a:pt x="6125562" y="5353551"/>
                  <a:pt x="6126939" y="5352338"/>
                  <a:pt x="6128846" y="5349912"/>
                </a:cubicBezTo>
                <a:cubicBezTo>
                  <a:pt x="6134157" y="5341996"/>
                  <a:pt x="6142389" y="5338037"/>
                  <a:pt x="6153542" y="5338037"/>
                </a:cubicBezTo>
                <a:close/>
                <a:moveTo>
                  <a:pt x="3849288" y="5338037"/>
                </a:moveTo>
                <a:cubicBezTo>
                  <a:pt x="3851967" y="5338037"/>
                  <a:pt x="3853836" y="5338728"/>
                  <a:pt x="3854895" y="5340109"/>
                </a:cubicBezTo>
                <a:cubicBezTo>
                  <a:pt x="3855952" y="5341490"/>
                  <a:pt x="3856787" y="5344923"/>
                  <a:pt x="3857396" y="5350408"/>
                </a:cubicBezTo>
                <a:cubicBezTo>
                  <a:pt x="3857583" y="5352057"/>
                  <a:pt x="3857899" y="5352882"/>
                  <a:pt x="3858345" y="5352882"/>
                </a:cubicBezTo>
                <a:cubicBezTo>
                  <a:pt x="3858894" y="5352882"/>
                  <a:pt x="3859456" y="5352468"/>
                  <a:pt x="3860030" y="5351641"/>
                </a:cubicBezTo>
                <a:cubicBezTo>
                  <a:pt x="3865731" y="5342636"/>
                  <a:pt x="3873054" y="5338134"/>
                  <a:pt x="3881998" y="5338134"/>
                </a:cubicBezTo>
                <a:cubicBezTo>
                  <a:pt x="3888368" y="5338134"/>
                  <a:pt x="3893808" y="5340809"/>
                  <a:pt x="3898317" y="5346161"/>
                </a:cubicBezTo>
                <a:cubicBezTo>
                  <a:pt x="3899904" y="5347026"/>
                  <a:pt x="3901322" y="5349037"/>
                  <a:pt x="3902571" y="5352194"/>
                </a:cubicBezTo>
                <a:cubicBezTo>
                  <a:pt x="3903821" y="5355351"/>
                  <a:pt x="3904446" y="5358370"/>
                  <a:pt x="3904446" y="5361251"/>
                </a:cubicBezTo>
                <a:cubicBezTo>
                  <a:pt x="3904446" y="5364492"/>
                  <a:pt x="3903682" y="5367830"/>
                  <a:pt x="3902155" y="5371265"/>
                </a:cubicBezTo>
                <a:cubicBezTo>
                  <a:pt x="3900628" y="5374699"/>
                  <a:pt x="3898643" y="5377534"/>
                  <a:pt x="3896200" y="5379768"/>
                </a:cubicBezTo>
                <a:cubicBezTo>
                  <a:pt x="3891779" y="5383983"/>
                  <a:pt x="3886310" y="5386090"/>
                  <a:pt x="3879795" y="5386090"/>
                </a:cubicBezTo>
                <a:cubicBezTo>
                  <a:pt x="3876202" y="5386090"/>
                  <a:pt x="3873194" y="5385458"/>
                  <a:pt x="3870772" y="5384194"/>
                </a:cubicBezTo>
                <a:cubicBezTo>
                  <a:pt x="3868350" y="5382930"/>
                  <a:pt x="3865089" y="5379916"/>
                  <a:pt x="3860988" y="5375151"/>
                </a:cubicBezTo>
                <a:cubicBezTo>
                  <a:pt x="3860379" y="5375294"/>
                  <a:pt x="3859786" y="5375365"/>
                  <a:pt x="3859207" y="5375365"/>
                </a:cubicBezTo>
                <a:cubicBezTo>
                  <a:pt x="3858465" y="5375365"/>
                  <a:pt x="3857902" y="5376072"/>
                  <a:pt x="3857520" y="5377486"/>
                </a:cubicBezTo>
                <a:cubicBezTo>
                  <a:pt x="3857139" y="5378901"/>
                  <a:pt x="3856948" y="5382777"/>
                  <a:pt x="3856948" y="5389117"/>
                </a:cubicBezTo>
                <a:cubicBezTo>
                  <a:pt x="3856948" y="5398726"/>
                  <a:pt x="3857250" y="5405038"/>
                  <a:pt x="3857851" y="5408052"/>
                </a:cubicBezTo>
                <a:cubicBezTo>
                  <a:pt x="3858267" y="5409830"/>
                  <a:pt x="3858745" y="5410969"/>
                  <a:pt x="3859288" y="5411467"/>
                </a:cubicBezTo>
                <a:cubicBezTo>
                  <a:pt x="3859828" y="5411966"/>
                  <a:pt x="3861650" y="5412668"/>
                  <a:pt x="3864750" y="5413575"/>
                </a:cubicBezTo>
                <a:cubicBezTo>
                  <a:pt x="3870656" y="5415348"/>
                  <a:pt x="3873610" y="5418846"/>
                  <a:pt x="3873610" y="5424070"/>
                </a:cubicBezTo>
                <a:cubicBezTo>
                  <a:pt x="3873610" y="5427198"/>
                  <a:pt x="3872524" y="5429905"/>
                  <a:pt x="3870351" y="5432191"/>
                </a:cubicBezTo>
                <a:cubicBezTo>
                  <a:pt x="3868178" y="5434477"/>
                  <a:pt x="3865336" y="5435986"/>
                  <a:pt x="3861826" y="5436718"/>
                </a:cubicBezTo>
                <a:cubicBezTo>
                  <a:pt x="3855600" y="5438015"/>
                  <a:pt x="3846460" y="5438663"/>
                  <a:pt x="3834404" y="5438663"/>
                </a:cubicBezTo>
                <a:cubicBezTo>
                  <a:pt x="3822859" y="5438663"/>
                  <a:pt x="3814059" y="5437644"/>
                  <a:pt x="3808004" y="5435604"/>
                </a:cubicBezTo>
                <a:cubicBezTo>
                  <a:pt x="3801894" y="5433517"/>
                  <a:pt x="3798839" y="5429800"/>
                  <a:pt x="3798839" y="5424453"/>
                </a:cubicBezTo>
                <a:cubicBezTo>
                  <a:pt x="3798839" y="5420450"/>
                  <a:pt x="3801145" y="5416872"/>
                  <a:pt x="3805759" y="5413718"/>
                </a:cubicBezTo>
                <a:cubicBezTo>
                  <a:pt x="3807183" y="5412787"/>
                  <a:pt x="3808168" y="5411936"/>
                  <a:pt x="3808717" y="5411163"/>
                </a:cubicBezTo>
                <a:cubicBezTo>
                  <a:pt x="3809266" y="5410390"/>
                  <a:pt x="3809663" y="5409171"/>
                  <a:pt x="3809909" y="5407506"/>
                </a:cubicBezTo>
                <a:cubicBezTo>
                  <a:pt x="3810892" y="5401915"/>
                  <a:pt x="3811383" y="5391381"/>
                  <a:pt x="3811383" y="5375902"/>
                </a:cubicBezTo>
                <a:cubicBezTo>
                  <a:pt x="3811383" y="5373362"/>
                  <a:pt x="3811155" y="5371646"/>
                  <a:pt x="3810698" y="5370756"/>
                </a:cubicBezTo>
                <a:cubicBezTo>
                  <a:pt x="3810241" y="5369865"/>
                  <a:pt x="3809281" y="5369127"/>
                  <a:pt x="3807817" y="5368541"/>
                </a:cubicBezTo>
                <a:cubicBezTo>
                  <a:pt x="3802470" y="5366432"/>
                  <a:pt x="3799797" y="5363235"/>
                  <a:pt x="3799797" y="5358952"/>
                </a:cubicBezTo>
                <a:cubicBezTo>
                  <a:pt x="3799797" y="5355216"/>
                  <a:pt x="3801544" y="5352119"/>
                  <a:pt x="3805037" y="5349658"/>
                </a:cubicBezTo>
                <a:cubicBezTo>
                  <a:pt x="3808532" y="5347198"/>
                  <a:pt x="3814041" y="5344856"/>
                  <a:pt x="3821566" y="5342631"/>
                </a:cubicBezTo>
                <a:cubicBezTo>
                  <a:pt x="3831525" y="5339655"/>
                  <a:pt x="3840766" y="5338124"/>
                  <a:pt x="3849288" y="5338037"/>
                </a:cubicBezTo>
                <a:close/>
                <a:moveTo>
                  <a:pt x="3173012" y="5338037"/>
                </a:moveTo>
                <a:cubicBezTo>
                  <a:pt x="3175692" y="5338037"/>
                  <a:pt x="3177561" y="5338728"/>
                  <a:pt x="3178620" y="5340109"/>
                </a:cubicBezTo>
                <a:cubicBezTo>
                  <a:pt x="3179677" y="5341490"/>
                  <a:pt x="3180511" y="5344923"/>
                  <a:pt x="3181121" y="5350408"/>
                </a:cubicBezTo>
                <a:cubicBezTo>
                  <a:pt x="3181308" y="5352057"/>
                  <a:pt x="3181625" y="5352882"/>
                  <a:pt x="3182070" y="5352882"/>
                </a:cubicBezTo>
                <a:cubicBezTo>
                  <a:pt x="3182619" y="5352882"/>
                  <a:pt x="3183181" y="5352468"/>
                  <a:pt x="3183755" y="5351641"/>
                </a:cubicBezTo>
                <a:cubicBezTo>
                  <a:pt x="3189456" y="5342636"/>
                  <a:pt x="3196778" y="5338134"/>
                  <a:pt x="3205722" y="5338134"/>
                </a:cubicBezTo>
                <a:cubicBezTo>
                  <a:pt x="3212093" y="5338134"/>
                  <a:pt x="3217533" y="5340809"/>
                  <a:pt x="3222042" y="5346161"/>
                </a:cubicBezTo>
                <a:cubicBezTo>
                  <a:pt x="3223629" y="5347026"/>
                  <a:pt x="3225048" y="5349037"/>
                  <a:pt x="3226296" y="5352194"/>
                </a:cubicBezTo>
                <a:cubicBezTo>
                  <a:pt x="3227546" y="5355351"/>
                  <a:pt x="3228171" y="5358370"/>
                  <a:pt x="3228171" y="5361251"/>
                </a:cubicBezTo>
                <a:cubicBezTo>
                  <a:pt x="3228171" y="5364492"/>
                  <a:pt x="3227408" y="5367830"/>
                  <a:pt x="3225880" y="5371265"/>
                </a:cubicBezTo>
                <a:cubicBezTo>
                  <a:pt x="3224353" y="5374699"/>
                  <a:pt x="3222368" y="5377534"/>
                  <a:pt x="3219926" y="5379768"/>
                </a:cubicBezTo>
                <a:cubicBezTo>
                  <a:pt x="3215504" y="5383983"/>
                  <a:pt x="3210035" y="5386090"/>
                  <a:pt x="3203521" y="5386090"/>
                </a:cubicBezTo>
                <a:cubicBezTo>
                  <a:pt x="3199927" y="5386090"/>
                  <a:pt x="3196919" y="5385458"/>
                  <a:pt x="3194497" y="5384194"/>
                </a:cubicBezTo>
                <a:cubicBezTo>
                  <a:pt x="3192076" y="5382930"/>
                  <a:pt x="3188814" y="5379916"/>
                  <a:pt x="3184713" y="5375151"/>
                </a:cubicBezTo>
                <a:cubicBezTo>
                  <a:pt x="3184104" y="5375294"/>
                  <a:pt x="3183511" y="5375365"/>
                  <a:pt x="3182932" y="5375365"/>
                </a:cubicBezTo>
                <a:cubicBezTo>
                  <a:pt x="3182190" y="5375365"/>
                  <a:pt x="3181627" y="5376072"/>
                  <a:pt x="3181245" y="5377486"/>
                </a:cubicBezTo>
                <a:cubicBezTo>
                  <a:pt x="3180864" y="5378901"/>
                  <a:pt x="3180674" y="5382777"/>
                  <a:pt x="3180674" y="5389117"/>
                </a:cubicBezTo>
                <a:cubicBezTo>
                  <a:pt x="3180674" y="5398726"/>
                  <a:pt x="3180975" y="5405038"/>
                  <a:pt x="3181577" y="5408052"/>
                </a:cubicBezTo>
                <a:cubicBezTo>
                  <a:pt x="3181992" y="5409830"/>
                  <a:pt x="3182470" y="5410969"/>
                  <a:pt x="3183012" y="5411467"/>
                </a:cubicBezTo>
                <a:cubicBezTo>
                  <a:pt x="3183554" y="5411966"/>
                  <a:pt x="3185375" y="5412668"/>
                  <a:pt x="3188475" y="5413575"/>
                </a:cubicBezTo>
                <a:cubicBezTo>
                  <a:pt x="3194381" y="5415348"/>
                  <a:pt x="3197335" y="5418846"/>
                  <a:pt x="3197335" y="5424070"/>
                </a:cubicBezTo>
                <a:cubicBezTo>
                  <a:pt x="3197335" y="5427198"/>
                  <a:pt x="3196249" y="5429905"/>
                  <a:pt x="3194076" y="5432191"/>
                </a:cubicBezTo>
                <a:cubicBezTo>
                  <a:pt x="3191902" y="5434477"/>
                  <a:pt x="3189061" y="5435986"/>
                  <a:pt x="3185551" y="5436718"/>
                </a:cubicBezTo>
                <a:cubicBezTo>
                  <a:pt x="3179326" y="5438015"/>
                  <a:pt x="3170184" y="5438663"/>
                  <a:pt x="3158129" y="5438663"/>
                </a:cubicBezTo>
                <a:cubicBezTo>
                  <a:pt x="3146584" y="5438663"/>
                  <a:pt x="3137784" y="5437644"/>
                  <a:pt x="3131730" y="5435604"/>
                </a:cubicBezTo>
                <a:cubicBezTo>
                  <a:pt x="3125619" y="5433517"/>
                  <a:pt x="3122564" y="5429800"/>
                  <a:pt x="3122564" y="5424453"/>
                </a:cubicBezTo>
                <a:cubicBezTo>
                  <a:pt x="3122564" y="5420450"/>
                  <a:pt x="3124871" y="5416872"/>
                  <a:pt x="3129485" y="5413718"/>
                </a:cubicBezTo>
                <a:cubicBezTo>
                  <a:pt x="3130907" y="5412787"/>
                  <a:pt x="3131894" y="5411936"/>
                  <a:pt x="3132442" y="5411163"/>
                </a:cubicBezTo>
                <a:cubicBezTo>
                  <a:pt x="3132990" y="5410390"/>
                  <a:pt x="3133387" y="5409171"/>
                  <a:pt x="3133633" y="5407506"/>
                </a:cubicBezTo>
                <a:cubicBezTo>
                  <a:pt x="3134616" y="5401915"/>
                  <a:pt x="3135108" y="5391381"/>
                  <a:pt x="3135108" y="5375902"/>
                </a:cubicBezTo>
                <a:cubicBezTo>
                  <a:pt x="3135108" y="5373362"/>
                  <a:pt x="3134880" y="5371646"/>
                  <a:pt x="3134422" y="5370756"/>
                </a:cubicBezTo>
                <a:cubicBezTo>
                  <a:pt x="3133966" y="5369865"/>
                  <a:pt x="3133006" y="5369127"/>
                  <a:pt x="3131542" y="5368541"/>
                </a:cubicBezTo>
                <a:cubicBezTo>
                  <a:pt x="3126195" y="5366432"/>
                  <a:pt x="3123522" y="5363235"/>
                  <a:pt x="3123522" y="5358952"/>
                </a:cubicBezTo>
                <a:cubicBezTo>
                  <a:pt x="3123522" y="5355216"/>
                  <a:pt x="3125269" y="5352119"/>
                  <a:pt x="3128762" y="5349658"/>
                </a:cubicBezTo>
                <a:cubicBezTo>
                  <a:pt x="3132256" y="5347198"/>
                  <a:pt x="3137766" y="5344856"/>
                  <a:pt x="3145292" y="5342631"/>
                </a:cubicBezTo>
                <a:cubicBezTo>
                  <a:pt x="3155251" y="5339655"/>
                  <a:pt x="3164491" y="5338124"/>
                  <a:pt x="3173012" y="5338037"/>
                </a:cubicBezTo>
                <a:close/>
                <a:moveTo>
                  <a:pt x="2868213" y="5338037"/>
                </a:moveTo>
                <a:cubicBezTo>
                  <a:pt x="2870892" y="5338037"/>
                  <a:pt x="2872761" y="5338728"/>
                  <a:pt x="2873819" y="5340109"/>
                </a:cubicBezTo>
                <a:cubicBezTo>
                  <a:pt x="2874877" y="5341490"/>
                  <a:pt x="2875711" y="5344923"/>
                  <a:pt x="2876321" y="5350408"/>
                </a:cubicBezTo>
                <a:cubicBezTo>
                  <a:pt x="2876508" y="5352057"/>
                  <a:pt x="2876824" y="5352882"/>
                  <a:pt x="2877270" y="5352882"/>
                </a:cubicBezTo>
                <a:cubicBezTo>
                  <a:pt x="2877819" y="5352882"/>
                  <a:pt x="2878381" y="5352468"/>
                  <a:pt x="2878954" y="5351641"/>
                </a:cubicBezTo>
                <a:cubicBezTo>
                  <a:pt x="2884656" y="5342636"/>
                  <a:pt x="2891979" y="5338134"/>
                  <a:pt x="2900922" y="5338134"/>
                </a:cubicBezTo>
                <a:cubicBezTo>
                  <a:pt x="2907293" y="5338134"/>
                  <a:pt x="2912733" y="5340809"/>
                  <a:pt x="2917242" y="5346161"/>
                </a:cubicBezTo>
                <a:cubicBezTo>
                  <a:pt x="2918829" y="5347026"/>
                  <a:pt x="2920247" y="5349037"/>
                  <a:pt x="2921497" y="5352194"/>
                </a:cubicBezTo>
                <a:cubicBezTo>
                  <a:pt x="2922746" y="5355351"/>
                  <a:pt x="2923371" y="5358370"/>
                  <a:pt x="2923371" y="5361251"/>
                </a:cubicBezTo>
                <a:cubicBezTo>
                  <a:pt x="2923371" y="5364492"/>
                  <a:pt x="2922607" y="5367830"/>
                  <a:pt x="2921080" y="5371265"/>
                </a:cubicBezTo>
                <a:cubicBezTo>
                  <a:pt x="2919553" y="5374699"/>
                  <a:pt x="2917568" y="5377534"/>
                  <a:pt x="2915126" y="5379768"/>
                </a:cubicBezTo>
                <a:cubicBezTo>
                  <a:pt x="2910704" y="5383983"/>
                  <a:pt x="2905235" y="5386090"/>
                  <a:pt x="2898720" y="5386090"/>
                </a:cubicBezTo>
                <a:cubicBezTo>
                  <a:pt x="2895126" y="5386090"/>
                  <a:pt x="2892120" y="5385458"/>
                  <a:pt x="2889697" y="5384194"/>
                </a:cubicBezTo>
                <a:cubicBezTo>
                  <a:pt x="2887276" y="5382930"/>
                  <a:pt x="2884014" y="5379916"/>
                  <a:pt x="2879912" y="5375151"/>
                </a:cubicBezTo>
                <a:cubicBezTo>
                  <a:pt x="2879305" y="5375294"/>
                  <a:pt x="2878711" y="5375365"/>
                  <a:pt x="2878132" y="5375365"/>
                </a:cubicBezTo>
                <a:cubicBezTo>
                  <a:pt x="2877390" y="5375365"/>
                  <a:pt x="2876827" y="5376072"/>
                  <a:pt x="2876446" y="5377486"/>
                </a:cubicBezTo>
                <a:cubicBezTo>
                  <a:pt x="2876064" y="5378901"/>
                  <a:pt x="2875874" y="5382777"/>
                  <a:pt x="2875874" y="5389117"/>
                </a:cubicBezTo>
                <a:cubicBezTo>
                  <a:pt x="2875874" y="5398726"/>
                  <a:pt x="2876174" y="5405038"/>
                  <a:pt x="2876777" y="5408052"/>
                </a:cubicBezTo>
                <a:cubicBezTo>
                  <a:pt x="2877192" y="5409830"/>
                  <a:pt x="2877671" y="5410969"/>
                  <a:pt x="2878212" y="5411467"/>
                </a:cubicBezTo>
                <a:cubicBezTo>
                  <a:pt x="2878754" y="5411966"/>
                  <a:pt x="2880574" y="5412668"/>
                  <a:pt x="2883675" y="5413575"/>
                </a:cubicBezTo>
                <a:cubicBezTo>
                  <a:pt x="2889581" y="5415348"/>
                  <a:pt x="2892535" y="5418846"/>
                  <a:pt x="2892535" y="5424070"/>
                </a:cubicBezTo>
                <a:cubicBezTo>
                  <a:pt x="2892535" y="5427198"/>
                  <a:pt x="2891449" y="5429905"/>
                  <a:pt x="2889275" y="5432191"/>
                </a:cubicBezTo>
                <a:cubicBezTo>
                  <a:pt x="2887102" y="5434477"/>
                  <a:pt x="2884260" y="5435986"/>
                  <a:pt x="2880751" y="5436718"/>
                </a:cubicBezTo>
                <a:cubicBezTo>
                  <a:pt x="2874525" y="5438015"/>
                  <a:pt x="2865385" y="5438663"/>
                  <a:pt x="2853329" y="5438663"/>
                </a:cubicBezTo>
                <a:cubicBezTo>
                  <a:pt x="2841783" y="5438663"/>
                  <a:pt x="2832983" y="5437644"/>
                  <a:pt x="2826929" y="5435604"/>
                </a:cubicBezTo>
                <a:cubicBezTo>
                  <a:pt x="2820818" y="5433517"/>
                  <a:pt x="2817764" y="5429800"/>
                  <a:pt x="2817764" y="5424453"/>
                </a:cubicBezTo>
                <a:cubicBezTo>
                  <a:pt x="2817764" y="5420450"/>
                  <a:pt x="2820070" y="5416872"/>
                  <a:pt x="2824685" y="5413718"/>
                </a:cubicBezTo>
                <a:cubicBezTo>
                  <a:pt x="2826108" y="5412787"/>
                  <a:pt x="2827094" y="5411936"/>
                  <a:pt x="2827642" y="5411163"/>
                </a:cubicBezTo>
                <a:cubicBezTo>
                  <a:pt x="2828190" y="5410390"/>
                  <a:pt x="2828588" y="5409171"/>
                  <a:pt x="2828834" y="5407506"/>
                </a:cubicBezTo>
                <a:cubicBezTo>
                  <a:pt x="2829817" y="5401915"/>
                  <a:pt x="2830308" y="5391381"/>
                  <a:pt x="2830308" y="5375902"/>
                </a:cubicBezTo>
                <a:cubicBezTo>
                  <a:pt x="2830308" y="5373362"/>
                  <a:pt x="2830079" y="5371646"/>
                  <a:pt x="2829623" y="5370756"/>
                </a:cubicBezTo>
                <a:cubicBezTo>
                  <a:pt x="2829166" y="5369865"/>
                  <a:pt x="2828206" y="5369127"/>
                  <a:pt x="2826742" y="5368541"/>
                </a:cubicBezTo>
                <a:cubicBezTo>
                  <a:pt x="2821395" y="5366432"/>
                  <a:pt x="2818722" y="5363235"/>
                  <a:pt x="2818722" y="5358952"/>
                </a:cubicBezTo>
                <a:cubicBezTo>
                  <a:pt x="2818722" y="5355216"/>
                  <a:pt x="2820469" y="5352119"/>
                  <a:pt x="2823963" y="5349658"/>
                </a:cubicBezTo>
                <a:cubicBezTo>
                  <a:pt x="2827457" y="5347198"/>
                  <a:pt x="2832966" y="5344856"/>
                  <a:pt x="2840491" y="5342631"/>
                </a:cubicBezTo>
                <a:cubicBezTo>
                  <a:pt x="2850450" y="5339655"/>
                  <a:pt x="2859691" y="5338124"/>
                  <a:pt x="2868213" y="5338037"/>
                </a:cubicBezTo>
                <a:close/>
                <a:moveTo>
                  <a:pt x="1805195" y="5338037"/>
                </a:moveTo>
                <a:cubicBezTo>
                  <a:pt x="1826929" y="5338037"/>
                  <a:pt x="1837795" y="5342487"/>
                  <a:pt x="1837795" y="5351388"/>
                </a:cubicBezTo>
                <a:cubicBezTo>
                  <a:pt x="1837795" y="5353172"/>
                  <a:pt x="1836682" y="5355682"/>
                  <a:pt x="1834457" y="5358917"/>
                </a:cubicBezTo>
                <a:cubicBezTo>
                  <a:pt x="1834320" y="5359129"/>
                  <a:pt x="1834252" y="5359364"/>
                  <a:pt x="1834252" y="5359622"/>
                </a:cubicBezTo>
                <a:cubicBezTo>
                  <a:pt x="1834252" y="5360733"/>
                  <a:pt x="1835470" y="5363561"/>
                  <a:pt x="1837907" y="5368107"/>
                </a:cubicBezTo>
                <a:cubicBezTo>
                  <a:pt x="1841245" y="5374427"/>
                  <a:pt x="1843716" y="5377587"/>
                  <a:pt x="1845320" y="5377587"/>
                </a:cubicBezTo>
                <a:cubicBezTo>
                  <a:pt x="1846047" y="5377587"/>
                  <a:pt x="1847339" y="5376221"/>
                  <a:pt x="1849197" y="5373489"/>
                </a:cubicBezTo>
                <a:cubicBezTo>
                  <a:pt x="1851056" y="5370757"/>
                  <a:pt x="1851985" y="5368592"/>
                  <a:pt x="1851985" y="5366996"/>
                </a:cubicBezTo>
                <a:cubicBezTo>
                  <a:pt x="1851985" y="5365501"/>
                  <a:pt x="1851611" y="5364292"/>
                  <a:pt x="1850864" y="5363369"/>
                </a:cubicBezTo>
                <a:cubicBezTo>
                  <a:pt x="1850117" y="5362447"/>
                  <a:pt x="1847746" y="5360152"/>
                  <a:pt x="1843750" y="5356485"/>
                </a:cubicBezTo>
                <a:cubicBezTo>
                  <a:pt x="1841579" y="5355756"/>
                  <a:pt x="1840494" y="5353993"/>
                  <a:pt x="1840494" y="5351195"/>
                </a:cubicBezTo>
                <a:cubicBezTo>
                  <a:pt x="1840494" y="5345099"/>
                  <a:pt x="1846150" y="5341203"/>
                  <a:pt x="1857464" y="5339506"/>
                </a:cubicBezTo>
                <a:cubicBezTo>
                  <a:pt x="1863787" y="5338527"/>
                  <a:pt x="1871167" y="5338037"/>
                  <a:pt x="1879602" y="5338037"/>
                </a:cubicBezTo>
                <a:cubicBezTo>
                  <a:pt x="1889444" y="5338037"/>
                  <a:pt x="1896795" y="5338963"/>
                  <a:pt x="1901655" y="5340813"/>
                </a:cubicBezTo>
                <a:cubicBezTo>
                  <a:pt x="1906515" y="5342663"/>
                  <a:pt x="1908945" y="5345836"/>
                  <a:pt x="1908945" y="5350333"/>
                </a:cubicBezTo>
                <a:cubicBezTo>
                  <a:pt x="1908945" y="5352116"/>
                  <a:pt x="1908626" y="5353567"/>
                  <a:pt x="1907988" y="5354684"/>
                </a:cubicBezTo>
                <a:cubicBezTo>
                  <a:pt x="1907349" y="5355801"/>
                  <a:pt x="1906041" y="5357361"/>
                  <a:pt x="1904062" y="5359364"/>
                </a:cubicBezTo>
                <a:cubicBezTo>
                  <a:pt x="1903359" y="5360164"/>
                  <a:pt x="1903007" y="5360920"/>
                  <a:pt x="1903007" y="5361634"/>
                </a:cubicBezTo>
                <a:cubicBezTo>
                  <a:pt x="1903007" y="5363090"/>
                  <a:pt x="1904391" y="5366434"/>
                  <a:pt x="1907157" y="5371664"/>
                </a:cubicBezTo>
                <a:cubicBezTo>
                  <a:pt x="1909336" y="5375804"/>
                  <a:pt x="1911068" y="5377874"/>
                  <a:pt x="1912353" y="5377874"/>
                </a:cubicBezTo>
                <a:cubicBezTo>
                  <a:pt x="1913892" y="5377874"/>
                  <a:pt x="1916146" y="5375363"/>
                  <a:pt x="1919113" y="5370340"/>
                </a:cubicBezTo>
                <a:cubicBezTo>
                  <a:pt x="1921667" y="5365461"/>
                  <a:pt x="1922944" y="5362432"/>
                  <a:pt x="1922944" y="5361251"/>
                </a:cubicBezTo>
                <a:cubicBezTo>
                  <a:pt x="1922944" y="5360496"/>
                  <a:pt x="1922382" y="5359264"/>
                  <a:pt x="1921259" y="5357554"/>
                </a:cubicBezTo>
                <a:cubicBezTo>
                  <a:pt x="1918871" y="5354951"/>
                  <a:pt x="1917678" y="5352353"/>
                  <a:pt x="1917678" y="5349759"/>
                </a:cubicBezTo>
                <a:cubicBezTo>
                  <a:pt x="1917678" y="5345588"/>
                  <a:pt x="1919564" y="5342700"/>
                  <a:pt x="1923338" y="5341094"/>
                </a:cubicBezTo>
                <a:cubicBezTo>
                  <a:pt x="1927828" y="5339120"/>
                  <a:pt x="1934221" y="5338134"/>
                  <a:pt x="1942517" y="5338134"/>
                </a:cubicBezTo>
                <a:cubicBezTo>
                  <a:pt x="1947994" y="5338134"/>
                  <a:pt x="1953105" y="5338601"/>
                  <a:pt x="1957849" y="5339536"/>
                </a:cubicBezTo>
                <a:cubicBezTo>
                  <a:pt x="1960381" y="5340068"/>
                  <a:pt x="1962583" y="5341290"/>
                  <a:pt x="1964455" y="5343202"/>
                </a:cubicBezTo>
                <a:cubicBezTo>
                  <a:pt x="1966328" y="5345113"/>
                  <a:pt x="1967264" y="5347331"/>
                  <a:pt x="1967264" y="5349855"/>
                </a:cubicBezTo>
                <a:cubicBezTo>
                  <a:pt x="1967264" y="5352517"/>
                  <a:pt x="1966165" y="5354711"/>
                  <a:pt x="1963966" y="5356437"/>
                </a:cubicBezTo>
                <a:cubicBezTo>
                  <a:pt x="1963461" y="5356943"/>
                  <a:pt x="1960718" y="5358017"/>
                  <a:pt x="1955739" y="5359660"/>
                </a:cubicBezTo>
                <a:cubicBezTo>
                  <a:pt x="1954265" y="5360337"/>
                  <a:pt x="1952838" y="5361422"/>
                  <a:pt x="1951458" y="5362917"/>
                </a:cubicBezTo>
                <a:cubicBezTo>
                  <a:pt x="1950079" y="5364412"/>
                  <a:pt x="1948421" y="5366617"/>
                  <a:pt x="1946484" y="5369532"/>
                </a:cubicBezTo>
                <a:lnTo>
                  <a:pt x="1922286" y="5417707"/>
                </a:lnTo>
                <a:cubicBezTo>
                  <a:pt x="1914905" y="5431933"/>
                  <a:pt x="1908115" y="5439046"/>
                  <a:pt x="1901915" y="5439046"/>
                </a:cubicBezTo>
                <a:cubicBezTo>
                  <a:pt x="1899029" y="5439046"/>
                  <a:pt x="1896089" y="5437480"/>
                  <a:pt x="1893093" y="5434346"/>
                </a:cubicBezTo>
                <a:cubicBezTo>
                  <a:pt x="1890098" y="5431213"/>
                  <a:pt x="1886446" y="5426186"/>
                  <a:pt x="1882137" y="5419266"/>
                </a:cubicBezTo>
                <a:lnTo>
                  <a:pt x="1871999" y="5402845"/>
                </a:lnTo>
                <a:cubicBezTo>
                  <a:pt x="1870012" y="5399871"/>
                  <a:pt x="1868784" y="5398139"/>
                  <a:pt x="1868316" y="5397648"/>
                </a:cubicBezTo>
                <a:cubicBezTo>
                  <a:pt x="1867848" y="5397157"/>
                  <a:pt x="1867364" y="5396912"/>
                  <a:pt x="1866866" y="5396912"/>
                </a:cubicBezTo>
                <a:cubicBezTo>
                  <a:pt x="1865368" y="5396912"/>
                  <a:pt x="1862740" y="5399018"/>
                  <a:pt x="1858983" y="5403231"/>
                </a:cubicBezTo>
                <a:lnTo>
                  <a:pt x="1845551" y="5429864"/>
                </a:lnTo>
                <a:cubicBezTo>
                  <a:pt x="1842121" y="5435794"/>
                  <a:pt x="1838086" y="5438760"/>
                  <a:pt x="1833446" y="5438760"/>
                </a:cubicBezTo>
                <a:cubicBezTo>
                  <a:pt x="1830595" y="5438760"/>
                  <a:pt x="1828045" y="5437834"/>
                  <a:pt x="1825795" y="5435982"/>
                </a:cubicBezTo>
                <a:cubicBezTo>
                  <a:pt x="1823544" y="5434131"/>
                  <a:pt x="1821134" y="5430234"/>
                  <a:pt x="1818564" y="5424294"/>
                </a:cubicBezTo>
                <a:lnTo>
                  <a:pt x="1790718" y="5380249"/>
                </a:lnTo>
                <a:cubicBezTo>
                  <a:pt x="1785648" y="5372113"/>
                  <a:pt x="1781657" y="5366762"/>
                  <a:pt x="1778746" y="5364196"/>
                </a:cubicBezTo>
                <a:cubicBezTo>
                  <a:pt x="1778109" y="5363687"/>
                  <a:pt x="1776318" y="5363005"/>
                  <a:pt x="1773372" y="5362151"/>
                </a:cubicBezTo>
                <a:cubicBezTo>
                  <a:pt x="1771289" y="5361509"/>
                  <a:pt x="1769666" y="5360366"/>
                  <a:pt x="1768503" y="5358721"/>
                </a:cubicBezTo>
                <a:cubicBezTo>
                  <a:pt x="1767340" y="5357076"/>
                  <a:pt x="1766758" y="5355238"/>
                  <a:pt x="1766758" y="5353207"/>
                </a:cubicBezTo>
                <a:cubicBezTo>
                  <a:pt x="1766758" y="5347299"/>
                  <a:pt x="1771781" y="5343200"/>
                  <a:pt x="1781828" y="5340911"/>
                </a:cubicBezTo>
                <a:cubicBezTo>
                  <a:pt x="1788179" y="5338995"/>
                  <a:pt x="1795968" y="5338037"/>
                  <a:pt x="1805195" y="5338037"/>
                </a:cubicBezTo>
                <a:close/>
                <a:moveTo>
                  <a:pt x="1438669" y="5338037"/>
                </a:moveTo>
                <a:cubicBezTo>
                  <a:pt x="1447143" y="5338037"/>
                  <a:pt x="1454722" y="5340727"/>
                  <a:pt x="1461404" y="5346106"/>
                </a:cubicBezTo>
                <a:cubicBezTo>
                  <a:pt x="1465188" y="5348443"/>
                  <a:pt x="1467929" y="5351769"/>
                  <a:pt x="1469629" y="5356083"/>
                </a:cubicBezTo>
                <a:cubicBezTo>
                  <a:pt x="1471328" y="5360398"/>
                  <a:pt x="1472372" y="5366544"/>
                  <a:pt x="1472761" y="5374521"/>
                </a:cubicBezTo>
                <a:lnTo>
                  <a:pt x="1474101" y="5408217"/>
                </a:lnTo>
                <a:cubicBezTo>
                  <a:pt x="1474218" y="5410566"/>
                  <a:pt x="1474565" y="5412263"/>
                  <a:pt x="1475142" y="5413308"/>
                </a:cubicBezTo>
                <a:cubicBezTo>
                  <a:pt x="1475720" y="5414353"/>
                  <a:pt x="1477555" y="5416513"/>
                  <a:pt x="1480649" y="5419789"/>
                </a:cubicBezTo>
                <a:cubicBezTo>
                  <a:pt x="1481992" y="5421220"/>
                  <a:pt x="1482664" y="5423094"/>
                  <a:pt x="1482664" y="5425410"/>
                </a:cubicBezTo>
                <a:cubicBezTo>
                  <a:pt x="1482664" y="5430555"/>
                  <a:pt x="1479860" y="5434051"/>
                  <a:pt x="1474253" y="5435896"/>
                </a:cubicBezTo>
                <a:cubicBezTo>
                  <a:pt x="1468646" y="5437741"/>
                  <a:pt x="1459243" y="5438663"/>
                  <a:pt x="1446042" y="5438663"/>
                </a:cubicBezTo>
                <a:cubicBezTo>
                  <a:pt x="1436964" y="5438663"/>
                  <a:pt x="1430486" y="5437846"/>
                  <a:pt x="1426606" y="5436213"/>
                </a:cubicBezTo>
                <a:cubicBezTo>
                  <a:pt x="1422046" y="5434281"/>
                  <a:pt x="1419765" y="5431095"/>
                  <a:pt x="1419765" y="5426655"/>
                </a:cubicBezTo>
                <a:cubicBezTo>
                  <a:pt x="1419765" y="5424976"/>
                  <a:pt x="1420017" y="5423738"/>
                  <a:pt x="1420521" y="5422942"/>
                </a:cubicBezTo>
                <a:cubicBezTo>
                  <a:pt x="1421024" y="5422145"/>
                  <a:pt x="1422385" y="5420540"/>
                  <a:pt x="1424603" y="5418126"/>
                </a:cubicBezTo>
                <a:cubicBezTo>
                  <a:pt x="1426869" y="5415747"/>
                  <a:pt x="1428001" y="5407226"/>
                  <a:pt x="1428001" y="5392564"/>
                </a:cubicBezTo>
                <a:cubicBezTo>
                  <a:pt x="1428001" y="5384072"/>
                  <a:pt x="1427456" y="5378211"/>
                  <a:pt x="1426365" y="5374982"/>
                </a:cubicBezTo>
                <a:cubicBezTo>
                  <a:pt x="1424224" y="5371598"/>
                  <a:pt x="1421334" y="5369906"/>
                  <a:pt x="1417698" y="5369906"/>
                </a:cubicBezTo>
                <a:cubicBezTo>
                  <a:pt x="1414229" y="5369906"/>
                  <a:pt x="1411836" y="5371039"/>
                  <a:pt x="1410520" y="5373303"/>
                </a:cubicBezTo>
                <a:cubicBezTo>
                  <a:pt x="1409203" y="5375568"/>
                  <a:pt x="1408544" y="5380137"/>
                  <a:pt x="1408544" y="5387011"/>
                </a:cubicBezTo>
                <a:lnTo>
                  <a:pt x="1408544" y="5405970"/>
                </a:lnTo>
                <a:cubicBezTo>
                  <a:pt x="1408544" y="5409580"/>
                  <a:pt x="1408748" y="5411983"/>
                  <a:pt x="1409156" y="5413180"/>
                </a:cubicBezTo>
                <a:cubicBezTo>
                  <a:pt x="1409564" y="5414377"/>
                  <a:pt x="1411039" y="5416882"/>
                  <a:pt x="1413582" y="5420696"/>
                </a:cubicBezTo>
                <a:cubicBezTo>
                  <a:pt x="1414564" y="5422304"/>
                  <a:pt x="1415055" y="5424003"/>
                  <a:pt x="1415055" y="5425793"/>
                </a:cubicBezTo>
                <a:cubicBezTo>
                  <a:pt x="1415055" y="5430480"/>
                  <a:pt x="1412158" y="5433813"/>
                  <a:pt x="1406363" y="5435791"/>
                </a:cubicBezTo>
                <a:cubicBezTo>
                  <a:pt x="1400568" y="5437770"/>
                  <a:pt x="1391993" y="5438760"/>
                  <a:pt x="1380638" y="5438760"/>
                </a:cubicBezTo>
                <a:cubicBezTo>
                  <a:pt x="1361588" y="5438760"/>
                  <a:pt x="1352063" y="5434437"/>
                  <a:pt x="1352063" y="5425793"/>
                </a:cubicBezTo>
                <a:cubicBezTo>
                  <a:pt x="1352063" y="5423856"/>
                  <a:pt x="1352418" y="5422366"/>
                  <a:pt x="1353130" y="5421320"/>
                </a:cubicBezTo>
                <a:cubicBezTo>
                  <a:pt x="1353842" y="5420274"/>
                  <a:pt x="1355315" y="5418948"/>
                  <a:pt x="1357549" y="5417341"/>
                </a:cubicBezTo>
                <a:cubicBezTo>
                  <a:pt x="1358841" y="5416397"/>
                  <a:pt x="1359673" y="5415274"/>
                  <a:pt x="1360044" y="5413973"/>
                </a:cubicBezTo>
                <a:cubicBezTo>
                  <a:pt x="1360416" y="5412672"/>
                  <a:pt x="1360788" y="5409048"/>
                  <a:pt x="1361160" y="5403101"/>
                </a:cubicBezTo>
                <a:cubicBezTo>
                  <a:pt x="1361607" y="5395819"/>
                  <a:pt x="1361831" y="5388221"/>
                  <a:pt x="1361831" y="5380307"/>
                </a:cubicBezTo>
                <a:cubicBezTo>
                  <a:pt x="1361831" y="5376241"/>
                  <a:pt x="1361566" y="5373666"/>
                  <a:pt x="1361036" y="5372581"/>
                </a:cubicBezTo>
                <a:cubicBezTo>
                  <a:pt x="1360506" y="5371496"/>
                  <a:pt x="1358504" y="5369596"/>
                  <a:pt x="1355031" y="5366882"/>
                </a:cubicBezTo>
                <a:cubicBezTo>
                  <a:pt x="1352286" y="5365728"/>
                  <a:pt x="1350913" y="5363531"/>
                  <a:pt x="1350913" y="5360292"/>
                </a:cubicBezTo>
                <a:cubicBezTo>
                  <a:pt x="1350913" y="5357086"/>
                  <a:pt x="1352208" y="5354540"/>
                  <a:pt x="1354797" y="5352654"/>
                </a:cubicBezTo>
                <a:cubicBezTo>
                  <a:pt x="1357387" y="5350768"/>
                  <a:pt x="1362233" y="5348554"/>
                  <a:pt x="1369336" y="5346013"/>
                </a:cubicBezTo>
                <a:cubicBezTo>
                  <a:pt x="1375398" y="5343866"/>
                  <a:pt x="1381369" y="5342016"/>
                  <a:pt x="1387250" y="5340463"/>
                </a:cubicBezTo>
                <a:cubicBezTo>
                  <a:pt x="1393132" y="5338910"/>
                  <a:pt x="1397184" y="5338134"/>
                  <a:pt x="1399407" y="5338134"/>
                </a:cubicBezTo>
                <a:cubicBezTo>
                  <a:pt x="1401907" y="5338134"/>
                  <a:pt x="1404007" y="5339046"/>
                  <a:pt x="1405707" y="5340871"/>
                </a:cubicBezTo>
                <a:cubicBezTo>
                  <a:pt x="1407407" y="5342695"/>
                  <a:pt x="1408257" y="5344796"/>
                  <a:pt x="1408257" y="5347174"/>
                </a:cubicBezTo>
                <a:cubicBezTo>
                  <a:pt x="1408257" y="5346958"/>
                  <a:pt x="1408210" y="5347869"/>
                  <a:pt x="1408117" y="5349907"/>
                </a:cubicBezTo>
                <a:cubicBezTo>
                  <a:pt x="1408082" y="5350183"/>
                  <a:pt x="1408065" y="5350517"/>
                  <a:pt x="1408065" y="5350908"/>
                </a:cubicBezTo>
                <a:cubicBezTo>
                  <a:pt x="1408065" y="5352670"/>
                  <a:pt x="1408658" y="5353551"/>
                  <a:pt x="1409844" y="5353551"/>
                </a:cubicBezTo>
                <a:cubicBezTo>
                  <a:pt x="1410688" y="5353551"/>
                  <a:pt x="1412064" y="5352338"/>
                  <a:pt x="1413972" y="5349912"/>
                </a:cubicBezTo>
                <a:cubicBezTo>
                  <a:pt x="1419283" y="5341996"/>
                  <a:pt x="1427515" y="5338037"/>
                  <a:pt x="1438669" y="5338037"/>
                </a:cubicBezTo>
                <a:close/>
                <a:moveTo>
                  <a:pt x="10522012" y="5337464"/>
                </a:moveTo>
                <a:cubicBezTo>
                  <a:pt x="10534621" y="5337464"/>
                  <a:pt x="10545358" y="5341064"/>
                  <a:pt x="10554224" y="5348264"/>
                </a:cubicBezTo>
                <a:cubicBezTo>
                  <a:pt x="10558714" y="5351881"/>
                  <a:pt x="10562322" y="5356150"/>
                  <a:pt x="10565047" y="5361070"/>
                </a:cubicBezTo>
                <a:cubicBezTo>
                  <a:pt x="10568240" y="5366777"/>
                  <a:pt x="10569836" y="5372327"/>
                  <a:pt x="10569836" y="5377721"/>
                </a:cubicBezTo>
                <a:cubicBezTo>
                  <a:pt x="10569836" y="5382222"/>
                  <a:pt x="10568820" y="5386035"/>
                  <a:pt x="10566788" y="5389160"/>
                </a:cubicBezTo>
                <a:cubicBezTo>
                  <a:pt x="10564754" y="5392285"/>
                  <a:pt x="10561991" y="5393847"/>
                  <a:pt x="10558497" y="5393847"/>
                </a:cubicBezTo>
                <a:lnTo>
                  <a:pt x="10513490" y="5393847"/>
                </a:lnTo>
                <a:cubicBezTo>
                  <a:pt x="10512878" y="5393847"/>
                  <a:pt x="10512572" y="5394058"/>
                  <a:pt x="10512572" y="5394479"/>
                </a:cubicBezTo>
                <a:cubicBezTo>
                  <a:pt x="10512572" y="5398050"/>
                  <a:pt x="10514601" y="5401490"/>
                  <a:pt x="10518658" y="5404799"/>
                </a:cubicBezTo>
                <a:cubicBezTo>
                  <a:pt x="10522716" y="5408108"/>
                  <a:pt x="10527090" y="5409763"/>
                  <a:pt x="10531779" y="5409763"/>
                </a:cubicBezTo>
                <a:cubicBezTo>
                  <a:pt x="10534630" y="5409763"/>
                  <a:pt x="10537825" y="5409203"/>
                  <a:pt x="10541365" y="5408083"/>
                </a:cubicBezTo>
                <a:cubicBezTo>
                  <a:pt x="10544905" y="5406964"/>
                  <a:pt x="10547809" y="5405603"/>
                  <a:pt x="10550075" y="5404000"/>
                </a:cubicBezTo>
                <a:cubicBezTo>
                  <a:pt x="10552602" y="5402224"/>
                  <a:pt x="10554707" y="5401336"/>
                  <a:pt x="10556391" y="5401336"/>
                </a:cubicBezTo>
                <a:cubicBezTo>
                  <a:pt x="10558721" y="5401336"/>
                  <a:pt x="10560859" y="5402580"/>
                  <a:pt x="10562803" y="5405069"/>
                </a:cubicBezTo>
                <a:cubicBezTo>
                  <a:pt x="10564747" y="5407558"/>
                  <a:pt x="10565719" y="5410093"/>
                  <a:pt x="10565719" y="5412674"/>
                </a:cubicBezTo>
                <a:cubicBezTo>
                  <a:pt x="10565719" y="5417916"/>
                  <a:pt x="10562569" y="5422882"/>
                  <a:pt x="10556268" y="5427572"/>
                </a:cubicBezTo>
                <a:cubicBezTo>
                  <a:pt x="10545790" y="5435413"/>
                  <a:pt x="10533669" y="5439333"/>
                  <a:pt x="10519904" y="5439333"/>
                </a:cubicBezTo>
                <a:cubicBezTo>
                  <a:pt x="10505999" y="5439333"/>
                  <a:pt x="10494336" y="5435287"/>
                  <a:pt x="10484915" y="5427194"/>
                </a:cubicBezTo>
                <a:cubicBezTo>
                  <a:pt x="10480324" y="5423201"/>
                  <a:pt x="10476534" y="5418379"/>
                  <a:pt x="10473541" y="5412728"/>
                </a:cubicBezTo>
                <a:cubicBezTo>
                  <a:pt x="10469633" y="5405240"/>
                  <a:pt x="10467679" y="5397337"/>
                  <a:pt x="10467679" y="5389020"/>
                </a:cubicBezTo>
                <a:cubicBezTo>
                  <a:pt x="10467679" y="5377870"/>
                  <a:pt x="10471066" y="5367844"/>
                  <a:pt x="10477842" y="5358942"/>
                </a:cubicBezTo>
                <a:cubicBezTo>
                  <a:pt x="10483689" y="5351235"/>
                  <a:pt x="10491103" y="5345504"/>
                  <a:pt x="10500086" y="5341749"/>
                </a:cubicBezTo>
                <a:cubicBezTo>
                  <a:pt x="10506888" y="5338892"/>
                  <a:pt x="10514195" y="5337464"/>
                  <a:pt x="10522012" y="5337464"/>
                </a:cubicBezTo>
                <a:close/>
                <a:moveTo>
                  <a:pt x="10419823" y="5337464"/>
                </a:moveTo>
                <a:cubicBezTo>
                  <a:pt x="10431592" y="5337464"/>
                  <a:pt x="10441989" y="5340417"/>
                  <a:pt x="10451014" y="5346322"/>
                </a:cubicBezTo>
                <a:cubicBezTo>
                  <a:pt x="10459869" y="5352156"/>
                  <a:pt x="10464295" y="5359430"/>
                  <a:pt x="10464295" y="5368145"/>
                </a:cubicBezTo>
                <a:cubicBezTo>
                  <a:pt x="10464295" y="5374253"/>
                  <a:pt x="10462380" y="5378406"/>
                  <a:pt x="10458550" y="5380606"/>
                </a:cubicBezTo>
                <a:cubicBezTo>
                  <a:pt x="10454168" y="5385858"/>
                  <a:pt x="10449175" y="5388485"/>
                  <a:pt x="10443572" y="5388485"/>
                </a:cubicBezTo>
                <a:cubicBezTo>
                  <a:pt x="10437579" y="5388485"/>
                  <a:pt x="10433050" y="5386295"/>
                  <a:pt x="10429983" y="5381915"/>
                </a:cubicBezTo>
                <a:cubicBezTo>
                  <a:pt x="10429056" y="5380558"/>
                  <a:pt x="10427762" y="5377288"/>
                  <a:pt x="10426101" y="5372107"/>
                </a:cubicBezTo>
                <a:cubicBezTo>
                  <a:pt x="10424666" y="5367640"/>
                  <a:pt x="10421999" y="5365406"/>
                  <a:pt x="10418100" y="5365406"/>
                </a:cubicBezTo>
                <a:cubicBezTo>
                  <a:pt x="10415275" y="5365406"/>
                  <a:pt x="10412835" y="5366720"/>
                  <a:pt x="10410782" y="5369349"/>
                </a:cubicBezTo>
                <a:cubicBezTo>
                  <a:pt x="10408729" y="5371978"/>
                  <a:pt x="10407701" y="5375312"/>
                  <a:pt x="10407701" y="5379350"/>
                </a:cubicBezTo>
                <a:cubicBezTo>
                  <a:pt x="10407701" y="5386552"/>
                  <a:pt x="10410254" y="5392913"/>
                  <a:pt x="10415361" y="5398433"/>
                </a:cubicBezTo>
                <a:cubicBezTo>
                  <a:pt x="10419430" y="5402795"/>
                  <a:pt x="10424557" y="5404975"/>
                  <a:pt x="10430740" y="5404975"/>
                </a:cubicBezTo>
                <a:cubicBezTo>
                  <a:pt x="10433769" y="5404975"/>
                  <a:pt x="10436313" y="5404718"/>
                  <a:pt x="10438371" y="5404203"/>
                </a:cubicBezTo>
                <a:cubicBezTo>
                  <a:pt x="10440430" y="5403688"/>
                  <a:pt x="10442938" y="5402732"/>
                  <a:pt x="10445896" y="5401333"/>
                </a:cubicBezTo>
                <a:cubicBezTo>
                  <a:pt x="10447425" y="5400569"/>
                  <a:pt x="10448884" y="5400187"/>
                  <a:pt x="10450276" y="5400187"/>
                </a:cubicBezTo>
                <a:cubicBezTo>
                  <a:pt x="10453096" y="5400187"/>
                  <a:pt x="10455515" y="5401429"/>
                  <a:pt x="10457534" y="5403913"/>
                </a:cubicBezTo>
                <a:cubicBezTo>
                  <a:pt x="10459552" y="5406398"/>
                  <a:pt x="10460562" y="5409222"/>
                  <a:pt x="10460562" y="5412386"/>
                </a:cubicBezTo>
                <a:cubicBezTo>
                  <a:pt x="10460562" y="5415681"/>
                  <a:pt x="10459280" y="5419043"/>
                  <a:pt x="10456719" y="5422470"/>
                </a:cubicBezTo>
                <a:cubicBezTo>
                  <a:pt x="10454157" y="5425898"/>
                  <a:pt x="10450830" y="5428874"/>
                  <a:pt x="10446737" y="5431398"/>
                </a:cubicBezTo>
                <a:cubicBezTo>
                  <a:pt x="10438138" y="5436688"/>
                  <a:pt x="10427987" y="5439333"/>
                  <a:pt x="10416279" y="5439333"/>
                </a:cubicBezTo>
                <a:cubicBezTo>
                  <a:pt x="10402638" y="5439333"/>
                  <a:pt x="10391017" y="5435361"/>
                  <a:pt x="10381416" y="5427415"/>
                </a:cubicBezTo>
                <a:cubicBezTo>
                  <a:pt x="10369074" y="5417328"/>
                  <a:pt x="10362904" y="5404467"/>
                  <a:pt x="10362904" y="5388830"/>
                </a:cubicBezTo>
                <a:cubicBezTo>
                  <a:pt x="10362904" y="5373807"/>
                  <a:pt x="10368649" y="5361380"/>
                  <a:pt x="10380141" y="5351549"/>
                </a:cubicBezTo>
                <a:cubicBezTo>
                  <a:pt x="10391053" y="5342159"/>
                  <a:pt x="10404280" y="5337464"/>
                  <a:pt x="10419823" y="5337464"/>
                </a:cubicBezTo>
                <a:close/>
                <a:moveTo>
                  <a:pt x="9648298" y="5337464"/>
                </a:moveTo>
                <a:cubicBezTo>
                  <a:pt x="9660067" y="5337464"/>
                  <a:pt x="9670464" y="5340417"/>
                  <a:pt x="9679489" y="5346322"/>
                </a:cubicBezTo>
                <a:cubicBezTo>
                  <a:pt x="9688344" y="5352156"/>
                  <a:pt x="9692771" y="5359430"/>
                  <a:pt x="9692771" y="5368145"/>
                </a:cubicBezTo>
                <a:cubicBezTo>
                  <a:pt x="9692771" y="5374253"/>
                  <a:pt x="9690855" y="5378406"/>
                  <a:pt x="9687025" y="5380606"/>
                </a:cubicBezTo>
                <a:cubicBezTo>
                  <a:pt x="9682643" y="5385858"/>
                  <a:pt x="9677650" y="5388485"/>
                  <a:pt x="9672046" y="5388485"/>
                </a:cubicBezTo>
                <a:cubicBezTo>
                  <a:pt x="9666054" y="5388485"/>
                  <a:pt x="9661525" y="5386295"/>
                  <a:pt x="9658458" y="5381915"/>
                </a:cubicBezTo>
                <a:cubicBezTo>
                  <a:pt x="9657531" y="5380558"/>
                  <a:pt x="9656237" y="5377288"/>
                  <a:pt x="9654576" y="5372107"/>
                </a:cubicBezTo>
                <a:cubicBezTo>
                  <a:pt x="9653140" y="5367640"/>
                  <a:pt x="9650473" y="5365406"/>
                  <a:pt x="9646575" y="5365406"/>
                </a:cubicBezTo>
                <a:cubicBezTo>
                  <a:pt x="9643749" y="5365406"/>
                  <a:pt x="9641310" y="5366720"/>
                  <a:pt x="9639256" y="5369349"/>
                </a:cubicBezTo>
                <a:cubicBezTo>
                  <a:pt x="9637203" y="5371978"/>
                  <a:pt x="9636176" y="5375312"/>
                  <a:pt x="9636176" y="5379350"/>
                </a:cubicBezTo>
                <a:cubicBezTo>
                  <a:pt x="9636176" y="5386552"/>
                  <a:pt x="9638729" y="5392913"/>
                  <a:pt x="9643835" y="5398433"/>
                </a:cubicBezTo>
                <a:cubicBezTo>
                  <a:pt x="9647905" y="5402795"/>
                  <a:pt x="9653032" y="5404975"/>
                  <a:pt x="9659215" y="5404975"/>
                </a:cubicBezTo>
                <a:cubicBezTo>
                  <a:pt x="9662244" y="5404975"/>
                  <a:pt x="9664787" y="5404718"/>
                  <a:pt x="9666846" y="5404203"/>
                </a:cubicBezTo>
                <a:cubicBezTo>
                  <a:pt x="9668905" y="5403688"/>
                  <a:pt x="9671413" y="5402732"/>
                  <a:pt x="9674371" y="5401333"/>
                </a:cubicBezTo>
                <a:cubicBezTo>
                  <a:pt x="9675900" y="5400569"/>
                  <a:pt x="9677359" y="5400187"/>
                  <a:pt x="9678751" y="5400187"/>
                </a:cubicBezTo>
                <a:cubicBezTo>
                  <a:pt x="9681571" y="5400187"/>
                  <a:pt x="9683990" y="5401429"/>
                  <a:pt x="9686008" y="5403913"/>
                </a:cubicBezTo>
                <a:cubicBezTo>
                  <a:pt x="9688027" y="5406398"/>
                  <a:pt x="9689036" y="5409222"/>
                  <a:pt x="9689036" y="5412386"/>
                </a:cubicBezTo>
                <a:cubicBezTo>
                  <a:pt x="9689036" y="5415681"/>
                  <a:pt x="9687755" y="5419043"/>
                  <a:pt x="9685194" y="5422470"/>
                </a:cubicBezTo>
                <a:cubicBezTo>
                  <a:pt x="9682632" y="5425898"/>
                  <a:pt x="9679305" y="5428874"/>
                  <a:pt x="9675211" y="5431398"/>
                </a:cubicBezTo>
                <a:cubicBezTo>
                  <a:pt x="9666613" y="5436688"/>
                  <a:pt x="9656461" y="5439333"/>
                  <a:pt x="9644754" y="5439333"/>
                </a:cubicBezTo>
                <a:cubicBezTo>
                  <a:pt x="9631113" y="5439333"/>
                  <a:pt x="9619493" y="5435361"/>
                  <a:pt x="9609891" y="5427415"/>
                </a:cubicBezTo>
                <a:cubicBezTo>
                  <a:pt x="9597549" y="5417328"/>
                  <a:pt x="9591379" y="5404467"/>
                  <a:pt x="9591379" y="5388830"/>
                </a:cubicBezTo>
                <a:cubicBezTo>
                  <a:pt x="9591379" y="5373807"/>
                  <a:pt x="9597124" y="5361380"/>
                  <a:pt x="9608615" y="5351549"/>
                </a:cubicBezTo>
                <a:cubicBezTo>
                  <a:pt x="9619527" y="5342159"/>
                  <a:pt x="9632756" y="5337464"/>
                  <a:pt x="9648298" y="5337464"/>
                </a:cubicBezTo>
                <a:close/>
                <a:moveTo>
                  <a:pt x="9540938" y="5337464"/>
                </a:moveTo>
                <a:cubicBezTo>
                  <a:pt x="9553547" y="5337464"/>
                  <a:pt x="9564284" y="5341064"/>
                  <a:pt x="9573150" y="5348264"/>
                </a:cubicBezTo>
                <a:cubicBezTo>
                  <a:pt x="9577640" y="5351881"/>
                  <a:pt x="9581248" y="5356150"/>
                  <a:pt x="9583973" y="5361070"/>
                </a:cubicBezTo>
                <a:cubicBezTo>
                  <a:pt x="9587165" y="5366777"/>
                  <a:pt x="9588762" y="5372327"/>
                  <a:pt x="9588762" y="5377721"/>
                </a:cubicBezTo>
                <a:cubicBezTo>
                  <a:pt x="9588762" y="5382222"/>
                  <a:pt x="9587746" y="5386035"/>
                  <a:pt x="9585713" y="5389160"/>
                </a:cubicBezTo>
                <a:cubicBezTo>
                  <a:pt x="9583680" y="5392285"/>
                  <a:pt x="9580916" y="5393847"/>
                  <a:pt x="9577423" y="5393847"/>
                </a:cubicBezTo>
                <a:lnTo>
                  <a:pt x="9532415" y="5393847"/>
                </a:lnTo>
                <a:cubicBezTo>
                  <a:pt x="9531803" y="5393847"/>
                  <a:pt x="9531498" y="5394058"/>
                  <a:pt x="9531498" y="5394479"/>
                </a:cubicBezTo>
                <a:cubicBezTo>
                  <a:pt x="9531498" y="5398050"/>
                  <a:pt x="9533526" y="5401490"/>
                  <a:pt x="9537584" y="5404799"/>
                </a:cubicBezTo>
                <a:cubicBezTo>
                  <a:pt x="9541641" y="5408108"/>
                  <a:pt x="9546014" y="5409763"/>
                  <a:pt x="9550705" y="5409763"/>
                </a:cubicBezTo>
                <a:cubicBezTo>
                  <a:pt x="9553555" y="5409763"/>
                  <a:pt x="9556750" y="5409203"/>
                  <a:pt x="9560291" y="5408083"/>
                </a:cubicBezTo>
                <a:cubicBezTo>
                  <a:pt x="9563830" y="5406964"/>
                  <a:pt x="9566734" y="5405603"/>
                  <a:pt x="9569001" y="5404000"/>
                </a:cubicBezTo>
                <a:cubicBezTo>
                  <a:pt x="9571528" y="5402224"/>
                  <a:pt x="9573633" y="5401336"/>
                  <a:pt x="9575316" y="5401336"/>
                </a:cubicBezTo>
                <a:cubicBezTo>
                  <a:pt x="9577646" y="5401336"/>
                  <a:pt x="9579784" y="5402580"/>
                  <a:pt x="9581728" y="5405069"/>
                </a:cubicBezTo>
                <a:cubicBezTo>
                  <a:pt x="9583673" y="5407558"/>
                  <a:pt x="9584645" y="5410093"/>
                  <a:pt x="9584645" y="5412674"/>
                </a:cubicBezTo>
                <a:cubicBezTo>
                  <a:pt x="9584645" y="5417916"/>
                  <a:pt x="9581494" y="5422882"/>
                  <a:pt x="9575193" y="5427572"/>
                </a:cubicBezTo>
                <a:cubicBezTo>
                  <a:pt x="9564716" y="5435413"/>
                  <a:pt x="9552594" y="5439333"/>
                  <a:pt x="9538831" y="5439333"/>
                </a:cubicBezTo>
                <a:cubicBezTo>
                  <a:pt x="9524925" y="5439333"/>
                  <a:pt x="9513261" y="5435287"/>
                  <a:pt x="9503841" y="5427194"/>
                </a:cubicBezTo>
                <a:cubicBezTo>
                  <a:pt x="9499250" y="5423201"/>
                  <a:pt x="9495459" y="5418379"/>
                  <a:pt x="9492467" y="5412728"/>
                </a:cubicBezTo>
                <a:cubicBezTo>
                  <a:pt x="9488558" y="5405240"/>
                  <a:pt x="9486604" y="5397337"/>
                  <a:pt x="9486604" y="5389020"/>
                </a:cubicBezTo>
                <a:cubicBezTo>
                  <a:pt x="9486604" y="5377870"/>
                  <a:pt x="9489992" y="5367844"/>
                  <a:pt x="9496767" y="5358942"/>
                </a:cubicBezTo>
                <a:cubicBezTo>
                  <a:pt x="9502614" y="5351235"/>
                  <a:pt x="9510029" y="5345504"/>
                  <a:pt x="9519011" y="5341749"/>
                </a:cubicBezTo>
                <a:cubicBezTo>
                  <a:pt x="9525812" y="5338892"/>
                  <a:pt x="9533122" y="5337464"/>
                  <a:pt x="9540938" y="5337464"/>
                </a:cubicBezTo>
                <a:close/>
                <a:moveTo>
                  <a:pt x="9236137" y="5337464"/>
                </a:moveTo>
                <a:cubicBezTo>
                  <a:pt x="9248746" y="5337464"/>
                  <a:pt x="9259484" y="5341064"/>
                  <a:pt x="9268350" y="5348264"/>
                </a:cubicBezTo>
                <a:cubicBezTo>
                  <a:pt x="9272840" y="5351881"/>
                  <a:pt x="9276447" y="5356150"/>
                  <a:pt x="9279173" y="5361070"/>
                </a:cubicBezTo>
                <a:cubicBezTo>
                  <a:pt x="9282365" y="5366777"/>
                  <a:pt x="9283961" y="5372327"/>
                  <a:pt x="9283961" y="5377721"/>
                </a:cubicBezTo>
                <a:cubicBezTo>
                  <a:pt x="9283961" y="5382222"/>
                  <a:pt x="9282945" y="5386035"/>
                  <a:pt x="9280913" y="5389160"/>
                </a:cubicBezTo>
                <a:cubicBezTo>
                  <a:pt x="9278880" y="5392285"/>
                  <a:pt x="9276117" y="5393847"/>
                  <a:pt x="9272623" y="5393847"/>
                </a:cubicBezTo>
                <a:lnTo>
                  <a:pt x="9227615" y="5393847"/>
                </a:lnTo>
                <a:cubicBezTo>
                  <a:pt x="9227003" y="5393847"/>
                  <a:pt x="9226697" y="5394058"/>
                  <a:pt x="9226697" y="5394479"/>
                </a:cubicBezTo>
                <a:cubicBezTo>
                  <a:pt x="9226697" y="5398050"/>
                  <a:pt x="9228726" y="5401490"/>
                  <a:pt x="9232783" y="5404799"/>
                </a:cubicBezTo>
                <a:cubicBezTo>
                  <a:pt x="9236840" y="5408108"/>
                  <a:pt x="9241214" y="5409763"/>
                  <a:pt x="9245904" y="5409763"/>
                </a:cubicBezTo>
                <a:cubicBezTo>
                  <a:pt x="9248755" y="5409763"/>
                  <a:pt x="9251950" y="5409203"/>
                  <a:pt x="9255490" y="5408083"/>
                </a:cubicBezTo>
                <a:cubicBezTo>
                  <a:pt x="9259030" y="5406964"/>
                  <a:pt x="9261934" y="5405603"/>
                  <a:pt x="9264200" y="5404000"/>
                </a:cubicBezTo>
                <a:cubicBezTo>
                  <a:pt x="9266727" y="5402224"/>
                  <a:pt x="9268833" y="5401336"/>
                  <a:pt x="9270516" y="5401336"/>
                </a:cubicBezTo>
                <a:cubicBezTo>
                  <a:pt x="9272846" y="5401336"/>
                  <a:pt x="9274984" y="5402580"/>
                  <a:pt x="9276928" y="5405069"/>
                </a:cubicBezTo>
                <a:cubicBezTo>
                  <a:pt x="9278872" y="5407558"/>
                  <a:pt x="9279844" y="5410093"/>
                  <a:pt x="9279844" y="5412674"/>
                </a:cubicBezTo>
                <a:cubicBezTo>
                  <a:pt x="9279844" y="5417916"/>
                  <a:pt x="9276694" y="5422882"/>
                  <a:pt x="9270393" y="5427572"/>
                </a:cubicBezTo>
                <a:cubicBezTo>
                  <a:pt x="9259915" y="5435413"/>
                  <a:pt x="9247794" y="5439333"/>
                  <a:pt x="9234030" y="5439333"/>
                </a:cubicBezTo>
                <a:cubicBezTo>
                  <a:pt x="9220124" y="5439333"/>
                  <a:pt x="9208462" y="5435287"/>
                  <a:pt x="9199040" y="5427194"/>
                </a:cubicBezTo>
                <a:cubicBezTo>
                  <a:pt x="9194450" y="5423201"/>
                  <a:pt x="9190658" y="5418379"/>
                  <a:pt x="9187667" y="5412728"/>
                </a:cubicBezTo>
                <a:cubicBezTo>
                  <a:pt x="9183757" y="5405240"/>
                  <a:pt x="9181804" y="5397337"/>
                  <a:pt x="9181804" y="5389020"/>
                </a:cubicBezTo>
                <a:cubicBezTo>
                  <a:pt x="9181804" y="5377870"/>
                  <a:pt x="9185191" y="5367844"/>
                  <a:pt x="9191967" y="5358942"/>
                </a:cubicBezTo>
                <a:cubicBezTo>
                  <a:pt x="9197814" y="5351235"/>
                  <a:pt x="9205229" y="5345504"/>
                  <a:pt x="9214211" y="5341749"/>
                </a:cubicBezTo>
                <a:cubicBezTo>
                  <a:pt x="9221012" y="5338892"/>
                  <a:pt x="9228321" y="5337464"/>
                  <a:pt x="9236137" y="5337464"/>
                </a:cubicBezTo>
                <a:close/>
                <a:moveTo>
                  <a:pt x="8578913" y="5337464"/>
                </a:moveTo>
                <a:cubicBezTo>
                  <a:pt x="8591521" y="5337464"/>
                  <a:pt x="8602258" y="5341064"/>
                  <a:pt x="8611125" y="5348264"/>
                </a:cubicBezTo>
                <a:cubicBezTo>
                  <a:pt x="8615615" y="5351881"/>
                  <a:pt x="8619222" y="5356150"/>
                  <a:pt x="8621948" y="5361070"/>
                </a:cubicBezTo>
                <a:cubicBezTo>
                  <a:pt x="8625140" y="5366777"/>
                  <a:pt x="8626737" y="5372327"/>
                  <a:pt x="8626737" y="5377721"/>
                </a:cubicBezTo>
                <a:cubicBezTo>
                  <a:pt x="8626737" y="5382222"/>
                  <a:pt x="8625720" y="5386035"/>
                  <a:pt x="8623688" y="5389160"/>
                </a:cubicBezTo>
                <a:cubicBezTo>
                  <a:pt x="8621655" y="5392285"/>
                  <a:pt x="8618892" y="5393847"/>
                  <a:pt x="8615398" y="5393847"/>
                </a:cubicBezTo>
                <a:lnTo>
                  <a:pt x="8570390" y="5393847"/>
                </a:lnTo>
                <a:cubicBezTo>
                  <a:pt x="8569778" y="5393847"/>
                  <a:pt x="8569472" y="5394058"/>
                  <a:pt x="8569472" y="5394479"/>
                </a:cubicBezTo>
                <a:cubicBezTo>
                  <a:pt x="8569472" y="5398050"/>
                  <a:pt x="8571500" y="5401490"/>
                  <a:pt x="8575558" y="5404799"/>
                </a:cubicBezTo>
                <a:cubicBezTo>
                  <a:pt x="8579616" y="5408108"/>
                  <a:pt x="8583990" y="5409763"/>
                  <a:pt x="8588680" y="5409763"/>
                </a:cubicBezTo>
                <a:cubicBezTo>
                  <a:pt x="8591530" y="5409763"/>
                  <a:pt x="8594726" y="5409203"/>
                  <a:pt x="8598266" y="5408083"/>
                </a:cubicBezTo>
                <a:cubicBezTo>
                  <a:pt x="8601805" y="5406964"/>
                  <a:pt x="8604708" y="5405603"/>
                  <a:pt x="8606976" y="5404000"/>
                </a:cubicBezTo>
                <a:cubicBezTo>
                  <a:pt x="8609503" y="5402224"/>
                  <a:pt x="8611608" y="5401336"/>
                  <a:pt x="8613290" y="5401336"/>
                </a:cubicBezTo>
                <a:cubicBezTo>
                  <a:pt x="8615620" y="5401336"/>
                  <a:pt x="8617759" y="5402580"/>
                  <a:pt x="8619703" y="5405069"/>
                </a:cubicBezTo>
                <a:cubicBezTo>
                  <a:pt x="8621647" y="5407558"/>
                  <a:pt x="8622620" y="5410093"/>
                  <a:pt x="8622620" y="5412674"/>
                </a:cubicBezTo>
                <a:cubicBezTo>
                  <a:pt x="8622620" y="5417916"/>
                  <a:pt x="8619468" y="5422882"/>
                  <a:pt x="8613168" y="5427572"/>
                </a:cubicBezTo>
                <a:cubicBezTo>
                  <a:pt x="8602690" y="5435413"/>
                  <a:pt x="8590568" y="5439333"/>
                  <a:pt x="8576806" y="5439333"/>
                </a:cubicBezTo>
                <a:cubicBezTo>
                  <a:pt x="8562900" y="5439333"/>
                  <a:pt x="8551236" y="5435287"/>
                  <a:pt x="8541816" y="5427194"/>
                </a:cubicBezTo>
                <a:cubicBezTo>
                  <a:pt x="8537226" y="5423201"/>
                  <a:pt x="8533434" y="5418379"/>
                  <a:pt x="8530442" y="5412728"/>
                </a:cubicBezTo>
                <a:cubicBezTo>
                  <a:pt x="8526532" y="5405240"/>
                  <a:pt x="8524578" y="5397337"/>
                  <a:pt x="8524578" y="5389020"/>
                </a:cubicBezTo>
                <a:cubicBezTo>
                  <a:pt x="8524578" y="5377870"/>
                  <a:pt x="8527966" y="5367844"/>
                  <a:pt x="8534742" y="5358942"/>
                </a:cubicBezTo>
                <a:cubicBezTo>
                  <a:pt x="8540588" y="5351235"/>
                  <a:pt x="8548004" y="5345504"/>
                  <a:pt x="8556986" y="5341749"/>
                </a:cubicBezTo>
                <a:cubicBezTo>
                  <a:pt x="8563787" y="5338892"/>
                  <a:pt x="8571096" y="5337464"/>
                  <a:pt x="8578913" y="5337464"/>
                </a:cubicBezTo>
                <a:close/>
                <a:moveTo>
                  <a:pt x="8476722" y="5337464"/>
                </a:moveTo>
                <a:cubicBezTo>
                  <a:pt x="8488493" y="5337464"/>
                  <a:pt x="8498890" y="5340417"/>
                  <a:pt x="8507914" y="5346322"/>
                </a:cubicBezTo>
                <a:cubicBezTo>
                  <a:pt x="8516768" y="5352156"/>
                  <a:pt x="8521195" y="5359430"/>
                  <a:pt x="8521195" y="5368145"/>
                </a:cubicBezTo>
                <a:cubicBezTo>
                  <a:pt x="8521195" y="5374253"/>
                  <a:pt x="8519280" y="5378406"/>
                  <a:pt x="8515450" y="5380606"/>
                </a:cubicBezTo>
                <a:cubicBezTo>
                  <a:pt x="8511068" y="5385858"/>
                  <a:pt x="8506075" y="5388485"/>
                  <a:pt x="8500472" y="5388485"/>
                </a:cubicBezTo>
                <a:cubicBezTo>
                  <a:pt x="8494479" y="5388485"/>
                  <a:pt x="8489950" y="5386295"/>
                  <a:pt x="8486883" y="5381915"/>
                </a:cubicBezTo>
                <a:cubicBezTo>
                  <a:pt x="8485957" y="5380558"/>
                  <a:pt x="8484663" y="5377288"/>
                  <a:pt x="8483001" y="5372107"/>
                </a:cubicBezTo>
                <a:cubicBezTo>
                  <a:pt x="8481566" y="5367640"/>
                  <a:pt x="8478899" y="5365406"/>
                  <a:pt x="8475000" y="5365406"/>
                </a:cubicBezTo>
                <a:cubicBezTo>
                  <a:pt x="8472175" y="5365406"/>
                  <a:pt x="8469736" y="5366720"/>
                  <a:pt x="8467682" y="5369349"/>
                </a:cubicBezTo>
                <a:cubicBezTo>
                  <a:pt x="8465628" y="5371978"/>
                  <a:pt x="8464601" y="5375312"/>
                  <a:pt x="8464601" y="5379350"/>
                </a:cubicBezTo>
                <a:cubicBezTo>
                  <a:pt x="8464601" y="5386552"/>
                  <a:pt x="8467154" y="5392913"/>
                  <a:pt x="8472260" y="5398433"/>
                </a:cubicBezTo>
                <a:cubicBezTo>
                  <a:pt x="8476330" y="5402795"/>
                  <a:pt x="8481457" y="5404975"/>
                  <a:pt x="8487640" y="5404975"/>
                </a:cubicBezTo>
                <a:cubicBezTo>
                  <a:pt x="8490670" y="5404975"/>
                  <a:pt x="8493212" y="5404718"/>
                  <a:pt x="8495271" y="5404203"/>
                </a:cubicBezTo>
                <a:cubicBezTo>
                  <a:pt x="8497330" y="5403688"/>
                  <a:pt x="8499838" y="5402732"/>
                  <a:pt x="8502796" y="5401333"/>
                </a:cubicBezTo>
                <a:cubicBezTo>
                  <a:pt x="8504324" y="5400569"/>
                  <a:pt x="8505785" y="5400187"/>
                  <a:pt x="8507176" y="5400187"/>
                </a:cubicBezTo>
                <a:cubicBezTo>
                  <a:pt x="8509996" y="5400187"/>
                  <a:pt x="8512416" y="5401429"/>
                  <a:pt x="8514433" y="5403913"/>
                </a:cubicBezTo>
                <a:cubicBezTo>
                  <a:pt x="8516452" y="5406398"/>
                  <a:pt x="8517461" y="5409222"/>
                  <a:pt x="8517461" y="5412386"/>
                </a:cubicBezTo>
                <a:cubicBezTo>
                  <a:pt x="8517461" y="5415681"/>
                  <a:pt x="8516181" y="5419043"/>
                  <a:pt x="8513618" y="5422470"/>
                </a:cubicBezTo>
                <a:cubicBezTo>
                  <a:pt x="8511056" y="5425898"/>
                  <a:pt x="8507730" y="5428874"/>
                  <a:pt x="8503636" y="5431398"/>
                </a:cubicBezTo>
                <a:cubicBezTo>
                  <a:pt x="8495038" y="5436688"/>
                  <a:pt x="8484886" y="5439333"/>
                  <a:pt x="8473180" y="5439333"/>
                </a:cubicBezTo>
                <a:cubicBezTo>
                  <a:pt x="8459538" y="5439333"/>
                  <a:pt x="8447918" y="5435361"/>
                  <a:pt x="8438316" y="5427415"/>
                </a:cubicBezTo>
                <a:cubicBezTo>
                  <a:pt x="8425974" y="5417328"/>
                  <a:pt x="8419804" y="5404467"/>
                  <a:pt x="8419804" y="5388830"/>
                </a:cubicBezTo>
                <a:cubicBezTo>
                  <a:pt x="8419804" y="5373807"/>
                  <a:pt x="8425549" y="5361380"/>
                  <a:pt x="8437040" y="5351549"/>
                </a:cubicBezTo>
                <a:cubicBezTo>
                  <a:pt x="8447953" y="5342159"/>
                  <a:pt x="8461180" y="5337464"/>
                  <a:pt x="8476722" y="5337464"/>
                </a:cubicBezTo>
                <a:close/>
                <a:moveTo>
                  <a:pt x="7893113" y="5337464"/>
                </a:moveTo>
                <a:cubicBezTo>
                  <a:pt x="7905721" y="5337464"/>
                  <a:pt x="7916458" y="5341064"/>
                  <a:pt x="7925325" y="5348264"/>
                </a:cubicBezTo>
                <a:cubicBezTo>
                  <a:pt x="7929815" y="5351881"/>
                  <a:pt x="7933422" y="5356150"/>
                  <a:pt x="7936148" y="5361070"/>
                </a:cubicBezTo>
                <a:cubicBezTo>
                  <a:pt x="7939340" y="5366777"/>
                  <a:pt x="7940937" y="5372327"/>
                  <a:pt x="7940937" y="5377721"/>
                </a:cubicBezTo>
                <a:cubicBezTo>
                  <a:pt x="7940937" y="5382222"/>
                  <a:pt x="7939920" y="5386035"/>
                  <a:pt x="7937887" y="5389160"/>
                </a:cubicBezTo>
                <a:cubicBezTo>
                  <a:pt x="7935855" y="5392285"/>
                  <a:pt x="7933092" y="5393847"/>
                  <a:pt x="7929598" y="5393847"/>
                </a:cubicBezTo>
                <a:lnTo>
                  <a:pt x="7884589" y="5393847"/>
                </a:lnTo>
                <a:cubicBezTo>
                  <a:pt x="7883978" y="5393847"/>
                  <a:pt x="7883673" y="5394058"/>
                  <a:pt x="7883673" y="5394479"/>
                </a:cubicBezTo>
                <a:cubicBezTo>
                  <a:pt x="7883673" y="5398050"/>
                  <a:pt x="7885702" y="5401490"/>
                  <a:pt x="7889758" y="5404799"/>
                </a:cubicBezTo>
                <a:cubicBezTo>
                  <a:pt x="7893816" y="5408108"/>
                  <a:pt x="7898190" y="5409763"/>
                  <a:pt x="7902880" y="5409763"/>
                </a:cubicBezTo>
                <a:cubicBezTo>
                  <a:pt x="7905730" y="5409763"/>
                  <a:pt x="7908926" y="5409203"/>
                  <a:pt x="7912466" y="5408083"/>
                </a:cubicBezTo>
                <a:cubicBezTo>
                  <a:pt x="7916006" y="5406964"/>
                  <a:pt x="7918909" y="5405603"/>
                  <a:pt x="7921176" y="5404000"/>
                </a:cubicBezTo>
                <a:cubicBezTo>
                  <a:pt x="7923703" y="5402224"/>
                  <a:pt x="7925808" y="5401336"/>
                  <a:pt x="7927490" y="5401336"/>
                </a:cubicBezTo>
                <a:cubicBezTo>
                  <a:pt x="7929821" y="5401336"/>
                  <a:pt x="7931959" y="5402580"/>
                  <a:pt x="7933903" y="5405069"/>
                </a:cubicBezTo>
                <a:cubicBezTo>
                  <a:pt x="7935847" y="5407558"/>
                  <a:pt x="7936819" y="5410093"/>
                  <a:pt x="7936819" y="5412674"/>
                </a:cubicBezTo>
                <a:cubicBezTo>
                  <a:pt x="7936819" y="5417916"/>
                  <a:pt x="7933670" y="5422882"/>
                  <a:pt x="7927368" y="5427572"/>
                </a:cubicBezTo>
                <a:cubicBezTo>
                  <a:pt x="7916890" y="5435413"/>
                  <a:pt x="7904770" y="5439333"/>
                  <a:pt x="7891005" y="5439333"/>
                </a:cubicBezTo>
                <a:cubicBezTo>
                  <a:pt x="7877100" y="5439333"/>
                  <a:pt x="7865436" y="5435287"/>
                  <a:pt x="7856016" y="5427194"/>
                </a:cubicBezTo>
                <a:cubicBezTo>
                  <a:pt x="7851425" y="5423201"/>
                  <a:pt x="7847634" y="5418379"/>
                  <a:pt x="7844642" y="5412728"/>
                </a:cubicBezTo>
                <a:cubicBezTo>
                  <a:pt x="7840733" y="5405240"/>
                  <a:pt x="7838778" y="5397337"/>
                  <a:pt x="7838778" y="5389020"/>
                </a:cubicBezTo>
                <a:cubicBezTo>
                  <a:pt x="7838778" y="5377870"/>
                  <a:pt x="7842166" y="5367844"/>
                  <a:pt x="7848942" y="5358942"/>
                </a:cubicBezTo>
                <a:cubicBezTo>
                  <a:pt x="7854789" y="5351235"/>
                  <a:pt x="7862204" y="5345504"/>
                  <a:pt x="7871186" y="5341749"/>
                </a:cubicBezTo>
                <a:cubicBezTo>
                  <a:pt x="7877988" y="5338892"/>
                  <a:pt x="7885296" y="5337464"/>
                  <a:pt x="7893113" y="5337464"/>
                </a:cubicBezTo>
                <a:close/>
                <a:moveTo>
                  <a:pt x="7197788" y="5337464"/>
                </a:moveTo>
                <a:cubicBezTo>
                  <a:pt x="7210396" y="5337464"/>
                  <a:pt x="7221134" y="5341064"/>
                  <a:pt x="7230000" y="5348264"/>
                </a:cubicBezTo>
                <a:cubicBezTo>
                  <a:pt x="7234490" y="5351881"/>
                  <a:pt x="7238097" y="5356150"/>
                  <a:pt x="7240823" y="5361070"/>
                </a:cubicBezTo>
                <a:cubicBezTo>
                  <a:pt x="7244016" y="5366777"/>
                  <a:pt x="7245612" y="5372327"/>
                  <a:pt x="7245612" y="5377721"/>
                </a:cubicBezTo>
                <a:cubicBezTo>
                  <a:pt x="7245612" y="5382222"/>
                  <a:pt x="7244595" y="5386035"/>
                  <a:pt x="7242563" y="5389160"/>
                </a:cubicBezTo>
                <a:cubicBezTo>
                  <a:pt x="7240530" y="5392285"/>
                  <a:pt x="7237767" y="5393847"/>
                  <a:pt x="7234273" y="5393847"/>
                </a:cubicBezTo>
                <a:lnTo>
                  <a:pt x="7189265" y="5393847"/>
                </a:lnTo>
                <a:cubicBezTo>
                  <a:pt x="7188653" y="5393847"/>
                  <a:pt x="7188348" y="5394058"/>
                  <a:pt x="7188348" y="5394479"/>
                </a:cubicBezTo>
                <a:cubicBezTo>
                  <a:pt x="7188348" y="5398050"/>
                  <a:pt x="7190376" y="5401490"/>
                  <a:pt x="7194434" y="5404799"/>
                </a:cubicBezTo>
                <a:cubicBezTo>
                  <a:pt x="7198491" y="5408108"/>
                  <a:pt x="7202865" y="5409763"/>
                  <a:pt x="7207555" y="5409763"/>
                </a:cubicBezTo>
                <a:cubicBezTo>
                  <a:pt x="7210406" y="5409763"/>
                  <a:pt x="7213600" y="5409203"/>
                  <a:pt x="7217141" y="5408083"/>
                </a:cubicBezTo>
                <a:cubicBezTo>
                  <a:pt x="7220680" y="5406964"/>
                  <a:pt x="7223584" y="5405603"/>
                  <a:pt x="7225851" y="5404000"/>
                </a:cubicBezTo>
                <a:cubicBezTo>
                  <a:pt x="7228378" y="5402224"/>
                  <a:pt x="7230482" y="5401336"/>
                  <a:pt x="7232166" y="5401336"/>
                </a:cubicBezTo>
                <a:cubicBezTo>
                  <a:pt x="7234496" y="5401336"/>
                  <a:pt x="7236634" y="5402580"/>
                  <a:pt x="7238578" y="5405069"/>
                </a:cubicBezTo>
                <a:cubicBezTo>
                  <a:pt x="7240522" y="5407558"/>
                  <a:pt x="7241494" y="5410093"/>
                  <a:pt x="7241494" y="5412674"/>
                </a:cubicBezTo>
                <a:cubicBezTo>
                  <a:pt x="7241494" y="5417916"/>
                  <a:pt x="7238344" y="5422882"/>
                  <a:pt x="7232044" y="5427572"/>
                </a:cubicBezTo>
                <a:cubicBezTo>
                  <a:pt x="7221566" y="5435413"/>
                  <a:pt x="7209444" y="5439333"/>
                  <a:pt x="7195680" y="5439333"/>
                </a:cubicBezTo>
                <a:cubicBezTo>
                  <a:pt x="7181775" y="5439333"/>
                  <a:pt x="7170111" y="5435287"/>
                  <a:pt x="7160691" y="5427194"/>
                </a:cubicBezTo>
                <a:cubicBezTo>
                  <a:pt x="7156100" y="5423201"/>
                  <a:pt x="7152309" y="5418379"/>
                  <a:pt x="7149317" y="5412728"/>
                </a:cubicBezTo>
                <a:cubicBezTo>
                  <a:pt x="7145408" y="5405240"/>
                  <a:pt x="7143454" y="5397337"/>
                  <a:pt x="7143454" y="5389020"/>
                </a:cubicBezTo>
                <a:cubicBezTo>
                  <a:pt x="7143454" y="5377870"/>
                  <a:pt x="7146842" y="5367844"/>
                  <a:pt x="7153617" y="5358942"/>
                </a:cubicBezTo>
                <a:cubicBezTo>
                  <a:pt x="7159464" y="5351235"/>
                  <a:pt x="7166879" y="5345504"/>
                  <a:pt x="7175861" y="5341749"/>
                </a:cubicBezTo>
                <a:cubicBezTo>
                  <a:pt x="7182662" y="5338892"/>
                  <a:pt x="7189971" y="5337464"/>
                  <a:pt x="7197788" y="5337464"/>
                </a:cubicBezTo>
                <a:close/>
                <a:moveTo>
                  <a:pt x="7083488" y="5337464"/>
                </a:moveTo>
                <a:cubicBezTo>
                  <a:pt x="7096096" y="5337464"/>
                  <a:pt x="7106833" y="5341064"/>
                  <a:pt x="7115700" y="5348264"/>
                </a:cubicBezTo>
                <a:cubicBezTo>
                  <a:pt x="7120190" y="5351881"/>
                  <a:pt x="7123797" y="5356150"/>
                  <a:pt x="7126523" y="5361070"/>
                </a:cubicBezTo>
                <a:cubicBezTo>
                  <a:pt x="7129715" y="5366777"/>
                  <a:pt x="7131312" y="5372327"/>
                  <a:pt x="7131312" y="5377721"/>
                </a:cubicBezTo>
                <a:cubicBezTo>
                  <a:pt x="7131312" y="5382222"/>
                  <a:pt x="7130295" y="5386035"/>
                  <a:pt x="7128262" y="5389160"/>
                </a:cubicBezTo>
                <a:cubicBezTo>
                  <a:pt x="7126230" y="5392285"/>
                  <a:pt x="7123467" y="5393847"/>
                  <a:pt x="7119973" y="5393847"/>
                </a:cubicBezTo>
                <a:lnTo>
                  <a:pt x="7074964" y="5393847"/>
                </a:lnTo>
                <a:cubicBezTo>
                  <a:pt x="7074353" y="5393847"/>
                  <a:pt x="7074048" y="5394058"/>
                  <a:pt x="7074048" y="5394479"/>
                </a:cubicBezTo>
                <a:cubicBezTo>
                  <a:pt x="7074048" y="5398050"/>
                  <a:pt x="7076077" y="5401490"/>
                  <a:pt x="7080133" y="5404799"/>
                </a:cubicBezTo>
                <a:cubicBezTo>
                  <a:pt x="7084191" y="5408108"/>
                  <a:pt x="7088565" y="5409763"/>
                  <a:pt x="7093255" y="5409763"/>
                </a:cubicBezTo>
                <a:cubicBezTo>
                  <a:pt x="7096105" y="5409763"/>
                  <a:pt x="7099301" y="5409203"/>
                  <a:pt x="7102841" y="5408083"/>
                </a:cubicBezTo>
                <a:cubicBezTo>
                  <a:pt x="7106381" y="5406964"/>
                  <a:pt x="7109284" y="5405603"/>
                  <a:pt x="7111551" y="5404000"/>
                </a:cubicBezTo>
                <a:cubicBezTo>
                  <a:pt x="7114078" y="5402224"/>
                  <a:pt x="7116183" y="5401336"/>
                  <a:pt x="7117865" y="5401336"/>
                </a:cubicBezTo>
                <a:cubicBezTo>
                  <a:pt x="7120196" y="5401336"/>
                  <a:pt x="7122334" y="5402580"/>
                  <a:pt x="7124278" y="5405069"/>
                </a:cubicBezTo>
                <a:cubicBezTo>
                  <a:pt x="7126222" y="5407558"/>
                  <a:pt x="7127194" y="5410093"/>
                  <a:pt x="7127194" y="5412674"/>
                </a:cubicBezTo>
                <a:cubicBezTo>
                  <a:pt x="7127194" y="5417916"/>
                  <a:pt x="7124045" y="5422882"/>
                  <a:pt x="7117743" y="5427572"/>
                </a:cubicBezTo>
                <a:cubicBezTo>
                  <a:pt x="7107265" y="5435413"/>
                  <a:pt x="7095145" y="5439333"/>
                  <a:pt x="7081380" y="5439333"/>
                </a:cubicBezTo>
                <a:cubicBezTo>
                  <a:pt x="7067475" y="5439333"/>
                  <a:pt x="7055811" y="5435287"/>
                  <a:pt x="7046391" y="5427194"/>
                </a:cubicBezTo>
                <a:cubicBezTo>
                  <a:pt x="7041800" y="5423201"/>
                  <a:pt x="7038009" y="5418379"/>
                  <a:pt x="7035017" y="5412728"/>
                </a:cubicBezTo>
                <a:cubicBezTo>
                  <a:pt x="7031108" y="5405240"/>
                  <a:pt x="7029153" y="5397337"/>
                  <a:pt x="7029153" y="5389020"/>
                </a:cubicBezTo>
                <a:cubicBezTo>
                  <a:pt x="7029153" y="5377870"/>
                  <a:pt x="7032541" y="5367844"/>
                  <a:pt x="7039317" y="5358942"/>
                </a:cubicBezTo>
                <a:cubicBezTo>
                  <a:pt x="7045164" y="5351235"/>
                  <a:pt x="7052579" y="5345504"/>
                  <a:pt x="7061561" y="5341749"/>
                </a:cubicBezTo>
                <a:cubicBezTo>
                  <a:pt x="7068363" y="5338892"/>
                  <a:pt x="7075671" y="5337464"/>
                  <a:pt x="7083488" y="5337464"/>
                </a:cubicBezTo>
                <a:close/>
                <a:moveTo>
                  <a:pt x="5800198" y="5337464"/>
                </a:moveTo>
                <a:cubicBezTo>
                  <a:pt x="5811968" y="5337464"/>
                  <a:pt x="5822365" y="5340417"/>
                  <a:pt x="5831390" y="5346322"/>
                </a:cubicBezTo>
                <a:cubicBezTo>
                  <a:pt x="5840244" y="5352156"/>
                  <a:pt x="5844671" y="5359430"/>
                  <a:pt x="5844671" y="5368145"/>
                </a:cubicBezTo>
                <a:cubicBezTo>
                  <a:pt x="5844671" y="5374253"/>
                  <a:pt x="5842756" y="5378406"/>
                  <a:pt x="5838925" y="5380606"/>
                </a:cubicBezTo>
                <a:cubicBezTo>
                  <a:pt x="5834543" y="5385858"/>
                  <a:pt x="5829550" y="5388485"/>
                  <a:pt x="5823947" y="5388485"/>
                </a:cubicBezTo>
                <a:cubicBezTo>
                  <a:pt x="5817954" y="5388485"/>
                  <a:pt x="5813425" y="5386295"/>
                  <a:pt x="5810358" y="5381915"/>
                </a:cubicBezTo>
                <a:cubicBezTo>
                  <a:pt x="5809432" y="5380558"/>
                  <a:pt x="5808138" y="5377288"/>
                  <a:pt x="5806476" y="5372107"/>
                </a:cubicBezTo>
                <a:cubicBezTo>
                  <a:pt x="5805041" y="5367640"/>
                  <a:pt x="5802373" y="5365406"/>
                  <a:pt x="5798475" y="5365406"/>
                </a:cubicBezTo>
                <a:cubicBezTo>
                  <a:pt x="5795649" y="5365406"/>
                  <a:pt x="5793210" y="5366720"/>
                  <a:pt x="5791157" y="5369349"/>
                </a:cubicBezTo>
                <a:cubicBezTo>
                  <a:pt x="5789103" y="5371978"/>
                  <a:pt x="5788077" y="5375312"/>
                  <a:pt x="5788077" y="5379350"/>
                </a:cubicBezTo>
                <a:cubicBezTo>
                  <a:pt x="5788077" y="5386552"/>
                  <a:pt x="5790629" y="5392913"/>
                  <a:pt x="5795736" y="5398433"/>
                </a:cubicBezTo>
                <a:cubicBezTo>
                  <a:pt x="5799805" y="5402795"/>
                  <a:pt x="5804932" y="5404975"/>
                  <a:pt x="5811116" y="5404975"/>
                </a:cubicBezTo>
                <a:cubicBezTo>
                  <a:pt x="5814144" y="5404975"/>
                  <a:pt x="5816688" y="5404718"/>
                  <a:pt x="5818747" y="5404203"/>
                </a:cubicBezTo>
                <a:cubicBezTo>
                  <a:pt x="5820805" y="5403688"/>
                  <a:pt x="5823313" y="5402732"/>
                  <a:pt x="5826271" y="5401333"/>
                </a:cubicBezTo>
                <a:cubicBezTo>
                  <a:pt x="5827801" y="5400569"/>
                  <a:pt x="5829260" y="5400187"/>
                  <a:pt x="5830651" y="5400187"/>
                </a:cubicBezTo>
                <a:cubicBezTo>
                  <a:pt x="5833471" y="5400187"/>
                  <a:pt x="5835890" y="5401429"/>
                  <a:pt x="5837909" y="5403913"/>
                </a:cubicBezTo>
                <a:cubicBezTo>
                  <a:pt x="5839927" y="5406398"/>
                  <a:pt x="5840937" y="5409222"/>
                  <a:pt x="5840937" y="5412386"/>
                </a:cubicBezTo>
                <a:cubicBezTo>
                  <a:pt x="5840937" y="5415681"/>
                  <a:pt x="5839655" y="5419043"/>
                  <a:pt x="5837094" y="5422470"/>
                </a:cubicBezTo>
                <a:cubicBezTo>
                  <a:pt x="5834532" y="5425898"/>
                  <a:pt x="5831205" y="5428874"/>
                  <a:pt x="5827112" y="5431398"/>
                </a:cubicBezTo>
                <a:cubicBezTo>
                  <a:pt x="5818514" y="5436688"/>
                  <a:pt x="5808361" y="5439333"/>
                  <a:pt x="5796655" y="5439333"/>
                </a:cubicBezTo>
                <a:cubicBezTo>
                  <a:pt x="5783014" y="5439333"/>
                  <a:pt x="5771393" y="5435361"/>
                  <a:pt x="5761792" y="5427415"/>
                </a:cubicBezTo>
                <a:cubicBezTo>
                  <a:pt x="5749449" y="5417328"/>
                  <a:pt x="5743279" y="5404467"/>
                  <a:pt x="5743279" y="5388830"/>
                </a:cubicBezTo>
                <a:cubicBezTo>
                  <a:pt x="5743279" y="5373807"/>
                  <a:pt x="5749025" y="5361380"/>
                  <a:pt x="5760516" y="5351549"/>
                </a:cubicBezTo>
                <a:cubicBezTo>
                  <a:pt x="5771428" y="5342159"/>
                  <a:pt x="5784656" y="5337464"/>
                  <a:pt x="5800198" y="5337464"/>
                </a:cubicBezTo>
                <a:close/>
                <a:moveTo>
                  <a:pt x="4559363" y="5337464"/>
                </a:moveTo>
                <a:cubicBezTo>
                  <a:pt x="4571972" y="5337464"/>
                  <a:pt x="4582709" y="5341064"/>
                  <a:pt x="4591575" y="5348264"/>
                </a:cubicBezTo>
                <a:cubicBezTo>
                  <a:pt x="4596065" y="5351881"/>
                  <a:pt x="4599673" y="5356150"/>
                  <a:pt x="4602399" y="5361070"/>
                </a:cubicBezTo>
                <a:cubicBezTo>
                  <a:pt x="4605591" y="5366777"/>
                  <a:pt x="4607187" y="5372327"/>
                  <a:pt x="4607187" y="5377721"/>
                </a:cubicBezTo>
                <a:cubicBezTo>
                  <a:pt x="4607187" y="5382222"/>
                  <a:pt x="4606171" y="5386035"/>
                  <a:pt x="4604138" y="5389160"/>
                </a:cubicBezTo>
                <a:cubicBezTo>
                  <a:pt x="4602105" y="5392285"/>
                  <a:pt x="4599343" y="5393847"/>
                  <a:pt x="4595848" y="5393847"/>
                </a:cubicBezTo>
                <a:lnTo>
                  <a:pt x="4550840" y="5393847"/>
                </a:lnTo>
                <a:cubicBezTo>
                  <a:pt x="4550229" y="5393847"/>
                  <a:pt x="4549923" y="5394058"/>
                  <a:pt x="4549923" y="5394479"/>
                </a:cubicBezTo>
                <a:cubicBezTo>
                  <a:pt x="4549923" y="5398050"/>
                  <a:pt x="4551952" y="5401490"/>
                  <a:pt x="4556009" y="5404799"/>
                </a:cubicBezTo>
                <a:cubicBezTo>
                  <a:pt x="4560066" y="5408108"/>
                  <a:pt x="4564440" y="5409763"/>
                  <a:pt x="4569130" y="5409763"/>
                </a:cubicBezTo>
                <a:cubicBezTo>
                  <a:pt x="4571981" y="5409763"/>
                  <a:pt x="4575176" y="5409203"/>
                  <a:pt x="4578716" y="5408083"/>
                </a:cubicBezTo>
                <a:cubicBezTo>
                  <a:pt x="4582256" y="5406964"/>
                  <a:pt x="4585160" y="5405603"/>
                  <a:pt x="4587426" y="5404000"/>
                </a:cubicBezTo>
                <a:cubicBezTo>
                  <a:pt x="4589953" y="5402224"/>
                  <a:pt x="4592059" y="5401336"/>
                  <a:pt x="4593741" y="5401336"/>
                </a:cubicBezTo>
                <a:cubicBezTo>
                  <a:pt x="4596072" y="5401336"/>
                  <a:pt x="4598209" y="5402580"/>
                  <a:pt x="4600154" y="5405069"/>
                </a:cubicBezTo>
                <a:cubicBezTo>
                  <a:pt x="4602098" y="5407558"/>
                  <a:pt x="4603069" y="5410093"/>
                  <a:pt x="4603069" y="5412674"/>
                </a:cubicBezTo>
                <a:cubicBezTo>
                  <a:pt x="4603069" y="5417916"/>
                  <a:pt x="4599920" y="5422882"/>
                  <a:pt x="4593619" y="5427572"/>
                </a:cubicBezTo>
                <a:cubicBezTo>
                  <a:pt x="4583140" y="5435413"/>
                  <a:pt x="4571020" y="5439333"/>
                  <a:pt x="4557256" y="5439333"/>
                </a:cubicBezTo>
                <a:cubicBezTo>
                  <a:pt x="4543350" y="5439333"/>
                  <a:pt x="4531687" y="5435287"/>
                  <a:pt x="4522266" y="5427194"/>
                </a:cubicBezTo>
                <a:cubicBezTo>
                  <a:pt x="4517676" y="5423201"/>
                  <a:pt x="4513884" y="5418379"/>
                  <a:pt x="4510892" y="5412728"/>
                </a:cubicBezTo>
                <a:cubicBezTo>
                  <a:pt x="4506984" y="5405240"/>
                  <a:pt x="4505029" y="5397337"/>
                  <a:pt x="4505029" y="5389020"/>
                </a:cubicBezTo>
                <a:cubicBezTo>
                  <a:pt x="4505029" y="5377870"/>
                  <a:pt x="4508417" y="5367844"/>
                  <a:pt x="4515193" y="5358942"/>
                </a:cubicBezTo>
                <a:cubicBezTo>
                  <a:pt x="4521040" y="5351235"/>
                  <a:pt x="4528454" y="5345504"/>
                  <a:pt x="4537436" y="5341749"/>
                </a:cubicBezTo>
                <a:cubicBezTo>
                  <a:pt x="4544238" y="5338892"/>
                  <a:pt x="4551546" y="5337464"/>
                  <a:pt x="4559363" y="5337464"/>
                </a:cubicBezTo>
                <a:close/>
                <a:moveTo>
                  <a:pt x="3749739" y="5337464"/>
                </a:moveTo>
                <a:cubicBezTo>
                  <a:pt x="3762348" y="5337464"/>
                  <a:pt x="3773085" y="5341064"/>
                  <a:pt x="3781952" y="5348264"/>
                </a:cubicBezTo>
                <a:cubicBezTo>
                  <a:pt x="3786442" y="5351881"/>
                  <a:pt x="3790049" y="5356150"/>
                  <a:pt x="3792774" y="5361070"/>
                </a:cubicBezTo>
                <a:cubicBezTo>
                  <a:pt x="3795967" y="5366777"/>
                  <a:pt x="3797563" y="5372327"/>
                  <a:pt x="3797563" y="5377721"/>
                </a:cubicBezTo>
                <a:cubicBezTo>
                  <a:pt x="3797563" y="5382222"/>
                  <a:pt x="3796547" y="5386035"/>
                  <a:pt x="3794514" y="5389160"/>
                </a:cubicBezTo>
                <a:cubicBezTo>
                  <a:pt x="3792482" y="5392285"/>
                  <a:pt x="3789718" y="5393847"/>
                  <a:pt x="3786225" y="5393847"/>
                </a:cubicBezTo>
                <a:lnTo>
                  <a:pt x="3741216" y="5393847"/>
                </a:lnTo>
                <a:cubicBezTo>
                  <a:pt x="3740604" y="5393847"/>
                  <a:pt x="3740300" y="5394058"/>
                  <a:pt x="3740300" y="5394479"/>
                </a:cubicBezTo>
                <a:cubicBezTo>
                  <a:pt x="3740300" y="5398050"/>
                  <a:pt x="3742328" y="5401490"/>
                  <a:pt x="3746385" y="5404799"/>
                </a:cubicBezTo>
                <a:cubicBezTo>
                  <a:pt x="3750443" y="5408108"/>
                  <a:pt x="3754816" y="5409763"/>
                  <a:pt x="3759506" y="5409763"/>
                </a:cubicBezTo>
                <a:cubicBezTo>
                  <a:pt x="3762357" y="5409763"/>
                  <a:pt x="3765553" y="5409203"/>
                  <a:pt x="3769092" y="5408083"/>
                </a:cubicBezTo>
                <a:cubicBezTo>
                  <a:pt x="3772632" y="5406964"/>
                  <a:pt x="3775536" y="5405603"/>
                  <a:pt x="3777802" y="5404000"/>
                </a:cubicBezTo>
                <a:cubicBezTo>
                  <a:pt x="3780330" y="5402224"/>
                  <a:pt x="3782434" y="5401336"/>
                  <a:pt x="3784117" y="5401336"/>
                </a:cubicBezTo>
                <a:cubicBezTo>
                  <a:pt x="3786448" y="5401336"/>
                  <a:pt x="3788585" y="5402580"/>
                  <a:pt x="3790530" y="5405069"/>
                </a:cubicBezTo>
                <a:cubicBezTo>
                  <a:pt x="3792474" y="5407558"/>
                  <a:pt x="3793446" y="5410093"/>
                  <a:pt x="3793446" y="5412674"/>
                </a:cubicBezTo>
                <a:cubicBezTo>
                  <a:pt x="3793446" y="5417916"/>
                  <a:pt x="3790296" y="5422882"/>
                  <a:pt x="3783995" y="5427572"/>
                </a:cubicBezTo>
                <a:cubicBezTo>
                  <a:pt x="3773517" y="5435413"/>
                  <a:pt x="3761396" y="5439333"/>
                  <a:pt x="3747631" y="5439333"/>
                </a:cubicBezTo>
                <a:cubicBezTo>
                  <a:pt x="3733726" y="5439333"/>
                  <a:pt x="3722063" y="5435287"/>
                  <a:pt x="3712642" y="5427194"/>
                </a:cubicBezTo>
                <a:cubicBezTo>
                  <a:pt x="3708052" y="5423201"/>
                  <a:pt x="3704261" y="5418379"/>
                  <a:pt x="3701269" y="5412728"/>
                </a:cubicBezTo>
                <a:cubicBezTo>
                  <a:pt x="3697359" y="5405240"/>
                  <a:pt x="3695404" y="5397337"/>
                  <a:pt x="3695404" y="5389020"/>
                </a:cubicBezTo>
                <a:cubicBezTo>
                  <a:pt x="3695404" y="5377870"/>
                  <a:pt x="3698793" y="5367844"/>
                  <a:pt x="3705568" y="5358942"/>
                </a:cubicBezTo>
                <a:cubicBezTo>
                  <a:pt x="3711416" y="5351235"/>
                  <a:pt x="3718830" y="5345504"/>
                  <a:pt x="3727813" y="5341749"/>
                </a:cubicBezTo>
                <a:cubicBezTo>
                  <a:pt x="3734614" y="5338892"/>
                  <a:pt x="3741923" y="5337464"/>
                  <a:pt x="3749739" y="5337464"/>
                </a:cubicBezTo>
                <a:close/>
                <a:moveTo>
                  <a:pt x="2768664" y="5337464"/>
                </a:moveTo>
                <a:cubicBezTo>
                  <a:pt x="2781273" y="5337464"/>
                  <a:pt x="2792010" y="5341064"/>
                  <a:pt x="2800876" y="5348264"/>
                </a:cubicBezTo>
                <a:cubicBezTo>
                  <a:pt x="2805366" y="5351881"/>
                  <a:pt x="2808974" y="5356150"/>
                  <a:pt x="2811699" y="5361070"/>
                </a:cubicBezTo>
                <a:cubicBezTo>
                  <a:pt x="2814892" y="5366777"/>
                  <a:pt x="2816488" y="5372327"/>
                  <a:pt x="2816488" y="5377721"/>
                </a:cubicBezTo>
                <a:cubicBezTo>
                  <a:pt x="2816488" y="5382222"/>
                  <a:pt x="2815472" y="5386035"/>
                  <a:pt x="2813439" y="5389160"/>
                </a:cubicBezTo>
                <a:cubicBezTo>
                  <a:pt x="2811407" y="5392285"/>
                  <a:pt x="2808643" y="5393847"/>
                  <a:pt x="2805150" y="5393847"/>
                </a:cubicBezTo>
                <a:lnTo>
                  <a:pt x="2760142" y="5393847"/>
                </a:lnTo>
                <a:cubicBezTo>
                  <a:pt x="2759530" y="5393847"/>
                  <a:pt x="2759224" y="5394058"/>
                  <a:pt x="2759224" y="5394479"/>
                </a:cubicBezTo>
                <a:cubicBezTo>
                  <a:pt x="2759224" y="5398050"/>
                  <a:pt x="2761253" y="5401490"/>
                  <a:pt x="2765310" y="5404799"/>
                </a:cubicBezTo>
                <a:cubicBezTo>
                  <a:pt x="2769367" y="5408108"/>
                  <a:pt x="2773741" y="5409763"/>
                  <a:pt x="2778431" y="5409763"/>
                </a:cubicBezTo>
                <a:cubicBezTo>
                  <a:pt x="2781282" y="5409763"/>
                  <a:pt x="2784477" y="5409203"/>
                  <a:pt x="2788018" y="5408083"/>
                </a:cubicBezTo>
                <a:cubicBezTo>
                  <a:pt x="2791556" y="5406964"/>
                  <a:pt x="2794460" y="5405603"/>
                  <a:pt x="2796727" y="5404000"/>
                </a:cubicBezTo>
                <a:cubicBezTo>
                  <a:pt x="2799254" y="5402224"/>
                  <a:pt x="2801359" y="5401336"/>
                  <a:pt x="2803042" y="5401336"/>
                </a:cubicBezTo>
                <a:cubicBezTo>
                  <a:pt x="2805373" y="5401336"/>
                  <a:pt x="2807511" y="5402580"/>
                  <a:pt x="2809455" y="5405069"/>
                </a:cubicBezTo>
                <a:cubicBezTo>
                  <a:pt x="2811399" y="5407558"/>
                  <a:pt x="2812371" y="5410093"/>
                  <a:pt x="2812371" y="5412674"/>
                </a:cubicBezTo>
                <a:cubicBezTo>
                  <a:pt x="2812371" y="5417916"/>
                  <a:pt x="2809221" y="5422882"/>
                  <a:pt x="2802920" y="5427572"/>
                </a:cubicBezTo>
                <a:cubicBezTo>
                  <a:pt x="2792442" y="5435413"/>
                  <a:pt x="2780321" y="5439333"/>
                  <a:pt x="2766557" y="5439333"/>
                </a:cubicBezTo>
                <a:cubicBezTo>
                  <a:pt x="2752651" y="5439333"/>
                  <a:pt x="2740988" y="5435287"/>
                  <a:pt x="2731567" y="5427194"/>
                </a:cubicBezTo>
                <a:cubicBezTo>
                  <a:pt x="2726976" y="5423201"/>
                  <a:pt x="2723185" y="5418379"/>
                  <a:pt x="2720193" y="5412728"/>
                </a:cubicBezTo>
                <a:cubicBezTo>
                  <a:pt x="2716285" y="5405240"/>
                  <a:pt x="2714330" y="5397337"/>
                  <a:pt x="2714330" y="5389020"/>
                </a:cubicBezTo>
                <a:cubicBezTo>
                  <a:pt x="2714330" y="5377870"/>
                  <a:pt x="2717718" y="5367844"/>
                  <a:pt x="2724494" y="5358942"/>
                </a:cubicBezTo>
                <a:cubicBezTo>
                  <a:pt x="2730341" y="5351235"/>
                  <a:pt x="2737755" y="5345504"/>
                  <a:pt x="2746738" y="5341749"/>
                </a:cubicBezTo>
                <a:cubicBezTo>
                  <a:pt x="2753539" y="5338892"/>
                  <a:pt x="2760848" y="5337464"/>
                  <a:pt x="2768664" y="5337464"/>
                </a:cubicBezTo>
                <a:close/>
                <a:moveTo>
                  <a:pt x="1549464" y="5337464"/>
                </a:moveTo>
                <a:cubicBezTo>
                  <a:pt x="1562072" y="5337464"/>
                  <a:pt x="1572810" y="5341064"/>
                  <a:pt x="1581676" y="5348264"/>
                </a:cubicBezTo>
                <a:cubicBezTo>
                  <a:pt x="1586166" y="5351881"/>
                  <a:pt x="1589774" y="5356150"/>
                  <a:pt x="1592499" y="5361070"/>
                </a:cubicBezTo>
                <a:cubicBezTo>
                  <a:pt x="1595692" y="5366777"/>
                  <a:pt x="1597288" y="5372327"/>
                  <a:pt x="1597288" y="5377721"/>
                </a:cubicBezTo>
                <a:cubicBezTo>
                  <a:pt x="1597288" y="5382222"/>
                  <a:pt x="1596272" y="5386035"/>
                  <a:pt x="1594239" y="5389160"/>
                </a:cubicBezTo>
                <a:cubicBezTo>
                  <a:pt x="1592206" y="5392285"/>
                  <a:pt x="1589443" y="5393847"/>
                  <a:pt x="1585949" y="5393847"/>
                </a:cubicBezTo>
                <a:lnTo>
                  <a:pt x="1540941" y="5393847"/>
                </a:lnTo>
                <a:cubicBezTo>
                  <a:pt x="1540330" y="5393847"/>
                  <a:pt x="1540024" y="5394058"/>
                  <a:pt x="1540024" y="5394479"/>
                </a:cubicBezTo>
                <a:cubicBezTo>
                  <a:pt x="1540024" y="5398050"/>
                  <a:pt x="1542053" y="5401490"/>
                  <a:pt x="1546110" y="5404799"/>
                </a:cubicBezTo>
                <a:cubicBezTo>
                  <a:pt x="1550167" y="5408108"/>
                  <a:pt x="1554541" y="5409763"/>
                  <a:pt x="1559231" y="5409763"/>
                </a:cubicBezTo>
                <a:cubicBezTo>
                  <a:pt x="1562082" y="5409763"/>
                  <a:pt x="1565277" y="5409203"/>
                  <a:pt x="1568817" y="5408083"/>
                </a:cubicBezTo>
                <a:cubicBezTo>
                  <a:pt x="1572357" y="5406964"/>
                  <a:pt x="1575260" y="5405603"/>
                  <a:pt x="1577527" y="5404000"/>
                </a:cubicBezTo>
                <a:cubicBezTo>
                  <a:pt x="1580054" y="5402224"/>
                  <a:pt x="1582159" y="5401336"/>
                  <a:pt x="1583842" y="5401336"/>
                </a:cubicBezTo>
                <a:cubicBezTo>
                  <a:pt x="1586173" y="5401336"/>
                  <a:pt x="1588310" y="5402580"/>
                  <a:pt x="1590254" y="5405069"/>
                </a:cubicBezTo>
                <a:cubicBezTo>
                  <a:pt x="1592199" y="5407558"/>
                  <a:pt x="1593171" y="5410093"/>
                  <a:pt x="1593171" y="5412674"/>
                </a:cubicBezTo>
                <a:cubicBezTo>
                  <a:pt x="1593171" y="5417916"/>
                  <a:pt x="1590020" y="5422882"/>
                  <a:pt x="1583720" y="5427572"/>
                </a:cubicBezTo>
                <a:cubicBezTo>
                  <a:pt x="1573242" y="5435413"/>
                  <a:pt x="1561121" y="5439333"/>
                  <a:pt x="1547357" y="5439333"/>
                </a:cubicBezTo>
                <a:cubicBezTo>
                  <a:pt x="1533451" y="5439333"/>
                  <a:pt x="1521788" y="5435287"/>
                  <a:pt x="1512367" y="5427194"/>
                </a:cubicBezTo>
                <a:cubicBezTo>
                  <a:pt x="1507776" y="5423201"/>
                  <a:pt x="1503985" y="5418379"/>
                  <a:pt x="1500993" y="5412728"/>
                </a:cubicBezTo>
                <a:cubicBezTo>
                  <a:pt x="1497084" y="5405240"/>
                  <a:pt x="1495130" y="5397337"/>
                  <a:pt x="1495130" y="5389020"/>
                </a:cubicBezTo>
                <a:cubicBezTo>
                  <a:pt x="1495130" y="5377870"/>
                  <a:pt x="1498518" y="5367844"/>
                  <a:pt x="1505294" y="5358942"/>
                </a:cubicBezTo>
                <a:cubicBezTo>
                  <a:pt x="1511140" y="5351235"/>
                  <a:pt x="1518555" y="5345504"/>
                  <a:pt x="1527538" y="5341749"/>
                </a:cubicBezTo>
                <a:cubicBezTo>
                  <a:pt x="1534338" y="5338892"/>
                  <a:pt x="1541648" y="5337464"/>
                  <a:pt x="1549464" y="5337464"/>
                </a:cubicBezTo>
                <a:close/>
                <a:moveTo>
                  <a:pt x="997014" y="5337464"/>
                </a:moveTo>
                <a:cubicBezTo>
                  <a:pt x="1009622" y="5337464"/>
                  <a:pt x="1020360" y="5341064"/>
                  <a:pt x="1029226" y="5348264"/>
                </a:cubicBezTo>
                <a:cubicBezTo>
                  <a:pt x="1033716" y="5351881"/>
                  <a:pt x="1037324" y="5356150"/>
                  <a:pt x="1040049" y="5361070"/>
                </a:cubicBezTo>
                <a:cubicBezTo>
                  <a:pt x="1043242" y="5366777"/>
                  <a:pt x="1044838" y="5372327"/>
                  <a:pt x="1044838" y="5377721"/>
                </a:cubicBezTo>
                <a:cubicBezTo>
                  <a:pt x="1044838" y="5382222"/>
                  <a:pt x="1043822" y="5386035"/>
                  <a:pt x="1041789" y="5389160"/>
                </a:cubicBezTo>
                <a:cubicBezTo>
                  <a:pt x="1039756" y="5392285"/>
                  <a:pt x="1036993" y="5393847"/>
                  <a:pt x="1033499" y="5393847"/>
                </a:cubicBezTo>
                <a:lnTo>
                  <a:pt x="988491" y="5393847"/>
                </a:lnTo>
                <a:cubicBezTo>
                  <a:pt x="987879" y="5393847"/>
                  <a:pt x="987574" y="5394058"/>
                  <a:pt x="987574" y="5394479"/>
                </a:cubicBezTo>
                <a:cubicBezTo>
                  <a:pt x="987574" y="5398050"/>
                  <a:pt x="989602" y="5401490"/>
                  <a:pt x="993660" y="5404799"/>
                </a:cubicBezTo>
                <a:cubicBezTo>
                  <a:pt x="997717" y="5408108"/>
                  <a:pt x="1002091" y="5409763"/>
                  <a:pt x="1006781" y="5409763"/>
                </a:cubicBezTo>
                <a:cubicBezTo>
                  <a:pt x="1009632" y="5409763"/>
                  <a:pt x="1012827" y="5409203"/>
                  <a:pt x="1016367" y="5408083"/>
                </a:cubicBezTo>
                <a:cubicBezTo>
                  <a:pt x="1019907" y="5406964"/>
                  <a:pt x="1022810" y="5405603"/>
                  <a:pt x="1025077" y="5404000"/>
                </a:cubicBezTo>
                <a:cubicBezTo>
                  <a:pt x="1027604" y="5402224"/>
                  <a:pt x="1029709" y="5401336"/>
                  <a:pt x="1031392" y="5401336"/>
                </a:cubicBezTo>
                <a:cubicBezTo>
                  <a:pt x="1033723" y="5401336"/>
                  <a:pt x="1035860" y="5402580"/>
                  <a:pt x="1037804" y="5405069"/>
                </a:cubicBezTo>
                <a:cubicBezTo>
                  <a:pt x="1039749" y="5407558"/>
                  <a:pt x="1040720" y="5410093"/>
                  <a:pt x="1040720" y="5412674"/>
                </a:cubicBezTo>
                <a:cubicBezTo>
                  <a:pt x="1040720" y="5417916"/>
                  <a:pt x="1037570" y="5422882"/>
                  <a:pt x="1031270" y="5427572"/>
                </a:cubicBezTo>
                <a:cubicBezTo>
                  <a:pt x="1020791" y="5435413"/>
                  <a:pt x="1008671" y="5439333"/>
                  <a:pt x="994907" y="5439333"/>
                </a:cubicBezTo>
                <a:cubicBezTo>
                  <a:pt x="981001" y="5439333"/>
                  <a:pt x="969338" y="5435287"/>
                  <a:pt x="959917" y="5427194"/>
                </a:cubicBezTo>
                <a:cubicBezTo>
                  <a:pt x="955326" y="5423201"/>
                  <a:pt x="951535" y="5418379"/>
                  <a:pt x="948543" y="5412728"/>
                </a:cubicBezTo>
                <a:cubicBezTo>
                  <a:pt x="944634" y="5405240"/>
                  <a:pt x="942680" y="5397337"/>
                  <a:pt x="942680" y="5389020"/>
                </a:cubicBezTo>
                <a:cubicBezTo>
                  <a:pt x="942680" y="5377870"/>
                  <a:pt x="946068" y="5367844"/>
                  <a:pt x="952843" y="5358942"/>
                </a:cubicBezTo>
                <a:cubicBezTo>
                  <a:pt x="958690" y="5351235"/>
                  <a:pt x="966105" y="5345504"/>
                  <a:pt x="975087" y="5341749"/>
                </a:cubicBezTo>
                <a:cubicBezTo>
                  <a:pt x="981889" y="5338892"/>
                  <a:pt x="989197" y="5337464"/>
                  <a:pt x="997014" y="5337464"/>
                </a:cubicBezTo>
                <a:close/>
                <a:moveTo>
                  <a:pt x="11062690" y="5337368"/>
                </a:moveTo>
                <a:cubicBezTo>
                  <a:pt x="11074787" y="5337368"/>
                  <a:pt x="11085418" y="5340522"/>
                  <a:pt x="11094583" y="5346831"/>
                </a:cubicBezTo>
                <a:cubicBezTo>
                  <a:pt x="11101193" y="5351371"/>
                  <a:pt x="11106483" y="5357245"/>
                  <a:pt x="11110450" y="5364452"/>
                </a:cubicBezTo>
                <a:cubicBezTo>
                  <a:pt x="11114579" y="5372045"/>
                  <a:pt x="11116642" y="5379947"/>
                  <a:pt x="11116642" y="5388160"/>
                </a:cubicBezTo>
                <a:cubicBezTo>
                  <a:pt x="11116642" y="5402626"/>
                  <a:pt x="11110013" y="5414923"/>
                  <a:pt x="11096754" y="5425051"/>
                </a:cubicBezTo>
                <a:cubicBezTo>
                  <a:pt x="11084277" y="5434573"/>
                  <a:pt x="11069986" y="5439333"/>
                  <a:pt x="11053880" y="5439333"/>
                </a:cubicBezTo>
                <a:cubicBezTo>
                  <a:pt x="11038082" y="5439333"/>
                  <a:pt x="11025281" y="5434829"/>
                  <a:pt x="11015479" y="5425822"/>
                </a:cubicBezTo>
                <a:cubicBezTo>
                  <a:pt x="11005878" y="5417021"/>
                  <a:pt x="11001079" y="5405552"/>
                  <a:pt x="11001079" y="5391415"/>
                </a:cubicBezTo>
                <a:cubicBezTo>
                  <a:pt x="11001079" y="5375753"/>
                  <a:pt x="11006920" y="5362944"/>
                  <a:pt x="11018604" y="5352987"/>
                </a:cubicBezTo>
                <a:cubicBezTo>
                  <a:pt x="11030730" y="5342574"/>
                  <a:pt x="11045425" y="5337368"/>
                  <a:pt x="11062690" y="5337368"/>
                </a:cubicBezTo>
                <a:close/>
                <a:moveTo>
                  <a:pt x="10305619" y="5337368"/>
                </a:moveTo>
                <a:cubicBezTo>
                  <a:pt x="10317153" y="5337368"/>
                  <a:pt x="10326965" y="5340309"/>
                  <a:pt x="10335053" y="5346191"/>
                </a:cubicBezTo>
                <a:cubicBezTo>
                  <a:pt x="10339454" y="5349422"/>
                  <a:pt x="10342534" y="5353125"/>
                  <a:pt x="10344292" y="5357300"/>
                </a:cubicBezTo>
                <a:cubicBezTo>
                  <a:pt x="10346052" y="5361474"/>
                  <a:pt x="10346931" y="5366385"/>
                  <a:pt x="10346931" y="5372034"/>
                </a:cubicBezTo>
                <a:lnTo>
                  <a:pt x="10346741" y="5386301"/>
                </a:lnTo>
                <a:cubicBezTo>
                  <a:pt x="10346741" y="5397262"/>
                  <a:pt x="10347255" y="5403818"/>
                  <a:pt x="10348281" y="5405969"/>
                </a:cubicBezTo>
                <a:cubicBezTo>
                  <a:pt x="10349063" y="5407529"/>
                  <a:pt x="10349617" y="5408406"/>
                  <a:pt x="10349943" y="5408602"/>
                </a:cubicBezTo>
                <a:cubicBezTo>
                  <a:pt x="10350269" y="5408798"/>
                  <a:pt x="10351328" y="5409035"/>
                  <a:pt x="10353118" y="5409314"/>
                </a:cubicBezTo>
                <a:cubicBezTo>
                  <a:pt x="10356337" y="5409818"/>
                  <a:pt x="10357945" y="5411800"/>
                  <a:pt x="10357945" y="5415260"/>
                </a:cubicBezTo>
                <a:cubicBezTo>
                  <a:pt x="10357945" y="5418742"/>
                  <a:pt x="10356613" y="5422281"/>
                  <a:pt x="10353952" y="5425876"/>
                </a:cubicBezTo>
                <a:cubicBezTo>
                  <a:pt x="10351290" y="5429471"/>
                  <a:pt x="10348216" y="5432194"/>
                  <a:pt x="10344729" y="5434047"/>
                </a:cubicBezTo>
                <a:cubicBezTo>
                  <a:pt x="10338981" y="5437571"/>
                  <a:pt x="10333284" y="5439333"/>
                  <a:pt x="10327643" y="5439333"/>
                </a:cubicBezTo>
                <a:cubicBezTo>
                  <a:pt x="10320324" y="5439333"/>
                  <a:pt x="10314484" y="5436762"/>
                  <a:pt x="10310127" y="5431621"/>
                </a:cubicBezTo>
                <a:cubicBezTo>
                  <a:pt x="10309228" y="5430507"/>
                  <a:pt x="10308523" y="5429950"/>
                  <a:pt x="10308014" y="5429950"/>
                </a:cubicBezTo>
                <a:cubicBezTo>
                  <a:pt x="10307226" y="5429950"/>
                  <a:pt x="10306217" y="5430406"/>
                  <a:pt x="10304988" y="5431318"/>
                </a:cubicBezTo>
                <a:cubicBezTo>
                  <a:pt x="10297694" y="5436662"/>
                  <a:pt x="10289764" y="5439333"/>
                  <a:pt x="10281200" y="5439333"/>
                </a:cubicBezTo>
                <a:cubicBezTo>
                  <a:pt x="10272407" y="5439333"/>
                  <a:pt x="10265263" y="5437434"/>
                  <a:pt x="10259769" y="5433635"/>
                </a:cubicBezTo>
                <a:cubicBezTo>
                  <a:pt x="10256130" y="5431094"/>
                  <a:pt x="10253246" y="5427783"/>
                  <a:pt x="10251121" y="5423704"/>
                </a:cubicBezTo>
                <a:cubicBezTo>
                  <a:pt x="10248995" y="5419625"/>
                  <a:pt x="10247931" y="5415342"/>
                  <a:pt x="10247931" y="5410854"/>
                </a:cubicBezTo>
                <a:cubicBezTo>
                  <a:pt x="10247931" y="5403647"/>
                  <a:pt x="10250807" y="5397305"/>
                  <a:pt x="10256555" y="5391830"/>
                </a:cubicBezTo>
                <a:cubicBezTo>
                  <a:pt x="10265299" y="5383422"/>
                  <a:pt x="10278265" y="5379185"/>
                  <a:pt x="10295452" y="5379119"/>
                </a:cubicBezTo>
                <a:cubicBezTo>
                  <a:pt x="10298744" y="5379119"/>
                  <a:pt x="10300648" y="5378921"/>
                  <a:pt x="10301165" y="5378524"/>
                </a:cubicBezTo>
                <a:cubicBezTo>
                  <a:pt x="10301683" y="5378127"/>
                  <a:pt x="10301941" y="5376902"/>
                  <a:pt x="10301941" y="5374848"/>
                </a:cubicBezTo>
                <a:cubicBezTo>
                  <a:pt x="10301941" y="5368411"/>
                  <a:pt x="10301351" y="5363919"/>
                  <a:pt x="10300172" y="5361373"/>
                </a:cubicBezTo>
                <a:cubicBezTo>
                  <a:pt x="10298993" y="5358827"/>
                  <a:pt x="10297234" y="5357554"/>
                  <a:pt x="10294894" y="5357554"/>
                </a:cubicBezTo>
                <a:cubicBezTo>
                  <a:pt x="10293445" y="5357554"/>
                  <a:pt x="10292104" y="5358026"/>
                  <a:pt x="10290873" y="5358969"/>
                </a:cubicBezTo>
                <a:cubicBezTo>
                  <a:pt x="10289642" y="5359912"/>
                  <a:pt x="10288038" y="5361739"/>
                  <a:pt x="10286063" y="5364449"/>
                </a:cubicBezTo>
                <a:cubicBezTo>
                  <a:pt x="10279845" y="5373323"/>
                  <a:pt x="10273275" y="5377760"/>
                  <a:pt x="10266356" y="5377760"/>
                </a:cubicBezTo>
                <a:cubicBezTo>
                  <a:pt x="10262703" y="5377760"/>
                  <a:pt x="10259692" y="5376652"/>
                  <a:pt x="10257325" y="5374437"/>
                </a:cubicBezTo>
                <a:cubicBezTo>
                  <a:pt x="10254958" y="5372222"/>
                  <a:pt x="10253774" y="5369327"/>
                  <a:pt x="10253774" y="5365751"/>
                </a:cubicBezTo>
                <a:cubicBezTo>
                  <a:pt x="10253774" y="5362228"/>
                  <a:pt x="10255115" y="5358794"/>
                  <a:pt x="10257797" y="5355450"/>
                </a:cubicBezTo>
                <a:cubicBezTo>
                  <a:pt x="10260480" y="5352106"/>
                  <a:pt x="10263703" y="5349420"/>
                  <a:pt x="10267468" y="5347392"/>
                </a:cubicBezTo>
                <a:cubicBezTo>
                  <a:pt x="10280023" y="5340709"/>
                  <a:pt x="10292739" y="5337368"/>
                  <a:pt x="10305619" y="5337368"/>
                </a:cubicBezTo>
                <a:close/>
                <a:moveTo>
                  <a:pt x="10118240" y="5337368"/>
                </a:moveTo>
                <a:cubicBezTo>
                  <a:pt x="10126875" y="5337368"/>
                  <a:pt x="10134569" y="5340339"/>
                  <a:pt x="10141323" y="5346283"/>
                </a:cubicBezTo>
                <a:cubicBezTo>
                  <a:pt x="10146430" y="5350785"/>
                  <a:pt x="10150378" y="5356424"/>
                  <a:pt x="10153169" y="5363199"/>
                </a:cubicBezTo>
                <a:cubicBezTo>
                  <a:pt x="10156085" y="5370290"/>
                  <a:pt x="10157543" y="5377717"/>
                  <a:pt x="10157543" y="5385478"/>
                </a:cubicBezTo>
                <a:cubicBezTo>
                  <a:pt x="10157543" y="5402113"/>
                  <a:pt x="10150953" y="5416010"/>
                  <a:pt x="10137771" y="5427172"/>
                </a:cubicBezTo>
                <a:cubicBezTo>
                  <a:pt x="10130931" y="5435280"/>
                  <a:pt x="10121900" y="5439333"/>
                  <a:pt x="10110675" y="5439333"/>
                </a:cubicBezTo>
                <a:cubicBezTo>
                  <a:pt x="10104949" y="5439333"/>
                  <a:pt x="10099099" y="5438006"/>
                  <a:pt x="10093124" y="5435350"/>
                </a:cubicBezTo>
                <a:cubicBezTo>
                  <a:pt x="10092205" y="5434941"/>
                  <a:pt x="10091543" y="5434737"/>
                  <a:pt x="10091140" y="5434737"/>
                </a:cubicBezTo>
                <a:cubicBezTo>
                  <a:pt x="10090592" y="5434737"/>
                  <a:pt x="10090318" y="5436001"/>
                  <a:pt x="10090318" y="5438529"/>
                </a:cubicBezTo>
                <a:cubicBezTo>
                  <a:pt x="10090318" y="5442903"/>
                  <a:pt x="10091700" y="5446003"/>
                  <a:pt x="10094464" y="5447829"/>
                </a:cubicBezTo>
                <a:cubicBezTo>
                  <a:pt x="10097775" y="5450058"/>
                  <a:pt x="10099843" y="5451672"/>
                  <a:pt x="10100667" y="5452672"/>
                </a:cubicBezTo>
                <a:cubicBezTo>
                  <a:pt x="10101493" y="5453672"/>
                  <a:pt x="10101905" y="5455246"/>
                  <a:pt x="10101905" y="5457394"/>
                </a:cubicBezTo>
                <a:cubicBezTo>
                  <a:pt x="10101905" y="5462021"/>
                  <a:pt x="10099506" y="5465499"/>
                  <a:pt x="10094708" y="5467827"/>
                </a:cubicBezTo>
                <a:cubicBezTo>
                  <a:pt x="10089910" y="5470154"/>
                  <a:pt x="10083454" y="5471318"/>
                  <a:pt x="10075339" y="5471318"/>
                </a:cubicBezTo>
                <a:cubicBezTo>
                  <a:pt x="10061122" y="5471318"/>
                  <a:pt x="10048341" y="5467657"/>
                  <a:pt x="10036997" y="5460334"/>
                </a:cubicBezTo>
                <a:cubicBezTo>
                  <a:pt x="10031698" y="5458784"/>
                  <a:pt x="10029049" y="5455538"/>
                  <a:pt x="10029049" y="5450596"/>
                </a:cubicBezTo>
                <a:cubicBezTo>
                  <a:pt x="10029049" y="5448219"/>
                  <a:pt x="10029563" y="5446394"/>
                  <a:pt x="10030591" y="5445119"/>
                </a:cubicBezTo>
                <a:cubicBezTo>
                  <a:pt x="10031620" y="5443845"/>
                  <a:pt x="10033951" y="5442529"/>
                  <a:pt x="10037586" y="5441172"/>
                </a:cubicBezTo>
                <a:cubicBezTo>
                  <a:pt x="10039252" y="5440043"/>
                  <a:pt x="10040417" y="5437661"/>
                  <a:pt x="10041081" y="5434025"/>
                </a:cubicBezTo>
                <a:cubicBezTo>
                  <a:pt x="10041745" y="5430389"/>
                  <a:pt x="10042266" y="5419100"/>
                  <a:pt x="10042646" y="5400158"/>
                </a:cubicBezTo>
                <a:cubicBezTo>
                  <a:pt x="10042209" y="5384758"/>
                  <a:pt x="10041634" y="5375985"/>
                  <a:pt x="10040923" y="5373839"/>
                </a:cubicBezTo>
                <a:cubicBezTo>
                  <a:pt x="10040959" y="5374119"/>
                  <a:pt x="10040884" y="5374222"/>
                  <a:pt x="10040703" y="5374149"/>
                </a:cubicBezTo>
                <a:cubicBezTo>
                  <a:pt x="10040521" y="5374076"/>
                  <a:pt x="10039177" y="5373800"/>
                  <a:pt x="10036669" y="5373323"/>
                </a:cubicBezTo>
                <a:cubicBezTo>
                  <a:pt x="10034163" y="5372853"/>
                  <a:pt x="10032123" y="5371694"/>
                  <a:pt x="10030548" y="5369845"/>
                </a:cubicBezTo>
                <a:cubicBezTo>
                  <a:pt x="10028975" y="5367995"/>
                  <a:pt x="10028187" y="5365769"/>
                  <a:pt x="10028187" y="5363166"/>
                </a:cubicBezTo>
                <a:cubicBezTo>
                  <a:pt x="10028187" y="5360092"/>
                  <a:pt x="10029205" y="5357446"/>
                  <a:pt x="10031241" y="5355228"/>
                </a:cubicBezTo>
                <a:cubicBezTo>
                  <a:pt x="10033278" y="5353009"/>
                  <a:pt x="10036435" y="5350915"/>
                  <a:pt x="10040711" y="5348946"/>
                </a:cubicBezTo>
                <a:cubicBezTo>
                  <a:pt x="10056566" y="5341762"/>
                  <a:pt x="10069942" y="5338094"/>
                  <a:pt x="10080838" y="5337943"/>
                </a:cubicBezTo>
                <a:cubicBezTo>
                  <a:pt x="10083785" y="5337943"/>
                  <a:pt x="10085975" y="5338443"/>
                  <a:pt x="10087405" y="5339445"/>
                </a:cubicBezTo>
                <a:cubicBezTo>
                  <a:pt x="10088837" y="5340446"/>
                  <a:pt x="10089552" y="5342607"/>
                  <a:pt x="10089552" y="5345929"/>
                </a:cubicBezTo>
                <a:cubicBezTo>
                  <a:pt x="10089552" y="5346989"/>
                  <a:pt x="10089634" y="5347519"/>
                  <a:pt x="10089799" y="5347519"/>
                </a:cubicBezTo>
                <a:cubicBezTo>
                  <a:pt x="10090042" y="5347519"/>
                  <a:pt x="10091814" y="5346418"/>
                  <a:pt x="10095117" y="5344215"/>
                </a:cubicBezTo>
                <a:cubicBezTo>
                  <a:pt x="10098024" y="5342255"/>
                  <a:pt x="10101699" y="5340623"/>
                  <a:pt x="10106141" y="5339321"/>
                </a:cubicBezTo>
                <a:cubicBezTo>
                  <a:pt x="10110583" y="5338019"/>
                  <a:pt x="10114616" y="5337368"/>
                  <a:pt x="10118240" y="5337368"/>
                </a:cubicBezTo>
                <a:close/>
                <a:moveTo>
                  <a:pt x="9127640" y="5337368"/>
                </a:moveTo>
                <a:cubicBezTo>
                  <a:pt x="9136275" y="5337368"/>
                  <a:pt x="9143969" y="5340339"/>
                  <a:pt x="9150723" y="5346283"/>
                </a:cubicBezTo>
                <a:cubicBezTo>
                  <a:pt x="9155830" y="5350785"/>
                  <a:pt x="9159778" y="5356424"/>
                  <a:pt x="9162569" y="5363199"/>
                </a:cubicBezTo>
                <a:cubicBezTo>
                  <a:pt x="9165485" y="5370290"/>
                  <a:pt x="9166943" y="5377717"/>
                  <a:pt x="9166943" y="5385478"/>
                </a:cubicBezTo>
                <a:cubicBezTo>
                  <a:pt x="9166943" y="5402113"/>
                  <a:pt x="9160352" y="5416010"/>
                  <a:pt x="9147171" y="5427172"/>
                </a:cubicBezTo>
                <a:cubicBezTo>
                  <a:pt x="9140331" y="5435280"/>
                  <a:pt x="9131300" y="5439333"/>
                  <a:pt x="9120075" y="5439333"/>
                </a:cubicBezTo>
                <a:cubicBezTo>
                  <a:pt x="9114349" y="5439333"/>
                  <a:pt x="9108499" y="5438006"/>
                  <a:pt x="9102524" y="5435350"/>
                </a:cubicBezTo>
                <a:cubicBezTo>
                  <a:pt x="9101604" y="5434941"/>
                  <a:pt x="9100943" y="5434737"/>
                  <a:pt x="9100540" y="5434737"/>
                </a:cubicBezTo>
                <a:cubicBezTo>
                  <a:pt x="9099992" y="5434737"/>
                  <a:pt x="9099718" y="5436001"/>
                  <a:pt x="9099718" y="5438529"/>
                </a:cubicBezTo>
                <a:cubicBezTo>
                  <a:pt x="9099718" y="5442903"/>
                  <a:pt x="9101100" y="5446003"/>
                  <a:pt x="9103864" y="5447829"/>
                </a:cubicBezTo>
                <a:cubicBezTo>
                  <a:pt x="9107175" y="5450058"/>
                  <a:pt x="9109243" y="5451672"/>
                  <a:pt x="9110067" y="5452672"/>
                </a:cubicBezTo>
                <a:cubicBezTo>
                  <a:pt x="9110893" y="5453672"/>
                  <a:pt x="9111305" y="5455246"/>
                  <a:pt x="9111305" y="5457394"/>
                </a:cubicBezTo>
                <a:cubicBezTo>
                  <a:pt x="9111305" y="5462021"/>
                  <a:pt x="9108906" y="5465499"/>
                  <a:pt x="9104108" y="5467827"/>
                </a:cubicBezTo>
                <a:cubicBezTo>
                  <a:pt x="9099310" y="5470154"/>
                  <a:pt x="9092854" y="5471318"/>
                  <a:pt x="9084739" y="5471318"/>
                </a:cubicBezTo>
                <a:cubicBezTo>
                  <a:pt x="9070521" y="5471318"/>
                  <a:pt x="9057741" y="5467657"/>
                  <a:pt x="9046397" y="5460334"/>
                </a:cubicBezTo>
                <a:cubicBezTo>
                  <a:pt x="9041098" y="5458784"/>
                  <a:pt x="9038449" y="5455538"/>
                  <a:pt x="9038449" y="5450596"/>
                </a:cubicBezTo>
                <a:cubicBezTo>
                  <a:pt x="9038449" y="5448219"/>
                  <a:pt x="9038963" y="5446394"/>
                  <a:pt x="9039991" y="5445119"/>
                </a:cubicBezTo>
                <a:cubicBezTo>
                  <a:pt x="9041020" y="5443845"/>
                  <a:pt x="9043351" y="5442529"/>
                  <a:pt x="9046986" y="5441172"/>
                </a:cubicBezTo>
                <a:cubicBezTo>
                  <a:pt x="9048652" y="5440043"/>
                  <a:pt x="9049817" y="5437661"/>
                  <a:pt x="9050481" y="5434025"/>
                </a:cubicBezTo>
                <a:cubicBezTo>
                  <a:pt x="9051144" y="5430389"/>
                  <a:pt x="9051666" y="5419100"/>
                  <a:pt x="9052046" y="5400158"/>
                </a:cubicBezTo>
                <a:cubicBezTo>
                  <a:pt x="9051608" y="5384758"/>
                  <a:pt x="9051034" y="5375985"/>
                  <a:pt x="9050323" y="5373839"/>
                </a:cubicBezTo>
                <a:cubicBezTo>
                  <a:pt x="9050359" y="5374119"/>
                  <a:pt x="9050284" y="5374222"/>
                  <a:pt x="9050103" y="5374149"/>
                </a:cubicBezTo>
                <a:cubicBezTo>
                  <a:pt x="9049921" y="5374076"/>
                  <a:pt x="9048577" y="5373800"/>
                  <a:pt x="9046069" y="5373323"/>
                </a:cubicBezTo>
                <a:cubicBezTo>
                  <a:pt x="9043563" y="5372853"/>
                  <a:pt x="9041523" y="5371694"/>
                  <a:pt x="9039948" y="5369845"/>
                </a:cubicBezTo>
                <a:cubicBezTo>
                  <a:pt x="9038374" y="5367995"/>
                  <a:pt x="9037587" y="5365769"/>
                  <a:pt x="9037587" y="5363166"/>
                </a:cubicBezTo>
                <a:cubicBezTo>
                  <a:pt x="9037587" y="5360092"/>
                  <a:pt x="9038605" y="5357446"/>
                  <a:pt x="9040641" y="5355228"/>
                </a:cubicBezTo>
                <a:cubicBezTo>
                  <a:pt x="9042678" y="5353009"/>
                  <a:pt x="9045835" y="5350915"/>
                  <a:pt x="9050111" y="5348946"/>
                </a:cubicBezTo>
                <a:cubicBezTo>
                  <a:pt x="9065966" y="5341762"/>
                  <a:pt x="9079342" y="5338094"/>
                  <a:pt x="9090238" y="5337943"/>
                </a:cubicBezTo>
                <a:cubicBezTo>
                  <a:pt x="9093185" y="5337943"/>
                  <a:pt x="9095375" y="5338443"/>
                  <a:pt x="9096805" y="5339445"/>
                </a:cubicBezTo>
                <a:cubicBezTo>
                  <a:pt x="9098237" y="5340446"/>
                  <a:pt x="9098952" y="5342607"/>
                  <a:pt x="9098952" y="5345929"/>
                </a:cubicBezTo>
                <a:cubicBezTo>
                  <a:pt x="9098952" y="5346989"/>
                  <a:pt x="9099034" y="5347519"/>
                  <a:pt x="9099199" y="5347519"/>
                </a:cubicBezTo>
                <a:cubicBezTo>
                  <a:pt x="9099441" y="5347519"/>
                  <a:pt x="9101214" y="5346418"/>
                  <a:pt x="9104517" y="5344215"/>
                </a:cubicBezTo>
                <a:cubicBezTo>
                  <a:pt x="9107424" y="5342255"/>
                  <a:pt x="9111099" y="5340623"/>
                  <a:pt x="9115541" y="5339321"/>
                </a:cubicBezTo>
                <a:cubicBezTo>
                  <a:pt x="9119983" y="5338019"/>
                  <a:pt x="9124016" y="5337368"/>
                  <a:pt x="9127640" y="5337368"/>
                </a:cubicBezTo>
                <a:close/>
                <a:moveTo>
                  <a:pt x="8938615" y="5337368"/>
                </a:moveTo>
                <a:cubicBezTo>
                  <a:pt x="8950712" y="5337368"/>
                  <a:pt x="8961343" y="5340522"/>
                  <a:pt x="8970508" y="5346831"/>
                </a:cubicBezTo>
                <a:cubicBezTo>
                  <a:pt x="8977118" y="5351371"/>
                  <a:pt x="8982407" y="5357245"/>
                  <a:pt x="8986375" y="5364452"/>
                </a:cubicBezTo>
                <a:cubicBezTo>
                  <a:pt x="8990504" y="5372045"/>
                  <a:pt x="8992567" y="5379947"/>
                  <a:pt x="8992567" y="5388160"/>
                </a:cubicBezTo>
                <a:cubicBezTo>
                  <a:pt x="8992567" y="5402626"/>
                  <a:pt x="8985939" y="5414923"/>
                  <a:pt x="8972679" y="5425051"/>
                </a:cubicBezTo>
                <a:cubicBezTo>
                  <a:pt x="8960203" y="5434573"/>
                  <a:pt x="8945911" y="5439333"/>
                  <a:pt x="8929805" y="5439333"/>
                </a:cubicBezTo>
                <a:cubicBezTo>
                  <a:pt x="8914007" y="5439333"/>
                  <a:pt x="8901206" y="5434829"/>
                  <a:pt x="8891403" y="5425822"/>
                </a:cubicBezTo>
                <a:cubicBezTo>
                  <a:pt x="8881803" y="5417021"/>
                  <a:pt x="8877003" y="5405552"/>
                  <a:pt x="8877003" y="5391415"/>
                </a:cubicBezTo>
                <a:cubicBezTo>
                  <a:pt x="8877003" y="5375753"/>
                  <a:pt x="8882845" y="5362944"/>
                  <a:pt x="8894529" y="5352987"/>
                </a:cubicBezTo>
                <a:cubicBezTo>
                  <a:pt x="8906655" y="5342574"/>
                  <a:pt x="8921351" y="5337368"/>
                  <a:pt x="8938615" y="5337368"/>
                </a:cubicBezTo>
                <a:close/>
                <a:moveTo>
                  <a:pt x="8708821" y="5337368"/>
                </a:moveTo>
                <a:cubicBezTo>
                  <a:pt x="8712422" y="5337368"/>
                  <a:pt x="8716074" y="5339716"/>
                  <a:pt x="8719778" y="5344412"/>
                </a:cubicBezTo>
                <a:cubicBezTo>
                  <a:pt x="8722014" y="5347134"/>
                  <a:pt x="8723946" y="5350394"/>
                  <a:pt x="8725572" y="5354190"/>
                </a:cubicBezTo>
                <a:cubicBezTo>
                  <a:pt x="8727200" y="5357987"/>
                  <a:pt x="8728012" y="5361297"/>
                  <a:pt x="8728012" y="5364123"/>
                </a:cubicBezTo>
                <a:cubicBezTo>
                  <a:pt x="8728012" y="5367208"/>
                  <a:pt x="8726916" y="5369790"/>
                  <a:pt x="8724721" y="5371867"/>
                </a:cubicBezTo>
                <a:cubicBezTo>
                  <a:pt x="8722527" y="5373944"/>
                  <a:pt x="8719812" y="5374982"/>
                  <a:pt x="8716578" y="5374982"/>
                </a:cubicBezTo>
                <a:cubicBezTo>
                  <a:pt x="8713948" y="5374982"/>
                  <a:pt x="8711644" y="5374371"/>
                  <a:pt x="8709664" y="5373148"/>
                </a:cubicBezTo>
                <a:cubicBezTo>
                  <a:pt x="8707685" y="5371925"/>
                  <a:pt x="8705296" y="5369600"/>
                  <a:pt x="8702496" y="5366172"/>
                </a:cubicBezTo>
                <a:cubicBezTo>
                  <a:pt x="8697620" y="5362214"/>
                  <a:pt x="8694111" y="5360236"/>
                  <a:pt x="8691967" y="5360236"/>
                </a:cubicBezTo>
                <a:cubicBezTo>
                  <a:pt x="8690776" y="5360236"/>
                  <a:pt x="8689718" y="5360697"/>
                  <a:pt x="8688794" y="5361619"/>
                </a:cubicBezTo>
                <a:cubicBezTo>
                  <a:pt x="8687872" y="5362541"/>
                  <a:pt x="8687410" y="5363631"/>
                  <a:pt x="8687410" y="5364889"/>
                </a:cubicBezTo>
                <a:cubicBezTo>
                  <a:pt x="8687410" y="5367208"/>
                  <a:pt x="8690005" y="5369555"/>
                  <a:pt x="8695195" y="5371928"/>
                </a:cubicBezTo>
                <a:cubicBezTo>
                  <a:pt x="8706240" y="5376895"/>
                  <a:pt x="8714711" y="5382327"/>
                  <a:pt x="8720606" y="5388222"/>
                </a:cubicBezTo>
                <a:cubicBezTo>
                  <a:pt x="8725864" y="5393480"/>
                  <a:pt x="8728492" y="5399875"/>
                  <a:pt x="8728492" y="5407406"/>
                </a:cubicBezTo>
                <a:cubicBezTo>
                  <a:pt x="8728492" y="5416896"/>
                  <a:pt x="8724598" y="5424142"/>
                  <a:pt x="8716810" y="5429145"/>
                </a:cubicBezTo>
                <a:cubicBezTo>
                  <a:pt x="8709230" y="5435937"/>
                  <a:pt x="8700342" y="5439333"/>
                  <a:pt x="8690148" y="5439333"/>
                </a:cubicBezTo>
                <a:cubicBezTo>
                  <a:pt x="8687476" y="5439333"/>
                  <a:pt x="8682742" y="5438905"/>
                  <a:pt x="8675948" y="5438047"/>
                </a:cubicBezTo>
                <a:cubicBezTo>
                  <a:pt x="8669996" y="5437372"/>
                  <a:pt x="8666717" y="5437035"/>
                  <a:pt x="8666112" y="5437035"/>
                </a:cubicBezTo>
                <a:cubicBezTo>
                  <a:pt x="8665517" y="5437035"/>
                  <a:pt x="8664791" y="5437111"/>
                  <a:pt x="8663932" y="5437263"/>
                </a:cubicBezTo>
                <a:cubicBezTo>
                  <a:pt x="8661788" y="5437558"/>
                  <a:pt x="8660218" y="5437705"/>
                  <a:pt x="8659218" y="5437705"/>
                </a:cubicBezTo>
                <a:cubicBezTo>
                  <a:pt x="8655708" y="5437705"/>
                  <a:pt x="8652908" y="5436776"/>
                  <a:pt x="8650818" y="5434918"/>
                </a:cubicBezTo>
                <a:cubicBezTo>
                  <a:pt x="8647988" y="5432364"/>
                  <a:pt x="8645401" y="5428427"/>
                  <a:pt x="8643060" y="5423109"/>
                </a:cubicBezTo>
                <a:cubicBezTo>
                  <a:pt x="8640718" y="5417791"/>
                  <a:pt x="8639548" y="5413163"/>
                  <a:pt x="8639548" y="5409227"/>
                </a:cubicBezTo>
                <a:cubicBezTo>
                  <a:pt x="8639548" y="5402052"/>
                  <a:pt x="8642498" y="5398464"/>
                  <a:pt x="8648396" y="5398464"/>
                </a:cubicBezTo>
                <a:cubicBezTo>
                  <a:pt x="8650654" y="5398464"/>
                  <a:pt x="8652640" y="5399137"/>
                  <a:pt x="8654352" y="5400485"/>
                </a:cubicBezTo>
                <a:cubicBezTo>
                  <a:pt x="8656064" y="5401833"/>
                  <a:pt x="8659358" y="5405107"/>
                  <a:pt x="8664234" y="5410308"/>
                </a:cubicBezTo>
                <a:cubicBezTo>
                  <a:pt x="8666735" y="5412991"/>
                  <a:pt x="8668723" y="5414785"/>
                  <a:pt x="8670200" y="5415687"/>
                </a:cubicBezTo>
                <a:cubicBezTo>
                  <a:pt x="8671677" y="5416589"/>
                  <a:pt x="8673220" y="5417041"/>
                  <a:pt x="8674826" y="5417041"/>
                </a:cubicBezTo>
                <a:cubicBezTo>
                  <a:pt x="8676431" y="5417041"/>
                  <a:pt x="8677672" y="5416657"/>
                  <a:pt x="8678548" y="5415889"/>
                </a:cubicBezTo>
                <a:cubicBezTo>
                  <a:pt x="8679426" y="5415122"/>
                  <a:pt x="8679864" y="5414114"/>
                  <a:pt x="8679864" y="5412865"/>
                </a:cubicBezTo>
                <a:cubicBezTo>
                  <a:pt x="8679864" y="5410820"/>
                  <a:pt x="8677406" y="5408553"/>
                  <a:pt x="8672490" y="5406064"/>
                </a:cubicBezTo>
                <a:cubicBezTo>
                  <a:pt x="8662701" y="5401391"/>
                  <a:pt x="8655402" y="5396229"/>
                  <a:pt x="8650592" y="5390579"/>
                </a:cubicBezTo>
                <a:cubicBezTo>
                  <a:pt x="8645784" y="5384929"/>
                  <a:pt x="8643378" y="5378345"/>
                  <a:pt x="8643378" y="5370827"/>
                </a:cubicBezTo>
                <a:cubicBezTo>
                  <a:pt x="8643378" y="5362755"/>
                  <a:pt x="8645862" y="5355794"/>
                  <a:pt x="8650827" y="5349944"/>
                </a:cubicBezTo>
                <a:cubicBezTo>
                  <a:pt x="8657862" y="5341624"/>
                  <a:pt x="8667426" y="5337464"/>
                  <a:pt x="8679519" y="5337464"/>
                </a:cubicBezTo>
                <a:cubicBezTo>
                  <a:pt x="8682758" y="5337464"/>
                  <a:pt x="8687773" y="5338166"/>
                  <a:pt x="8694568" y="5339570"/>
                </a:cubicBezTo>
                <a:cubicBezTo>
                  <a:pt x="8696508" y="5339825"/>
                  <a:pt x="8697908" y="5339953"/>
                  <a:pt x="8698766" y="5339953"/>
                </a:cubicBezTo>
                <a:cubicBezTo>
                  <a:pt x="8699605" y="5339953"/>
                  <a:pt x="8701741" y="5339378"/>
                  <a:pt x="8705172" y="5338230"/>
                </a:cubicBezTo>
                <a:cubicBezTo>
                  <a:pt x="8706354" y="5337655"/>
                  <a:pt x="8707571" y="5337368"/>
                  <a:pt x="8708821" y="5337368"/>
                </a:cubicBezTo>
                <a:close/>
                <a:moveTo>
                  <a:pt x="8229169" y="5337368"/>
                </a:moveTo>
                <a:cubicBezTo>
                  <a:pt x="8240703" y="5337368"/>
                  <a:pt x="8250515" y="5340309"/>
                  <a:pt x="8258604" y="5346191"/>
                </a:cubicBezTo>
                <a:cubicBezTo>
                  <a:pt x="8263005" y="5349422"/>
                  <a:pt x="8266084" y="5353125"/>
                  <a:pt x="8267843" y="5357300"/>
                </a:cubicBezTo>
                <a:cubicBezTo>
                  <a:pt x="8269601" y="5361474"/>
                  <a:pt x="8270482" y="5366385"/>
                  <a:pt x="8270482" y="5372034"/>
                </a:cubicBezTo>
                <a:lnTo>
                  <a:pt x="8270291" y="5386301"/>
                </a:lnTo>
                <a:cubicBezTo>
                  <a:pt x="8270291" y="5397262"/>
                  <a:pt x="8270804" y="5403818"/>
                  <a:pt x="8271832" y="5405969"/>
                </a:cubicBezTo>
                <a:cubicBezTo>
                  <a:pt x="8272613" y="5407529"/>
                  <a:pt x="8273167" y="5408406"/>
                  <a:pt x="8273493" y="5408602"/>
                </a:cubicBezTo>
                <a:cubicBezTo>
                  <a:pt x="8273819" y="5408798"/>
                  <a:pt x="8274877" y="5409035"/>
                  <a:pt x="8276668" y="5409314"/>
                </a:cubicBezTo>
                <a:cubicBezTo>
                  <a:pt x="8279886" y="5409818"/>
                  <a:pt x="8281495" y="5411800"/>
                  <a:pt x="8281495" y="5415260"/>
                </a:cubicBezTo>
                <a:cubicBezTo>
                  <a:pt x="8281495" y="5418742"/>
                  <a:pt x="8280164" y="5422281"/>
                  <a:pt x="8277502" y="5425876"/>
                </a:cubicBezTo>
                <a:cubicBezTo>
                  <a:pt x="8274840" y="5429471"/>
                  <a:pt x="8271766" y="5432194"/>
                  <a:pt x="8268279" y="5434047"/>
                </a:cubicBezTo>
                <a:cubicBezTo>
                  <a:pt x="8262530" y="5437571"/>
                  <a:pt x="8256835" y="5439333"/>
                  <a:pt x="8251193" y="5439333"/>
                </a:cubicBezTo>
                <a:cubicBezTo>
                  <a:pt x="8243874" y="5439333"/>
                  <a:pt x="8238035" y="5436762"/>
                  <a:pt x="8233677" y="5431621"/>
                </a:cubicBezTo>
                <a:cubicBezTo>
                  <a:pt x="8232777" y="5430507"/>
                  <a:pt x="8232073" y="5429950"/>
                  <a:pt x="8231564" y="5429950"/>
                </a:cubicBezTo>
                <a:cubicBezTo>
                  <a:pt x="8230776" y="5429950"/>
                  <a:pt x="8229768" y="5430406"/>
                  <a:pt x="8228539" y="5431318"/>
                </a:cubicBezTo>
                <a:cubicBezTo>
                  <a:pt x="8221244" y="5436662"/>
                  <a:pt x="8213314" y="5439333"/>
                  <a:pt x="8204751" y="5439333"/>
                </a:cubicBezTo>
                <a:cubicBezTo>
                  <a:pt x="8195958" y="5439333"/>
                  <a:pt x="8188814" y="5437434"/>
                  <a:pt x="8183320" y="5433635"/>
                </a:cubicBezTo>
                <a:cubicBezTo>
                  <a:pt x="8179679" y="5431094"/>
                  <a:pt x="8176797" y="5427783"/>
                  <a:pt x="8174671" y="5423704"/>
                </a:cubicBezTo>
                <a:cubicBezTo>
                  <a:pt x="8172545" y="5419625"/>
                  <a:pt x="8171482" y="5415342"/>
                  <a:pt x="8171482" y="5410854"/>
                </a:cubicBezTo>
                <a:cubicBezTo>
                  <a:pt x="8171482" y="5403647"/>
                  <a:pt x="8174357" y="5397305"/>
                  <a:pt x="8180106" y="5391830"/>
                </a:cubicBezTo>
                <a:cubicBezTo>
                  <a:pt x="8188850" y="5383422"/>
                  <a:pt x="8201815" y="5379185"/>
                  <a:pt x="8219003" y="5379119"/>
                </a:cubicBezTo>
                <a:cubicBezTo>
                  <a:pt x="8222294" y="5379119"/>
                  <a:pt x="8224198" y="5378921"/>
                  <a:pt x="8224715" y="5378524"/>
                </a:cubicBezTo>
                <a:cubicBezTo>
                  <a:pt x="8225233" y="5378127"/>
                  <a:pt x="8225491" y="5376902"/>
                  <a:pt x="8225491" y="5374848"/>
                </a:cubicBezTo>
                <a:cubicBezTo>
                  <a:pt x="8225491" y="5368411"/>
                  <a:pt x="8224902" y="5363919"/>
                  <a:pt x="8223723" y="5361373"/>
                </a:cubicBezTo>
                <a:cubicBezTo>
                  <a:pt x="8222544" y="5358827"/>
                  <a:pt x="8220784" y="5357554"/>
                  <a:pt x="8218444" y="5357554"/>
                </a:cubicBezTo>
                <a:cubicBezTo>
                  <a:pt x="8216995" y="5357554"/>
                  <a:pt x="8215655" y="5358026"/>
                  <a:pt x="8214423" y="5358969"/>
                </a:cubicBezTo>
                <a:cubicBezTo>
                  <a:pt x="8213192" y="5359912"/>
                  <a:pt x="8211588" y="5361739"/>
                  <a:pt x="8209613" y="5364449"/>
                </a:cubicBezTo>
                <a:cubicBezTo>
                  <a:pt x="8203395" y="5373323"/>
                  <a:pt x="8196826" y="5377760"/>
                  <a:pt x="8189906" y="5377760"/>
                </a:cubicBezTo>
                <a:cubicBezTo>
                  <a:pt x="8186253" y="5377760"/>
                  <a:pt x="8183243" y="5376652"/>
                  <a:pt x="8180875" y="5374437"/>
                </a:cubicBezTo>
                <a:cubicBezTo>
                  <a:pt x="8178507" y="5372222"/>
                  <a:pt x="8177324" y="5369327"/>
                  <a:pt x="8177324" y="5365751"/>
                </a:cubicBezTo>
                <a:cubicBezTo>
                  <a:pt x="8177324" y="5362228"/>
                  <a:pt x="8178666" y="5358794"/>
                  <a:pt x="8181347" y="5355450"/>
                </a:cubicBezTo>
                <a:cubicBezTo>
                  <a:pt x="8184030" y="5352106"/>
                  <a:pt x="8187253" y="5349420"/>
                  <a:pt x="8191017" y="5347392"/>
                </a:cubicBezTo>
                <a:cubicBezTo>
                  <a:pt x="8203572" y="5340709"/>
                  <a:pt x="8216289" y="5337368"/>
                  <a:pt x="8229169" y="5337368"/>
                </a:cubicBezTo>
                <a:close/>
                <a:moveTo>
                  <a:pt x="8000570" y="5337368"/>
                </a:moveTo>
                <a:cubicBezTo>
                  <a:pt x="8012103" y="5337368"/>
                  <a:pt x="8021914" y="5340309"/>
                  <a:pt x="8030004" y="5346191"/>
                </a:cubicBezTo>
                <a:cubicBezTo>
                  <a:pt x="8034404" y="5349422"/>
                  <a:pt x="8037484" y="5353125"/>
                  <a:pt x="8039243" y="5357300"/>
                </a:cubicBezTo>
                <a:cubicBezTo>
                  <a:pt x="8041002" y="5361474"/>
                  <a:pt x="8041882" y="5366385"/>
                  <a:pt x="8041882" y="5372034"/>
                </a:cubicBezTo>
                <a:lnTo>
                  <a:pt x="8041691" y="5386301"/>
                </a:lnTo>
                <a:cubicBezTo>
                  <a:pt x="8041691" y="5397262"/>
                  <a:pt x="8042204" y="5403818"/>
                  <a:pt x="8043232" y="5405969"/>
                </a:cubicBezTo>
                <a:cubicBezTo>
                  <a:pt x="8044013" y="5407529"/>
                  <a:pt x="8044567" y="5408406"/>
                  <a:pt x="8044893" y="5408602"/>
                </a:cubicBezTo>
                <a:cubicBezTo>
                  <a:pt x="8045219" y="5408798"/>
                  <a:pt x="8046277" y="5409035"/>
                  <a:pt x="8048068" y="5409314"/>
                </a:cubicBezTo>
                <a:cubicBezTo>
                  <a:pt x="8051286" y="5409818"/>
                  <a:pt x="8052895" y="5411800"/>
                  <a:pt x="8052895" y="5415260"/>
                </a:cubicBezTo>
                <a:cubicBezTo>
                  <a:pt x="8052895" y="5418742"/>
                  <a:pt x="8051563" y="5422281"/>
                  <a:pt x="8048902" y="5425876"/>
                </a:cubicBezTo>
                <a:cubicBezTo>
                  <a:pt x="8046240" y="5429471"/>
                  <a:pt x="8043166" y="5432194"/>
                  <a:pt x="8039679" y="5434047"/>
                </a:cubicBezTo>
                <a:cubicBezTo>
                  <a:pt x="8033930" y="5437571"/>
                  <a:pt x="8028235" y="5439333"/>
                  <a:pt x="8022594" y="5439333"/>
                </a:cubicBezTo>
                <a:cubicBezTo>
                  <a:pt x="8015273" y="5439333"/>
                  <a:pt x="8009434" y="5436762"/>
                  <a:pt x="8005077" y="5431621"/>
                </a:cubicBezTo>
                <a:cubicBezTo>
                  <a:pt x="8004177" y="5430507"/>
                  <a:pt x="8003473" y="5429950"/>
                  <a:pt x="8002964" y="5429950"/>
                </a:cubicBezTo>
                <a:cubicBezTo>
                  <a:pt x="8002176" y="5429950"/>
                  <a:pt x="8001168" y="5430406"/>
                  <a:pt x="7999939" y="5431318"/>
                </a:cubicBezTo>
                <a:cubicBezTo>
                  <a:pt x="7992643" y="5436662"/>
                  <a:pt x="7984713" y="5439333"/>
                  <a:pt x="7976151" y="5439333"/>
                </a:cubicBezTo>
                <a:cubicBezTo>
                  <a:pt x="7967358" y="5439333"/>
                  <a:pt x="7960214" y="5437434"/>
                  <a:pt x="7954720" y="5433635"/>
                </a:cubicBezTo>
                <a:cubicBezTo>
                  <a:pt x="7951079" y="5431094"/>
                  <a:pt x="7948197" y="5427783"/>
                  <a:pt x="7946071" y="5423704"/>
                </a:cubicBezTo>
                <a:cubicBezTo>
                  <a:pt x="7943945" y="5419625"/>
                  <a:pt x="7942882" y="5415342"/>
                  <a:pt x="7942882" y="5410854"/>
                </a:cubicBezTo>
                <a:cubicBezTo>
                  <a:pt x="7942882" y="5403647"/>
                  <a:pt x="7945757" y="5397305"/>
                  <a:pt x="7951506" y="5391830"/>
                </a:cubicBezTo>
                <a:cubicBezTo>
                  <a:pt x="7960249" y="5383422"/>
                  <a:pt x="7973215" y="5379185"/>
                  <a:pt x="7990403" y="5379119"/>
                </a:cubicBezTo>
                <a:cubicBezTo>
                  <a:pt x="7993694" y="5379119"/>
                  <a:pt x="7995598" y="5378921"/>
                  <a:pt x="7996116" y="5378524"/>
                </a:cubicBezTo>
                <a:cubicBezTo>
                  <a:pt x="7996633" y="5378127"/>
                  <a:pt x="7996891" y="5376902"/>
                  <a:pt x="7996891" y="5374848"/>
                </a:cubicBezTo>
                <a:cubicBezTo>
                  <a:pt x="7996891" y="5368411"/>
                  <a:pt x="7996302" y="5363919"/>
                  <a:pt x="7995123" y="5361373"/>
                </a:cubicBezTo>
                <a:cubicBezTo>
                  <a:pt x="7993943" y="5358827"/>
                  <a:pt x="7992183" y="5357554"/>
                  <a:pt x="7989844" y="5357554"/>
                </a:cubicBezTo>
                <a:cubicBezTo>
                  <a:pt x="7988395" y="5357554"/>
                  <a:pt x="7987055" y="5358026"/>
                  <a:pt x="7985824" y="5358969"/>
                </a:cubicBezTo>
                <a:cubicBezTo>
                  <a:pt x="7984592" y="5359912"/>
                  <a:pt x="7982988" y="5361739"/>
                  <a:pt x="7981013" y="5364449"/>
                </a:cubicBezTo>
                <a:cubicBezTo>
                  <a:pt x="7974794" y="5373323"/>
                  <a:pt x="7968226" y="5377760"/>
                  <a:pt x="7961307" y="5377760"/>
                </a:cubicBezTo>
                <a:cubicBezTo>
                  <a:pt x="7957653" y="5377760"/>
                  <a:pt x="7954642" y="5376652"/>
                  <a:pt x="7952275" y="5374437"/>
                </a:cubicBezTo>
                <a:cubicBezTo>
                  <a:pt x="7949907" y="5372222"/>
                  <a:pt x="7948724" y="5369327"/>
                  <a:pt x="7948724" y="5365751"/>
                </a:cubicBezTo>
                <a:cubicBezTo>
                  <a:pt x="7948724" y="5362228"/>
                  <a:pt x="7950065" y="5358794"/>
                  <a:pt x="7952747" y="5355450"/>
                </a:cubicBezTo>
                <a:cubicBezTo>
                  <a:pt x="7955430" y="5352106"/>
                  <a:pt x="7958653" y="5349420"/>
                  <a:pt x="7962418" y="5347392"/>
                </a:cubicBezTo>
                <a:cubicBezTo>
                  <a:pt x="7974972" y="5340709"/>
                  <a:pt x="7987689" y="5337368"/>
                  <a:pt x="8000570" y="5337368"/>
                </a:cubicBezTo>
                <a:close/>
                <a:moveTo>
                  <a:pt x="7794141" y="5337368"/>
                </a:moveTo>
                <a:cubicBezTo>
                  <a:pt x="7802775" y="5337368"/>
                  <a:pt x="7810470" y="5340339"/>
                  <a:pt x="7817224" y="5346283"/>
                </a:cubicBezTo>
                <a:cubicBezTo>
                  <a:pt x="7822330" y="5350785"/>
                  <a:pt x="7826278" y="5356424"/>
                  <a:pt x="7829070" y="5363199"/>
                </a:cubicBezTo>
                <a:cubicBezTo>
                  <a:pt x="7831985" y="5370290"/>
                  <a:pt x="7833443" y="5377717"/>
                  <a:pt x="7833443" y="5385478"/>
                </a:cubicBezTo>
                <a:cubicBezTo>
                  <a:pt x="7833443" y="5402113"/>
                  <a:pt x="7826852" y="5416010"/>
                  <a:pt x="7813672" y="5427172"/>
                </a:cubicBezTo>
                <a:cubicBezTo>
                  <a:pt x="7806832" y="5435280"/>
                  <a:pt x="7797800" y="5439333"/>
                  <a:pt x="7786576" y="5439333"/>
                </a:cubicBezTo>
                <a:cubicBezTo>
                  <a:pt x="7780849" y="5439333"/>
                  <a:pt x="7774998" y="5438006"/>
                  <a:pt x="7769025" y="5435350"/>
                </a:cubicBezTo>
                <a:cubicBezTo>
                  <a:pt x="7768105" y="5434941"/>
                  <a:pt x="7767444" y="5434737"/>
                  <a:pt x="7767041" y="5434737"/>
                </a:cubicBezTo>
                <a:cubicBezTo>
                  <a:pt x="7766493" y="5434737"/>
                  <a:pt x="7766218" y="5436001"/>
                  <a:pt x="7766218" y="5438529"/>
                </a:cubicBezTo>
                <a:cubicBezTo>
                  <a:pt x="7766218" y="5442903"/>
                  <a:pt x="7767600" y="5446003"/>
                  <a:pt x="7770365" y="5447829"/>
                </a:cubicBezTo>
                <a:cubicBezTo>
                  <a:pt x="7773675" y="5450058"/>
                  <a:pt x="7775743" y="5451672"/>
                  <a:pt x="7776568" y="5452672"/>
                </a:cubicBezTo>
                <a:cubicBezTo>
                  <a:pt x="7777393" y="5453672"/>
                  <a:pt x="7777806" y="5455246"/>
                  <a:pt x="7777806" y="5457394"/>
                </a:cubicBezTo>
                <a:cubicBezTo>
                  <a:pt x="7777806" y="5462021"/>
                  <a:pt x="7775407" y="5465499"/>
                  <a:pt x="7770609" y="5467827"/>
                </a:cubicBezTo>
                <a:cubicBezTo>
                  <a:pt x="7765811" y="5470154"/>
                  <a:pt x="7759354" y="5471318"/>
                  <a:pt x="7751240" y="5471318"/>
                </a:cubicBezTo>
                <a:cubicBezTo>
                  <a:pt x="7737022" y="5471318"/>
                  <a:pt x="7724241" y="5467657"/>
                  <a:pt x="7712898" y="5460334"/>
                </a:cubicBezTo>
                <a:cubicBezTo>
                  <a:pt x="7707599" y="5458784"/>
                  <a:pt x="7704950" y="5455538"/>
                  <a:pt x="7704950" y="5450596"/>
                </a:cubicBezTo>
                <a:cubicBezTo>
                  <a:pt x="7704950" y="5448219"/>
                  <a:pt x="7705463" y="5446394"/>
                  <a:pt x="7706492" y="5445119"/>
                </a:cubicBezTo>
                <a:cubicBezTo>
                  <a:pt x="7707519" y="5443845"/>
                  <a:pt x="7709852" y="5442529"/>
                  <a:pt x="7713486" y="5441172"/>
                </a:cubicBezTo>
                <a:cubicBezTo>
                  <a:pt x="7715153" y="5440043"/>
                  <a:pt x="7716318" y="5437661"/>
                  <a:pt x="7716982" y="5434025"/>
                </a:cubicBezTo>
                <a:cubicBezTo>
                  <a:pt x="7717644" y="5430389"/>
                  <a:pt x="7718166" y="5419100"/>
                  <a:pt x="7718547" y="5400158"/>
                </a:cubicBezTo>
                <a:cubicBezTo>
                  <a:pt x="7718108" y="5384758"/>
                  <a:pt x="7717534" y="5375985"/>
                  <a:pt x="7716824" y="5373839"/>
                </a:cubicBezTo>
                <a:cubicBezTo>
                  <a:pt x="7716858" y="5374119"/>
                  <a:pt x="7716785" y="5374222"/>
                  <a:pt x="7716604" y="5374149"/>
                </a:cubicBezTo>
                <a:cubicBezTo>
                  <a:pt x="7716422" y="5374076"/>
                  <a:pt x="7715077" y="5373800"/>
                  <a:pt x="7712570" y="5373323"/>
                </a:cubicBezTo>
                <a:cubicBezTo>
                  <a:pt x="7710063" y="5372853"/>
                  <a:pt x="7708023" y="5371694"/>
                  <a:pt x="7706449" y="5369845"/>
                </a:cubicBezTo>
                <a:cubicBezTo>
                  <a:pt x="7704874" y="5367995"/>
                  <a:pt x="7704088" y="5365769"/>
                  <a:pt x="7704088" y="5363166"/>
                </a:cubicBezTo>
                <a:cubicBezTo>
                  <a:pt x="7704088" y="5360092"/>
                  <a:pt x="7705106" y="5357446"/>
                  <a:pt x="7707142" y="5355228"/>
                </a:cubicBezTo>
                <a:cubicBezTo>
                  <a:pt x="7709178" y="5353009"/>
                  <a:pt x="7712334" y="5350915"/>
                  <a:pt x="7716612" y="5348946"/>
                </a:cubicBezTo>
                <a:cubicBezTo>
                  <a:pt x="7732466" y="5341762"/>
                  <a:pt x="7745843" y="5338094"/>
                  <a:pt x="7756738" y="5337943"/>
                </a:cubicBezTo>
                <a:cubicBezTo>
                  <a:pt x="7759685" y="5337943"/>
                  <a:pt x="7761874" y="5338443"/>
                  <a:pt x="7763306" y="5339445"/>
                </a:cubicBezTo>
                <a:cubicBezTo>
                  <a:pt x="7764737" y="5340446"/>
                  <a:pt x="7765452" y="5342607"/>
                  <a:pt x="7765452" y="5345929"/>
                </a:cubicBezTo>
                <a:cubicBezTo>
                  <a:pt x="7765452" y="5346989"/>
                  <a:pt x="7765534" y="5347519"/>
                  <a:pt x="7765700" y="5347519"/>
                </a:cubicBezTo>
                <a:cubicBezTo>
                  <a:pt x="7765941" y="5347519"/>
                  <a:pt x="7767714" y="5346418"/>
                  <a:pt x="7771018" y="5344215"/>
                </a:cubicBezTo>
                <a:cubicBezTo>
                  <a:pt x="7773924" y="5342255"/>
                  <a:pt x="7777599" y="5340623"/>
                  <a:pt x="7782042" y="5339321"/>
                </a:cubicBezTo>
                <a:cubicBezTo>
                  <a:pt x="7786484" y="5338019"/>
                  <a:pt x="7790517" y="5337368"/>
                  <a:pt x="7794141" y="5337368"/>
                </a:cubicBezTo>
                <a:close/>
                <a:moveTo>
                  <a:pt x="7651266" y="5337368"/>
                </a:moveTo>
                <a:cubicBezTo>
                  <a:pt x="7659900" y="5337368"/>
                  <a:pt x="7667594" y="5340339"/>
                  <a:pt x="7674349" y="5346283"/>
                </a:cubicBezTo>
                <a:cubicBezTo>
                  <a:pt x="7679455" y="5350785"/>
                  <a:pt x="7683404" y="5356424"/>
                  <a:pt x="7686195" y="5363199"/>
                </a:cubicBezTo>
                <a:cubicBezTo>
                  <a:pt x="7689110" y="5370290"/>
                  <a:pt x="7690568" y="5377717"/>
                  <a:pt x="7690568" y="5385478"/>
                </a:cubicBezTo>
                <a:cubicBezTo>
                  <a:pt x="7690568" y="5402113"/>
                  <a:pt x="7683978" y="5416010"/>
                  <a:pt x="7670796" y="5427172"/>
                </a:cubicBezTo>
                <a:cubicBezTo>
                  <a:pt x="7663956" y="5435280"/>
                  <a:pt x="7654924" y="5439333"/>
                  <a:pt x="7643701" y="5439333"/>
                </a:cubicBezTo>
                <a:cubicBezTo>
                  <a:pt x="7637974" y="5439333"/>
                  <a:pt x="7632123" y="5438006"/>
                  <a:pt x="7626150" y="5435350"/>
                </a:cubicBezTo>
                <a:cubicBezTo>
                  <a:pt x="7625230" y="5434941"/>
                  <a:pt x="7624569" y="5434737"/>
                  <a:pt x="7624166" y="5434737"/>
                </a:cubicBezTo>
                <a:cubicBezTo>
                  <a:pt x="7623617" y="5434737"/>
                  <a:pt x="7623343" y="5436001"/>
                  <a:pt x="7623343" y="5438529"/>
                </a:cubicBezTo>
                <a:cubicBezTo>
                  <a:pt x="7623343" y="5442903"/>
                  <a:pt x="7624725" y="5446003"/>
                  <a:pt x="7627489" y="5447829"/>
                </a:cubicBezTo>
                <a:cubicBezTo>
                  <a:pt x="7630800" y="5450058"/>
                  <a:pt x="7632868" y="5451672"/>
                  <a:pt x="7633693" y="5452672"/>
                </a:cubicBezTo>
                <a:cubicBezTo>
                  <a:pt x="7634518" y="5453672"/>
                  <a:pt x="7634931" y="5455246"/>
                  <a:pt x="7634931" y="5457394"/>
                </a:cubicBezTo>
                <a:cubicBezTo>
                  <a:pt x="7634931" y="5462021"/>
                  <a:pt x="7632532" y="5465499"/>
                  <a:pt x="7627734" y="5467827"/>
                </a:cubicBezTo>
                <a:cubicBezTo>
                  <a:pt x="7622936" y="5470154"/>
                  <a:pt x="7616480" y="5471318"/>
                  <a:pt x="7608365" y="5471318"/>
                </a:cubicBezTo>
                <a:cubicBezTo>
                  <a:pt x="7594147" y="5471318"/>
                  <a:pt x="7581367" y="5467657"/>
                  <a:pt x="7570023" y="5460334"/>
                </a:cubicBezTo>
                <a:cubicBezTo>
                  <a:pt x="7564724" y="5458784"/>
                  <a:pt x="7562075" y="5455538"/>
                  <a:pt x="7562075" y="5450596"/>
                </a:cubicBezTo>
                <a:cubicBezTo>
                  <a:pt x="7562075" y="5448219"/>
                  <a:pt x="7562589" y="5446394"/>
                  <a:pt x="7563617" y="5445119"/>
                </a:cubicBezTo>
                <a:cubicBezTo>
                  <a:pt x="7564644" y="5443845"/>
                  <a:pt x="7566976" y="5442529"/>
                  <a:pt x="7570611" y="5441172"/>
                </a:cubicBezTo>
                <a:cubicBezTo>
                  <a:pt x="7572278" y="5440043"/>
                  <a:pt x="7573443" y="5437661"/>
                  <a:pt x="7574106" y="5434025"/>
                </a:cubicBezTo>
                <a:cubicBezTo>
                  <a:pt x="7574769" y="5430389"/>
                  <a:pt x="7575291" y="5419100"/>
                  <a:pt x="7575672" y="5400158"/>
                </a:cubicBezTo>
                <a:cubicBezTo>
                  <a:pt x="7575233" y="5384758"/>
                  <a:pt x="7574659" y="5375985"/>
                  <a:pt x="7573949" y="5373839"/>
                </a:cubicBezTo>
                <a:cubicBezTo>
                  <a:pt x="7573983" y="5374119"/>
                  <a:pt x="7573910" y="5374222"/>
                  <a:pt x="7573728" y="5374149"/>
                </a:cubicBezTo>
                <a:cubicBezTo>
                  <a:pt x="7573547" y="5374076"/>
                  <a:pt x="7572202" y="5373800"/>
                  <a:pt x="7569694" y="5373323"/>
                </a:cubicBezTo>
                <a:cubicBezTo>
                  <a:pt x="7567188" y="5372853"/>
                  <a:pt x="7565148" y="5371694"/>
                  <a:pt x="7563574" y="5369845"/>
                </a:cubicBezTo>
                <a:cubicBezTo>
                  <a:pt x="7562000" y="5367995"/>
                  <a:pt x="7561212" y="5365769"/>
                  <a:pt x="7561212" y="5363166"/>
                </a:cubicBezTo>
                <a:cubicBezTo>
                  <a:pt x="7561212" y="5360092"/>
                  <a:pt x="7562230" y="5357446"/>
                  <a:pt x="7564266" y="5355228"/>
                </a:cubicBezTo>
                <a:cubicBezTo>
                  <a:pt x="7566304" y="5353009"/>
                  <a:pt x="7569460" y="5350915"/>
                  <a:pt x="7573737" y="5348946"/>
                </a:cubicBezTo>
                <a:cubicBezTo>
                  <a:pt x="7589592" y="5341762"/>
                  <a:pt x="7602967" y="5338094"/>
                  <a:pt x="7613863" y="5337943"/>
                </a:cubicBezTo>
                <a:cubicBezTo>
                  <a:pt x="7616811" y="5337943"/>
                  <a:pt x="7619000" y="5338443"/>
                  <a:pt x="7620430" y="5339445"/>
                </a:cubicBezTo>
                <a:cubicBezTo>
                  <a:pt x="7621861" y="5340446"/>
                  <a:pt x="7622577" y="5342607"/>
                  <a:pt x="7622577" y="5345929"/>
                </a:cubicBezTo>
                <a:cubicBezTo>
                  <a:pt x="7622577" y="5346989"/>
                  <a:pt x="7622659" y="5347519"/>
                  <a:pt x="7622825" y="5347519"/>
                </a:cubicBezTo>
                <a:cubicBezTo>
                  <a:pt x="7623066" y="5347519"/>
                  <a:pt x="7624840" y="5346418"/>
                  <a:pt x="7628143" y="5344215"/>
                </a:cubicBezTo>
                <a:cubicBezTo>
                  <a:pt x="7631049" y="5342255"/>
                  <a:pt x="7634724" y="5340623"/>
                  <a:pt x="7639166" y="5339321"/>
                </a:cubicBezTo>
                <a:cubicBezTo>
                  <a:pt x="7643609" y="5338019"/>
                  <a:pt x="7647642" y="5337368"/>
                  <a:pt x="7651266" y="5337368"/>
                </a:cubicBezTo>
                <a:close/>
                <a:moveTo>
                  <a:pt x="7495744" y="5337368"/>
                </a:moveTo>
                <a:cubicBezTo>
                  <a:pt x="7507278" y="5337368"/>
                  <a:pt x="7517090" y="5340309"/>
                  <a:pt x="7525179" y="5346191"/>
                </a:cubicBezTo>
                <a:cubicBezTo>
                  <a:pt x="7529579" y="5349422"/>
                  <a:pt x="7532659" y="5353125"/>
                  <a:pt x="7534418" y="5357300"/>
                </a:cubicBezTo>
                <a:cubicBezTo>
                  <a:pt x="7536177" y="5361474"/>
                  <a:pt x="7537056" y="5366385"/>
                  <a:pt x="7537056" y="5372034"/>
                </a:cubicBezTo>
                <a:lnTo>
                  <a:pt x="7536865" y="5386301"/>
                </a:lnTo>
                <a:cubicBezTo>
                  <a:pt x="7536865" y="5397262"/>
                  <a:pt x="7537380" y="5403818"/>
                  <a:pt x="7538406" y="5405969"/>
                </a:cubicBezTo>
                <a:cubicBezTo>
                  <a:pt x="7539188" y="5407529"/>
                  <a:pt x="7539742" y="5408406"/>
                  <a:pt x="7540068" y="5408602"/>
                </a:cubicBezTo>
                <a:cubicBezTo>
                  <a:pt x="7540395" y="5408798"/>
                  <a:pt x="7541453" y="5409035"/>
                  <a:pt x="7543243" y="5409314"/>
                </a:cubicBezTo>
                <a:cubicBezTo>
                  <a:pt x="7546461" y="5409818"/>
                  <a:pt x="7548070" y="5411800"/>
                  <a:pt x="7548070" y="5415260"/>
                </a:cubicBezTo>
                <a:cubicBezTo>
                  <a:pt x="7548070" y="5418742"/>
                  <a:pt x="7546739" y="5422281"/>
                  <a:pt x="7544077" y="5425876"/>
                </a:cubicBezTo>
                <a:cubicBezTo>
                  <a:pt x="7541416" y="5429471"/>
                  <a:pt x="7538341" y="5432194"/>
                  <a:pt x="7534854" y="5434047"/>
                </a:cubicBezTo>
                <a:cubicBezTo>
                  <a:pt x="7529105" y="5437571"/>
                  <a:pt x="7523410" y="5439333"/>
                  <a:pt x="7517768" y="5439333"/>
                </a:cubicBezTo>
                <a:cubicBezTo>
                  <a:pt x="7510448" y="5439333"/>
                  <a:pt x="7504610" y="5436762"/>
                  <a:pt x="7500252" y="5431621"/>
                </a:cubicBezTo>
                <a:cubicBezTo>
                  <a:pt x="7499353" y="5430507"/>
                  <a:pt x="7498648" y="5429950"/>
                  <a:pt x="7498139" y="5429950"/>
                </a:cubicBezTo>
                <a:cubicBezTo>
                  <a:pt x="7497351" y="5429950"/>
                  <a:pt x="7496343" y="5430406"/>
                  <a:pt x="7495114" y="5431318"/>
                </a:cubicBezTo>
                <a:cubicBezTo>
                  <a:pt x="7487818" y="5436662"/>
                  <a:pt x="7479889" y="5439333"/>
                  <a:pt x="7471325" y="5439333"/>
                </a:cubicBezTo>
                <a:cubicBezTo>
                  <a:pt x="7462532" y="5439333"/>
                  <a:pt x="7455388" y="5437434"/>
                  <a:pt x="7449894" y="5433635"/>
                </a:cubicBezTo>
                <a:cubicBezTo>
                  <a:pt x="7446255" y="5431094"/>
                  <a:pt x="7443372" y="5427783"/>
                  <a:pt x="7441246" y="5423704"/>
                </a:cubicBezTo>
                <a:cubicBezTo>
                  <a:pt x="7439120" y="5419625"/>
                  <a:pt x="7438057" y="5415342"/>
                  <a:pt x="7438057" y="5410854"/>
                </a:cubicBezTo>
                <a:cubicBezTo>
                  <a:pt x="7438057" y="5403647"/>
                  <a:pt x="7440932" y="5397305"/>
                  <a:pt x="7446681" y="5391830"/>
                </a:cubicBezTo>
                <a:cubicBezTo>
                  <a:pt x="7455424" y="5383422"/>
                  <a:pt x="7468390" y="5379185"/>
                  <a:pt x="7485577" y="5379119"/>
                </a:cubicBezTo>
                <a:cubicBezTo>
                  <a:pt x="7488869" y="5379119"/>
                  <a:pt x="7490773" y="5378921"/>
                  <a:pt x="7491290" y="5378524"/>
                </a:cubicBezTo>
                <a:cubicBezTo>
                  <a:pt x="7491808" y="5378127"/>
                  <a:pt x="7492066" y="5376902"/>
                  <a:pt x="7492066" y="5374848"/>
                </a:cubicBezTo>
                <a:cubicBezTo>
                  <a:pt x="7492066" y="5368411"/>
                  <a:pt x="7491477" y="5363919"/>
                  <a:pt x="7490297" y="5361373"/>
                </a:cubicBezTo>
                <a:cubicBezTo>
                  <a:pt x="7489119" y="5358827"/>
                  <a:pt x="7487359" y="5357554"/>
                  <a:pt x="7485019" y="5357554"/>
                </a:cubicBezTo>
                <a:cubicBezTo>
                  <a:pt x="7483570" y="5357554"/>
                  <a:pt x="7482230" y="5358026"/>
                  <a:pt x="7480998" y="5358969"/>
                </a:cubicBezTo>
                <a:cubicBezTo>
                  <a:pt x="7479767" y="5359912"/>
                  <a:pt x="7478164" y="5361739"/>
                  <a:pt x="7476188" y="5364449"/>
                </a:cubicBezTo>
                <a:cubicBezTo>
                  <a:pt x="7469969" y="5373323"/>
                  <a:pt x="7463401" y="5377760"/>
                  <a:pt x="7456481" y="5377760"/>
                </a:cubicBezTo>
                <a:cubicBezTo>
                  <a:pt x="7452828" y="5377760"/>
                  <a:pt x="7449818" y="5376652"/>
                  <a:pt x="7447450" y="5374437"/>
                </a:cubicBezTo>
                <a:cubicBezTo>
                  <a:pt x="7445083" y="5372222"/>
                  <a:pt x="7443899" y="5369327"/>
                  <a:pt x="7443899" y="5365751"/>
                </a:cubicBezTo>
                <a:cubicBezTo>
                  <a:pt x="7443899" y="5362228"/>
                  <a:pt x="7445240" y="5358794"/>
                  <a:pt x="7447922" y="5355450"/>
                </a:cubicBezTo>
                <a:cubicBezTo>
                  <a:pt x="7450605" y="5352106"/>
                  <a:pt x="7453828" y="5349420"/>
                  <a:pt x="7457592" y="5347392"/>
                </a:cubicBezTo>
                <a:cubicBezTo>
                  <a:pt x="7470147" y="5340709"/>
                  <a:pt x="7482864" y="5337368"/>
                  <a:pt x="7495744" y="5337368"/>
                </a:cubicBezTo>
                <a:close/>
                <a:moveTo>
                  <a:pt x="6918122" y="5337368"/>
                </a:moveTo>
                <a:cubicBezTo>
                  <a:pt x="6921722" y="5337368"/>
                  <a:pt x="6925374" y="5339716"/>
                  <a:pt x="6929079" y="5344412"/>
                </a:cubicBezTo>
                <a:cubicBezTo>
                  <a:pt x="6931315" y="5347134"/>
                  <a:pt x="6933246" y="5350394"/>
                  <a:pt x="6934874" y="5354190"/>
                </a:cubicBezTo>
                <a:cubicBezTo>
                  <a:pt x="6936500" y="5357987"/>
                  <a:pt x="6937313" y="5361297"/>
                  <a:pt x="6937313" y="5364123"/>
                </a:cubicBezTo>
                <a:cubicBezTo>
                  <a:pt x="6937313" y="5367208"/>
                  <a:pt x="6936216" y="5369790"/>
                  <a:pt x="6934022" y="5371867"/>
                </a:cubicBezTo>
                <a:cubicBezTo>
                  <a:pt x="6931827" y="5373944"/>
                  <a:pt x="6929113" y="5374982"/>
                  <a:pt x="6925879" y="5374982"/>
                </a:cubicBezTo>
                <a:cubicBezTo>
                  <a:pt x="6923249" y="5374982"/>
                  <a:pt x="6920944" y="5374371"/>
                  <a:pt x="6918965" y="5373148"/>
                </a:cubicBezTo>
                <a:cubicBezTo>
                  <a:pt x="6916986" y="5371925"/>
                  <a:pt x="6914596" y="5369600"/>
                  <a:pt x="6911796" y="5366172"/>
                </a:cubicBezTo>
                <a:cubicBezTo>
                  <a:pt x="6906921" y="5362214"/>
                  <a:pt x="6903411" y="5360236"/>
                  <a:pt x="6901267" y="5360236"/>
                </a:cubicBezTo>
                <a:cubicBezTo>
                  <a:pt x="6900075" y="5360236"/>
                  <a:pt x="6899018" y="5360697"/>
                  <a:pt x="6898095" y="5361619"/>
                </a:cubicBezTo>
                <a:cubicBezTo>
                  <a:pt x="6897172" y="5362541"/>
                  <a:pt x="6896711" y="5363631"/>
                  <a:pt x="6896711" y="5364889"/>
                </a:cubicBezTo>
                <a:cubicBezTo>
                  <a:pt x="6896711" y="5367208"/>
                  <a:pt x="6899305" y="5369555"/>
                  <a:pt x="6904495" y="5371928"/>
                </a:cubicBezTo>
                <a:cubicBezTo>
                  <a:pt x="6915541" y="5376895"/>
                  <a:pt x="6924011" y="5382327"/>
                  <a:pt x="6929906" y="5388222"/>
                </a:cubicBezTo>
                <a:cubicBezTo>
                  <a:pt x="6935164" y="5393480"/>
                  <a:pt x="6937793" y="5399875"/>
                  <a:pt x="6937793" y="5407406"/>
                </a:cubicBezTo>
                <a:cubicBezTo>
                  <a:pt x="6937793" y="5416896"/>
                  <a:pt x="6933899" y="5424142"/>
                  <a:pt x="6926111" y="5429145"/>
                </a:cubicBezTo>
                <a:cubicBezTo>
                  <a:pt x="6918530" y="5435937"/>
                  <a:pt x="6909642" y="5439333"/>
                  <a:pt x="6899448" y="5439333"/>
                </a:cubicBezTo>
                <a:cubicBezTo>
                  <a:pt x="6896776" y="5439333"/>
                  <a:pt x="6892042" y="5438905"/>
                  <a:pt x="6885249" y="5438047"/>
                </a:cubicBezTo>
                <a:cubicBezTo>
                  <a:pt x="6879296" y="5437372"/>
                  <a:pt x="6876017" y="5437035"/>
                  <a:pt x="6875413" y="5437035"/>
                </a:cubicBezTo>
                <a:cubicBezTo>
                  <a:pt x="6874818" y="5437035"/>
                  <a:pt x="6874091" y="5437111"/>
                  <a:pt x="6873232" y="5437263"/>
                </a:cubicBezTo>
                <a:cubicBezTo>
                  <a:pt x="6871088" y="5437558"/>
                  <a:pt x="6869517" y="5437705"/>
                  <a:pt x="6868518" y="5437705"/>
                </a:cubicBezTo>
                <a:cubicBezTo>
                  <a:pt x="6865008" y="5437705"/>
                  <a:pt x="6862208" y="5436776"/>
                  <a:pt x="6860119" y="5434918"/>
                </a:cubicBezTo>
                <a:cubicBezTo>
                  <a:pt x="6857287" y="5432364"/>
                  <a:pt x="6854701" y="5428427"/>
                  <a:pt x="6852360" y="5423109"/>
                </a:cubicBezTo>
                <a:cubicBezTo>
                  <a:pt x="6850019" y="5417791"/>
                  <a:pt x="6848849" y="5413163"/>
                  <a:pt x="6848849" y="5409227"/>
                </a:cubicBezTo>
                <a:cubicBezTo>
                  <a:pt x="6848849" y="5402052"/>
                  <a:pt x="6851798" y="5398464"/>
                  <a:pt x="6857697" y="5398464"/>
                </a:cubicBezTo>
                <a:cubicBezTo>
                  <a:pt x="6859955" y="5398464"/>
                  <a:pt x="6861941" y="5399137"/>
                  <a:pt x="6863653" y="5400485"/>
                </a:cubicBezTo>
                <a:cubicBezTo>
                  <a:pt x="6865366" y="5401833"/>
                  <a:pt x="6868659" y="5405107"/>
                  <a:pt x="6873534" y="5410308"/>
                </a:cubicBezTo>
                <a:cubicBezTo>
                  <a:pt x="6876035" y="5412991"/>
                  <a:pt x="6878023" y="5414785"/>
                  <a:pt x="6879501" y="5415687"/>
                </a:cubicBezTo>
                <a:cubicBezTo>
                  <a:pt x="6880977" y="5416589"/>
                  <a:pt x="6882519" y="5417041"/>
                  <a:pt x="6884127" y="5417041"/>
                </a:cubicBezTo>
                <a:cubicBezTo>
                  <a:pt x="6885731" y="5417041"/>
                  <a:pt x="6886972" y="5416657"/>
                  <a:pt x="6887849" y="5415889"/>
                </a:cubicBezTo>
                <a:cubicBezTo>
                  <a:pt x="6888726" y="5415122"/>
                  <a:pt x="6889165" y="5414114"/>
                  <a:pt x="6889165" y="5412865"/>
                </a:cubicBezTo>
                <a:cubicBezTo>
                  <a:pt x="6889165" y="5410820"/>
                  <a:pt x="6886706" y="5408553"/>
                  <a:pt x="6881791" y="5406064"/>
                </a:cubicBezTo>
                <a:cubicBezTo>
                  <a:pt x="6872001" y="5401391"/>
                  <a:pt x="6864702" y="5396229"/>
                  <a:pt x="6859893" y="5390579"/>
                </a:cubicBezTo>
                <a:cubicBezTo>
                  <a:pt x="6855084" y="5384929"/>
                  <a:pt x="6852679" y="5378345"/>
                  <a:pt x="6852679" y="5370827"/>
                </a:cubicBezTo>
                <a:cubicBezTo>
                  <a:pt x="6852679" y="5362755"/>
                  <a:pt x="6855162" y="5355794"/>
                  <a:pt x="6860128" y="5349944"/>
                </a:cubicBezTo>
                <a:cubicBezTo>
                  <a:pt x="6867163" y="5341624"/>
                  <a:pt x="6876727" y="5337464"/>
                  <a:pt x="6888819" y="5337464"/>
                </a:cubicBezTo>
                <a:cubicBezTo>
                  <a:pt x="6892058" y="5337464"/>
                  <a:pt x="6897074" y="5338166"/>
                  <a:pt x="6903868" y="5339570"/>
                </a:cubicBezTo>
                <a:cubicBezTo>
                  <a:pt x="6905809" y="5339825"/>
                  <a:pt x="6907209" y="5339953"/>
                  <a:pt x="6908066" y="5339953"/>
                </a:cubicBezTo>
                <a:cubicBezTo>
                  <a:pt x="6908906" y="5339953"/>
                  <a:pt x="6911041" y="5339378"/>
                  <a:pt x="6914473" y="5338230"/>
                </a:cubicBezTo>
                <a:cubicBezTo>
                  <a:pt x="6915655" y="5337655"/>
                  <a:pt x="6916871" y="5337368"/>
                  <a:pt x="6918122" y="5337368"/>
                </a:cubicBezTo>
                <a:close/>
                <a:moveTo>
                  <a:pt x="6476569" y="5337368"/>
                </a:moveTo>
                <a:cubicBezTo>
                  <a:pt x="6488103" y="5337368"/>
                  <a:pt x="6497915" y="5340309"/>
                  <a:pt x="6506004" y="5346191"/>
                </a:cubicBezTo>
                <a:cubicBezTo>
                  <a:pt x="6510404" y="5349422"/>
                  <a:pt x="6513484" y="5353125"/>
                  <a:pt x="6515243" y="5357300"/>
                </a:cubicBezTo>
                <a:cubicBezTo>
                  <a:pt x="6517002" y="5361474"/>
                  <a:pt x="6517882" y="5366385"/>
                  <a:pt x="6517882" y="5372034"/>
                </a:cubicBezTo>
                <a:lnTo>
                  <a:pt x="6517690" y="5386301"/>
                </a:lnTo>
                <a:cubicBezTo>
                  <a:pt x="6517690" y="5397262"/>
                  <a:pt x="6518204" y="5403818"/>
                  <a:pt x="6519232" y="5405969"/>
                </a:cubicBezTo>
                <a:cubicBezTo>
                  <a:pt x="6520013" y="5407529"/>
                  <a:pt x="6520567" y="5408406"/>
                  <a:pt x="6520893" y="5408602"/>
                </a:cubicBezTo>
                <a:cubicBezTo>
                  <a:pt x="6521219" y="5408798"/>
                  <a:pt x="6522277" y="5409035"/>
                  <a:pt x="6524068" y="5409314"/>
                </a:cubicBezTo>
                <a:cubicBezTo>
                  <a:pt x="6527286" y="5409818"/>
                  <a:pt x="6528895" y="5411800"/>
                  <a:pt x="6528895" y="5415260"/>
                </a:cubicBezTo>
                <a:cubicBezTo>
                  <a:pt x="6528895" y="5418742"/>
                  <a:pt x="6527564" y="5422281"/>
                  <a:pt x="6524902" y="5425876"/>
                </a:cubicBezTo>
                <a:cubicBezTo>
                  <a:pt x="6522240" y="5429471"/>
                  <a:pt x="6519166" y="5432194"/>
                  <a:pt x="6515679" y="5434047"/>
                </a:cubicBezTo>
                <a:cubicBezTo>
                  <a:pt x="6509930" y="5437571"/>
                  <a:pt x="6504235" y="5439333"/>
                  <a:pt x="6498593" y="5439333"/>
                </a:cubicBezTo>
                <a:cubicBezTo>
                  <a:pt x="6491273" y="5439333"/>
                  <a:pt x="6485435" y="5436762"/>
                  <a:pt x="6481077" y="5431621"/>
                </a:cubicBezTo>
                <a:cubicBezTo>
                  <a:pt x="6480178" y="5430507"/>
                  <a:pt x="6479473" y="5429950"/>
                  <a:pt x="6478964" y="5429950"/>
                </a:cubicBezTo>
                <a:cubicBezTo>
                  <a:pt x="6478176" y="5429950"/>
                  <a:pt x="6477168" y="5430406"/>
                  <a:pt x="6475939" y="5431318"/>
                </a:cubicBezTo>
                <a:cubicBezTo>
                  <a:pt x="6468643" y="5436662"/>
                  <a:pt x="6460714" y="5439333"/>
                  <a:pt x="6452151" y="5439333"/>
                </a:cubicBezTo>
                <a:cubicBezTo>
                  <a:pt x="6443357" y="5439333"/>
                  <a:pt x="6436214" y="5437434"/>
                  <a:pt x="6430720" y="5433635"/>
                </a:cubicBezTo>
                <a:cubicBezTo>
                  <a:pt x="6427079" y="5431094"/>
                  <a:pt x="6424197" y="5427783"/>
                  <a:pt x="6422071" y="5423704"/>
                </a:cubicBezTo>
                <a:cubicBezTo>
                  <a:pt x="6419945" y="5419625"/>
                  <a:pt x="6418882" y="5415342"/>
                  <a:pt x="6418882" y="5410854"/>
                </a:cubicBezTo>
                <a:cubicBezTo>
                  <a:pt x="6418882" y="5403647"/>
                  <a:pt x="6421757" y="5397305"/>
                  <a:pt x="6427506" y="5391830"/>
                </a:cubicBezTo>
                <a:cubicBezTo>
                  <a:pt x="6436249" y="5383422"/>
                  <a:pt x="6449215" y="5379185"/>
                  <a:pt x="6466402" y="5379119"/>
                </a:cubicBezTo>
                <a:cubicBezTo>
                  <a:pt x="6469694" y="5379119"/>
                  <a:pt x="6471598" y="5378921"/>
                  <a:pt x="6472115" y="5378524"/>
                </a:cubicBezTo>
                <a:cubicBezTo>
                  <a:pt x="6472633" y="5378127"/>
                  <a:pt x="6472891" y="5376902"/>
                  <a:pt x="6472891" y="5374848"/>
                </a:cubicBezTo>
                <a:cubicBezTo>
                  <a:pt x="6472891" y="5368411"/>
                  <a:pt x="6472302" y="5363919"/>
                  <a:pt x="6471123" y="5361373"/>
                </a:cubicBezTo>
                <a:cubicBezTo>
                  <a:pt x="6469944" y="5358827"/>
                  <a:pt x="6468184" y="5357554"/>
                  <a:pt x="6465844" y="5357554"/>
                </a:cubicBezTo>
                <a:cubicBezTo>
                  <a:pt x="6464395" y="5357554"/>
                  <a:pt x="6463055" y="5358026"/>
                  <a:pt x="6461823" y="5358969"/>
                </a:cubicBezTo>
                <a:cubicBezTo>
                  <a:pt x="6460592" y="5359912"/>
                  <a:pt x="6458988" y="5361739"/>
                  <a:pt x="6457013" y="5364449"/>
                </a:cubicBezTo>
                <a:cubicBezTo>
                  <a:pt x="6450794" y="5373323"/>
                  <a:pt x="6444226" y="5377760"/>
                  <a:pt x="6437306" y="5377760"/>
                </a:cubicBezTo>
                <a:cubicBezTo>
                  <a:pt x="6433653" y="5377760"/>
                  <a:pt x="6430643" y="5376652"/>
                  <a:pt x="6428275" y="5374437"/>
                </a:cubicBezTo>
                <a:cubicBezTo>
                  <a:pt x="6425907" y="5372222"/>
                  <a:pt x="6424724" y="5369327"/>
                  <a:pt x="6424724" y="5365751"/>
                </a:cubicBezTo>
                <a:cubicBezTo>
                  <a:pt x="6424724" y="5362228"/>
                  <a:pt x="6426065" y="5358794"/>
                  <a:pt x="6428747" y="5355450"/>
                </a:cubicBezTo>
                <a:cubicBezTo>
                  <a:pt x="6431430" y="5352106"/>
                  <a:pt x="6434653" y="5349420"/>
                  <a:pt x="6438417" y="5347392"/>
                </a:cubicBezTo>
                <a:cubicBezTo>
                  <a:pt x="6450972" y="5340709"/>
                  <a:pt x="6463689" y="5337368"/>
                  <a:pt x="6476569" y="5337368"/>
                </a:cubicBezTo>
                <a:close/>
                <a:moveTo>
                  <a:pt x="5441747" y="5337368"/>
                </a:moveTo>
                <a:cubicBezTo>
                  <a:pt x="5445348" y="5337368"/>
                  <a:pt x="5449000" y="5339716"/>
                  <a:pt x="5452704" y="5344412"/>
                </a:cubicBezTo>
                <a:cubicBezTo>
                  <a:pt x="5454940" y="5347134"/>
                  <a:pt x="5456871" y="5350394"/>
                  <a:pt x="5458498" y="5354190"/>
                </a:cubicBezTo>
                <a:cubicBezTo>
                  <a:pt x="5460125" y="5357987"/>
                  <a:pt x="5460938" y="5361297"/>
                  <a:pt x="5460938" y="5364123"/>
                </a:cubicBezTo>
                <a:cubicBezTo>
                  <a:pt x="5460938" y="5367208"/>
                  <a:pt x="5459841" y="5369790"/>
                  <a:pt x="5457647" y="5371867"/>
                </a:cubicBezTo>
                <a:cubicBezTo>
                  <a:pt x="5455453" y="5373944"/>
                  <a:pt x="5452738" y="5374982"/>
                  <a:pt x="5449504" y="5374982"/>
                </a:cubicBezTo>
                <a:cubicBezTo>
                  <a:pt x="5446874" y="5374982"/>
                  <a:pt x="5444569" y="5374371"/>
                  <a:pt x="5442590" y="5373148"/>
                </a:cubicBezTo>
                <a:cubicBezTo>
                  <a:pt x="5440611" y="5371925"/>
                  <a:pt x="5438221" y="5369600"/>
                  <a:pt x="5435421" y="5366172"/>
                </a:cubicBezTo>
                <a:cubicBezTo>
                  <a:pt x="5430547" y="5362214"/>
                  <a:pt x="5427037" y="5360236"/>
                  <a:pt x="5424893" y="5360236"/>
                </a:cubicBezTo>
                <a:cubicBezTo>
                  <a:pt x="5423701" y="5360236"/>
                  <a:pt x="5422643" y="5360697"/>
                  <a:pt x="5421721" y="5361619"/>
                </a:cubicBezTo>
                <a:cubicBezTo>
                  <a:pt x="5420797" y="5362541"/>
                  <a:pt x="5420336" y="5363631"/>
                  <a:pt x="5420336" y="5364889"/>
                </a:cubicBezTo>
                <a:cubicBezTo>
                  <a:pt x="5420336" y="5367208"/>
                  <a:pt x="5422931" y="5369555"/>
                  <a:pt x="5428120" y="5371928"/>
                </a:cubicBezTo>
                <a:cubicBezTo>
                  <a:pt x="5439166" y="5376895"/>
                  <a:pt x="5447636" y="5382327"/>
                  <a:pt x="5453531" y="5388222"/>
                </a:cubicBezTo>
                <a:cubicBezTo>
                  <a:pt x="5458789" y="5393480"/>
                  <a:pt x="5461418" y="5399875"/>
                  <a:pt x="5461418" y="5407406"/>
                </a:cubicBezTo>
                <a:cubicBezTo>
                  <a:pt x="5461418" y="5416896"/>
                  <a:pt x="5457524" y="5424142"/>
                  <a:pt x="5449736" y="5429145"/>
                </a:cubicBezTo>
                <a:cubicBezTo>
                  <a:pt x="5442155" y="5435937"/>
                  <a:pt x="5433268" y="5439333"/>
                  <a:pt x="5423074" y="5439333"/>
                </a:cubicBezTo>
                <a:cubicBezTo>
                  <a:pt x="5420401" y="5439333"/>
                  <a:pt x="5415668" y="5438905"/>
                  <a:pt x="5408874" y="5438047"/>
                </a:cubicBezTo>
                <a:cubicBezTo>
                  <a:pt x="5402921" y="5437372"/>
                  <a:pt x="5399643" y="5437035"/>
                  <a:pt x="5399038" y="5437035"/>
                </a:cubicBezTo>
                <a:cubicBezTo>
                  <a:pt x="5398443" y="5437035"/>
                  <a:pt x="5397716" y="5437111"/>
                  <a:pt x="5396857" y="5437263"/>
                </a:cubicBezTo>
                <a:cubicBezTo>
                  <a:pt x="5394713" y="5437558"/>
                  <a:pt x="5393143" y="5437705"/>
                  <a:pt x="5392144" y="5437705"/>
                </a:cubicBezTo>
                <a:cubicBezTo>
                  <a:pt x="5388634" y="5437705"/>
                  <a:pt x="5385834" y="5436776"/>
                  <a:pt x="5383744" y="5434918"/>
                </a:cubicBezTo>
                <a:cubicBezTo>
                  <a:pt x="5380913" y="5432364"/>
                  <a:pt x="5378326" y="5428427"/>
                  <a:pt x="5375986" y="5423109"/>
                </a:cubicBezTo>
                <a:cubicBezTo>
                  <a:pt x="5373644" y="5417791"/>
                  <a:pt x="5372474" y="5413163"/>
                  <a:pt x="5372474" y="5409227"/>
                </a:cubicBezTo>
                <a:cubicBezTo>
                  <a:pt x="5372474" y="5402052"/>
                  <a:pt x="5375424" y="5398464"/>
                  <a:pt x="5381322" y="5398464"/>
                </a:cubicBezTo>
                <a:cubicBezTo>
                  <a:pt x="5383581" y="5398464"/>
                  <a:pt x="5385567" y="5399137"/>
                  <a:pt x="5387278" y="5400485"/>
                </a:cubicBezTo>
                <a:cubicBezTo>
                  <a:pt x="5388991" y="5401833"/>
                  <a:pt x="5392285" y="5405107"/>
                  <a:pt x="5397160" y="5410308"/>
                </a:cubicBezTo>
                <a:cubicBezTo>
                  <a:pt x="5399660" y="5412991"/>
                  <a:pt x="5401649" y="5414785"/>
                  <a:pt x="5403126" y="5415687"/>
                </a:cubicBezTo>
                <a:cubicBezTo>
                  <a:pt x="5404603" y="5416589"/>
                  <a:pt x="5406145" y="5417041"/>
                  <a:pt x="5407752" y="5417041"/>
                </a:cubicBezTo>
                <a:cubicBezTo>
                  <a:pt x="5409357" y="5417041"/>
                  <a:pt x="5410598" y="5416657"/>
                  <a:pt x="5411474" y="5415889"/>
                </a:cubicBezTo>
                <a:cubicBezTo>
                  <a:pt x="5412351" y="5415122"/>
                  <a:pt x="5412790" y="5414114"/>
                  <a:pt x="5412790" y="5412865"/>
                </a:cubicBezTo>
                <a:cubicBezTo>
                  <a:pt x="5412790" y="5410820"/>
                  <a:pt x="5410332" y="5408553"/>
                  <a:pt x="5405416" y="5406064"/>
                </a:cubicBezTo>
                <a:cubicBezTo>
                  <a:pt x="5395626" y="5401391"/>
                  <a:pt x="5388327" y="5396229"/>
                  <a:pt x="5383518" y="5390579"/>
                </a:cubicBezTo>
                <a:cubicBezTo>
                  <a:pt x="5378709" y="5384929"/>
                  <a:pt x="5376305" y="5378345"/>
                  <a:pt x="5376305" y="5370827"/>
                </a:cubicBezTo>
                <a:cubicBezTo>
                  <a:pt x="5376305" y="5362755"/>
                  <a:pt x="5378788" y="5355794"/>
                  <a:pt x="5383753" y="5349944"/>
                </a:cubicBezTo>
                <a:cubicBezTo>
                  <a:pt x="5390788" y="5341624"/>
                  <a:pt x="5400352" y="5337464"/>
                  <a:pt x="5412445" y="5337464"/>
                </a:cubicBezTo>
                <a:cubicBezTo>
                  <a:pt x="5415683" y="5337464"/>
                  <a:pt x="5420700" y="5338166"/>
                  <a:pt x="5427493" y="5339570"/>
                </a:cubicBezTo>
                <a:cubicBezTo>
                  <a:pt x="5429435" y="5339825"/>
                  <a:pt x="5430834" y="5339953"/>
                  <a:pt x="5431691" y="5339953"/>
                </a:cubicBezTo>
                <a:cubicBezTo>
                  <a:pt x="5432531" y="5339953"/>
                  <a:pt x="5434666" y="5339378"/>
                  <a:pt x="5438098" y="5338230"/>
                </a:cubicBezTo>
                <a:cubicBezTo>
                  <a:pt x="5439280" y="5337655"/>
                  <a:pt x="5440497" y="5337368"/>
                  <a:pt x="5441747" y="5337368"/>
                </a:cubicBezTo>
                <a:close/>
                <a:moveTo>
                  <a:pt x="4676344" y="5337368"/>
                </a:moveTo>
                <a:cubicBezTo>
                  <a:pt x="4687879" y="5337368"/>
                  <a:pt x="4697691" y="5340309"/>
                  <a:pt x="4705780" y="5346191"/>
                </a:cubicBezTo>
                <a:cubicBezTo>
                  <a:pt x="4710180" y="5349422"/>
                  <a:pt x="4713259" y="5353125"/>
                  <a:pt x="4715018" y="5357300"/>
                </a:cubicBezTo>
                <a:cubicBezTo>
                  <a:pt x="4716777" y="5361474"/>
                  <a:pt x="4717657" y="5366385"/>
                  <a:pt x="4717657" y="5372034"/>
                </a:cubicBezTo>
                <a:lnTo>
                  <a:pt x="4717466" y="5386301"/>
                </a:lnTo>
                <a:cubicBezTo>
                  <a:pt x="4717466" y="5397262"/>
                  <a:pt x="4717980" y="5403818"/>
                  <a:pt x="4719007" y="5405969"/>
                </a:cubicBezTo>
                <a:cubicBezTo>
                  <a:pt x="4719789" y="5407529"/>
                  <a:pt x="4720343" y="5408406"/>
                  <a:pt x="4720669" y="5408602"/>
                </a:cubicBezTo>
                <a:cubicBezTo>
                  <a:pt x="4720995" y="5408798"/>
                  <a:pt x="4722054" y="5409035"/>
                  <a:pt x="4723843" y="5409314"/>
                </a:cubicBezTo>
                <a:cubicBezTo>
                  <a:pt x="4727061" y="5409818"/>
                  <a:pt x="4728670" y="5411800"/>
                  <a:pt x="4728670" y="5415260"/>
                </a:cubicBezTo>
                <a:cubicBezTo>
                  <a:pt x="4728670" y="5418742"/>
                  <a:pt x="4727340" y="5422281"/>
                  <a:pt x="4724678" y="5425876"/>
                </a:cubicBezTo>
                <a:cubicBezTo>
                  <a:pt x="4722016" y="5429471"/>
                  <a:pt x="4718941" y="5432194"/>
                  <a:pt x="4715455" y="5434047"/>
                </a:cubicBezTo>
                <a:cubicBezTo>
                  <a:pt x="4709706" y="5437571"/>
                  <a:pt x="4704010" y="5439333"/>
                  <a:pt x="4698368" y="5439333"/>
                </a:cubicBezTo>
                <a:cubicBezTo>
                  <a:pt x="4691049" y="5439333"/>
                  <a:pt x="4685210" y="5436762"/>
                  <a:pt x="4680852" y="5431621"/>
                </a:cubicBezTo>
                <a:cubicBezTo>
                  <a:pt x="4679954" y="5430507"/>
                  <a:pt x="4679249" y="5429950"/>
                  <a:pt x="4678739" y="5429950"/>
                </a:cubicBezTo>
                <a:cubicBezTo>
                  <a:pt x="4677951" y="5429950"/>
                  <a:pt x="4676944" y="5430406"/>
                  <a:pt x="4675714" y="5431318"/>
                </a:cubicBezTo>
                <a:cubicBezTo>
                  <a:pt x="4668418" y="5436662"/>
                  <a:pt x="4660489" y="5439333"/>
                  <a:pt x="4651927" y="5439333"/>
                </a:cubicBezTo>
                <a:cubicBezTo>
                  <a:pt x="4643132" y="5439333"/>
                  <a:pt x="4635989" y="5437434"/>
                  <a:pt x="4630495" y="5433635"/>
                </a:cubicBezTo>
                <a:cubicBezTo>
                  <a:pt x="4626855" y="5431094"/>
                  <a:pt x="4623972" y="5427783"/>
                  <a:pt x="4621846" y="5423704"/>
                </a:cubicBezTo>
                <a:cubicBezTo>
                  <a:pt x="4619721" y="5419625"/>
                  <a:pt x="4618657" y="5415342"/>
                  <a:pt x="4618657" y="5410854"/>
                </a:cubicBezTo>
                <a:cubicBezTo>
                  <a:pt x="4618657" y="5403647"/>
                  <a:pt x="4621532" y="5397305"/>
                  <a:pt x="4627281" y="5391830"/>
                </a:cubicBezTo>
                <a:cubicBezTo>
                  <a:pt x="4636025" y="5383422"/>
                  <a:pt x="4648991" y="5379185"/>
                  <a:pt x="4666178" y="5379119"/>
                </a:cubicBezTo>
                <a:cubicBezTo>
                  <a:pt x="4669469" y="5379119"/>
                  <a:pt x="4671373" y="5378921"/>
                  <a:pt x="4671891" y="5378524"/>
                </a:cubicBezTo>
                <a:cubicBezTo>
                  <a:pt x="4672408" y="5378127"/>
                  <a:pt x="4672667" y="5376902"/>
                  <a:pt x="4672667" y="5374848"/>
                </a:cubicBezTo>
                <a:cubicBezTo>
                  <a:pt x="4672667" y="5368411"/>
                  <a:pt x="4672077" y="5363919"/>
                  <a:pt x="4670898" y="5361373"/>
                </a:cubicBezTo>
                <a:cubicBezTo>
                  <a:pt x="4669719" y="5358827"/>
                  <a:pt x="4667960" y="5357554"/>
                  <a:pt x="4665619" y="5357554"/>
                </a:cubicBezTo>
                <a:cubicBezTo>
                  <a:pt x="4664170" y="5357554"/>
                  <a:pt x="4662830" y="5358026"/>
                  <a:pt x="4661599" y="5358969"/>
                </a:cubicBezTo>
                <a:cubicBezTo>
                  <a:pt x="4660367" y="5359912"/>
                  <a:pt x="4658765" y="5361739"/>
                  <a:pt x="4656788" y="5364449"/>
                </a:cubicBezTo>
                <a:cubicBezTo>
                  <a:pt x="4650570" y="5373323"/>
                  <a:pt x="4644001" y="5377760"/>
                  <a:pt x="4637081" y="5377760"/>
                </a:cubicBezTo>
                <a:cubicBezTo>
                  <a:pt x="4633428" y="5377760"/>
                  <a:pt x="4630418" y="5376652"/>
                  <a:pt x="4628051" y="5374437"/>
                </a:cubicBezTo>
                <a:cubicBezTo>
                  <a:pt x="4625683" y="5372222"/>
                  <a:pt x="4624499" y="5369327"/>
                  <a:pt x="4624499" y="5365751"/>
                </a:cubicBezTo>
                <a:cubicBezTo>
                  <a:pt x="4624499" y="5362228"/>
                  <a:pt x="4625840" y="5358794"/>
                  <a:pt x="4628524" y="5355450"/>
                </a:cubicBezTo>
                <a:cubicBezTo>
                  <a:pt x="4631205" y="5352106"/>
                  <a:pt x="4634429" y="5349420"/>
                  <a:pt x="4638192" y="5347392"/>
                </a:cubicBezTo>
                <a:cubicBezTo>
                  <a:pt x="4650747" y="5340709"/>
                  <a:pt x="4663465" y="5337368"/>
                  <a:pt x="4676344" y="5337368"/>
                </a:cubicBezTo>
                <a:close/>
                <a:moveTo>
                  <a:pt x="4241597" y="5337368"/>
                </a:moveTo>
                <a:cubicBezTo>
                  <a:pt x="4245197" y="5337368"/>
                  <a:pt x="4248850" y="5339716"/>
                  <a:pt x="4252555" y="5344412"/>
                </a:cubicBezTo>
                <a:cubicBezTo>
                  <a:pt x="4254791" y="5347134"/>
                  <a:pt x="4256721" y="5350394"/>
                  <a:pt x="4258348" y="5354190"/>
                </a:cubicBezTo>
                <a:cubicBezTo>
                  <a:pt x="4259976" y="5357987"/>
                  <a:pt x="4260789" y="5361297"/>
                  <a:pt x="4260789" y="5364123"/>
                </a:cubicBezTo>
                <a:cubicBezTo>
                  <a:pt x="4260789" y="5367208"/>
                  <a:pt x="4259692" y="5369790"/>
                  <a:pt x="4257497" y="5371867"/>
                </a:cubicBezTo>
                <a:cubicBezTo>
                  <a:pt x="4255302" y="5373944"/>
                  <a:pt x="4252588" y="5374982"/>
                  <a:pt x="4249355" y="5374982"/>
                </a:cubicBezTo>
                <a:cubicBezTo>
                  <a:pt x="4246725" y="5374982"/>
                  <a:pt x="4244419" y="5374371"/>
                  <a:pt x="4242440" y="5373148"/>
                </a:cubicBezTo>
                <a:cubicBezTo>
                  <a:pt x="4240461" y="5371925"/>
                  <a:pt x="4238072" y="5369600"/>
                  <a:pt x="4235271" y="5366172"/>
                </a:cubicBezTo>
                <a:cubicBezTo>
                  <a:pt x="4230396" y="5362214"/>
                  <a:pt x="4226887" y="5360236"/>
                  <a:pt x="4224743" y="5360236"/>
                </a:cubicBezTo>
                <a:cubicBezTo>
                  <a:pt x="4223551" y="5360236"/>
                  <a:pt x="4222493" y="5360697"/>
                  <a:pt x="4221571" y="5361619"/>
                </a:cubicBezTo>
                <a:cubicBezTo>
                  <a:pt x="4220647" y="5362541"/>
                  <a:pt x="4220187" y="5363631"/>
                  <a:pt x="4220187" y="5364889"/>
                </a:cubicBezTo>
                <a:cubicBezTo>
                  <a:pt x="4220187" y="5367208"/>
                  <a:pt x="4222781" y="5369555"/>
                  <a:pt x="4227970" y="5371928"/>
                </a:cubicBezTo>
                <a:cubicBezTo>
                  <a:pt x="4239016" y="5376895"/>
                  <a:pt x="4247487" y="5382327"/>
                  <a:pt x="4253381" y="5388222"/>
                </a:cubicBezTo>
                <a:cubicBezTo>
                  <a:pt x="4258639" y="5393480"/>
                  <a:pt x="4261269" y="5399875"/>
                  <a:pt x="4261269" y="5407406"/>
                </a:cubicBezTo>
                <a:cubicBezTo>
                  <a:pt x="4261269" y="5416896"/>
                  <a:pt x="4257373" y="5424142"/>
                  <a:pt x="4249586" y="5429145"/>
                </a:cubicBezTo>
                <a:cubicBezTo>
                  <a:pt x="4242005" y="5435937"/>
                  <a:pt x="4233119" y="5439333"/>
                  <a:pt x="4222925" y="5439333"/>
                </a:cubicBezTo>
                <a:cubicBezTo>
                  <a:pt x="4220251" y="5439333"/>
                  <a:pt x="4215518" y="5438905"/>
                  <a:pt x="4208724" y="5438047"/>
                </a:cubicBezTo>
                <a:cubicBezTo>
                  <a:pt x="4202772" y="5437372"/>
                  <a:pt x="4199492" y="5437035"/>
                  <a:pt x="4198888" y="5437035"/>
                </a:cubicBezTo>
                <a:cubicBezTo>
                  <a:pt x="4198293" y="5437035"/>
                  <a:pt x="4197566" y="5437111"/>
                  <a:pt x="4196708" y="5437263"/>
                </a:cubicBezTo>
                <a:cubicBezTo>
                  <a:pt x="4194564" y="5437558"/>
                  <a:pt x="4192994" y="5437705"/>
                  <a:pt x="4191995" y="5437705"/>
                </a:cubicBezTo>
                <a:cubicBezTo>
                  <a:pt x="4188485" y="5437705"/>
                  <a:pt x="4185684" y="5436776"/>
                  <a:pt x="4183595" y="5434918"/>
                </a:cubicBezTo>
                <a:cubicBezTo>
                  <a:pt x="4180764" y="5432364"/>
                  <a:pt x="4178177" y="5428427"/>
                  <a:pt x="4175837" y="5423109"/>
                </a:cubicBezTo>
                <a:cubicBezTo>
                  <a:pt x="4173495" y="5417791"/>
                  <a:pt x="4172325" y="5413163"/>
                  <a:pt x="4172325" y="5409227"/>
                </a:cubicBezTo>
                <a:cubicBezTo>
                  <a:pt x="4172325" y="5402052"/>
                  <a:pt x="4175275" y="5398464"/>
                  <a:pt x="4181174" y="5398464"/>
                </a:cubicBezTo>
                <a:cubicBezTo>
                  <a:pt x="4183432" y="5398464"/>
                  <a:pt x="4185417" y="5399137"/>
                  <a:pt x="4187130" y="5400485"/>
                </a:cubicBezTo>
                <a:cubicBezTo>
                  <a:pt x="4188842" y="5401833"/>
                  <a:pt x="4192135" y="5405107"/>
                  <a:pt x="4197010" y="5410308"/>
                </a:cubicBezTo>
                <a:cubicBezTo>
                  <a:pt x="4199510" y="5412991"/>
                  <a:pt x="4201499" y="5414785"/>
                  <a:pt x="4202976" y="5415687"/>
                </a:cubicBezTo>
                <a:cubicBezTo>
                  <a:pt x="4204453" y="5416589"/>
                  <a:pt x="4205996" y="5417041"/>
                  <a:pt x="4207602" y="5417041"/>
                </a:cubicBezTo>
                <a:cubicBezTo>
                  <a:pt x="4209207" y="5417041"/>
                  <a:pt x="4210447" y="5416657"/>
                  <a:pt x="4211324" y="5415889"/>
                </a:cubicBezTo>
                <a:cubicBezTo>
                  <a:pt x="4212201" y="5415122"/>
                  <a:pt x="4212640" y="5414114"/>
                  <a:pt x="4212640" y="5412865"/>
                </a:cubicBezTo>
                <a:cubicBezTo>
                  <a:pt x="4212640" y="5410820"/>
                  <a:pt x="4210182" y="5408553"/>
                  <a:pt x="4205266" y="5406064"/>
                </a:cubicBezTo>
                <a:cubicBezTo>
                  <a:pt x="4195476" y="5401391"/>
                  <a:pt x="4188179" y="5396229"/>
                  <a:pt x="4183369" y="5390579"/>
                </a:cubicBezTo>
                <a:cubicBezTo>
                  <a:pt x="4178561" y="5384929"/>
                  <a:pt x="4176156" y="5378345"/>
                  <a:pt x="4176156" y="5370827"/>
                </a:cubicBezTo>
                <a:cubicBezTo>
                  <a:pt x="4176156" y="5362755"/>
                  <a:pt x="4178639" y="5355794"/>
                  <a:pt x="4183604" y="5349944"/>
                </a:cubicBezTo>
                <a:cubicBezTo>
                  <a:pt x="4190640" y="5341624"/>
                  <a:pt x="4200202" y="5337464"/>
                  <a:pt x="4212295" y="5337464"/>
                </a:cubicBezTo>
                <a:cubicBezTo>
                  <a:pt x="4215533" y="5337464"/>
                  <a:pt x="4220550" y="5338166"/>
                  <a:pt x="4227344" y="5339570"/>
                </a:cubicBezTo>
                <a:cubicBezTo>
                  <a:pt x="4229285" y="5339825"/>
                  <a:pt x="4230684" y="5339953"/>
                  <a:pt x="4231542" y="5339953"/>
                </a:cubicBezTo>
                <a:cubicBezTo>
                  <a:pt x="4232382" y="5339953"/>
                  <a:pt x="4234516" y="5339378"/>
                  <a:pt x="4237949" y="5338230"/>
                </a:cubicBezTo>
                <a:cubicBezTo>
                  <a:pt x="4239130" y="5337655"/>
                  <a:pt x="4240347" y="5337368"/>
                  <a:pt x="4241597" y="5337368"/>
                </a:cubicBezTo>
                <a:close/>
                <a:moveTo>
                  <a:pt x="4038171" y="5337368"/>
                </a:moveTo>
                <a:cubicBezTo>
                  <a:pt x="4049705" y="5337368"/>
                  <a:pt x="4059516" y="5340309"/>
                  <a:pt x="4067606" y="5346191"/>
                </a:cubicBezTo>
                <a:cubicBezTo>
                  <a:pt x="4072005" y="5349422"/>
                  <a:pt x="4075085" y="5353125"/>
                  <a:pt x="4076844" y="5357300"/>
                </a:cubicBezTo>
                <a:cubicBezTo>
                  <a:pt x="4078604" y="5361474"/>
                  <a:pt x="4079483" y="5366385"/>
                  <a:pt x="4079483" y="5372034"/>
                </a:cubicBezTo>
                <a:lnTo>
                  <a:pt x="4079292" y="5386301"/>
                </a:lnTo>
                <a:cubicBezTo>
                  <a:pt x="4079292" y="5397262"/>
                  <a:pt x="4079806" y="5403818"/>
                  <a:pt x="4080833" y="5405969"/>
                </a:cubicBezTo>
                <a:cubicBezTo>
                  <a:pt x="4081615" y="5407529"/>
                  <a:pt x="4082168" y="5408406"/>
                  <a:pt x="4082495" y="5408602"/>
                </a:cubicBezTo>
                <a:cubicBezTo>
                  <a:pt x="4082821" y="5408798"/>
                  <a:pt x="4083879" y="5409035"/>
                  <a:pt x="4085669" y="5409314"/>
                </a:cubicBezTo>
                <a:cubicBezTo>
                  <a:pt x="4088888" y="5409818"/>
                  <a:pt x="4090497" y="5411800"/>
                  <a:pt x="4090497" y="5415260"/>
                </a:cubicBezTo>
                <a:cubicBezTo>
                  <a:pt x="4090497" y="5418742"/>
                  <a:pt x="4089165" y="5422281"/>
                  <a:pt x="4086504" y="5425876"/>
                </a:cubicBezTo>
                <a:cubicBezTo>
                  <a:pt x="4083842" y="5429471"/>
                  <a:pt x="4080768" y="5432194"/>
                  <a:pt x="4077281" y="5434047"/>
                </a:cubicBezTo>
                <a:cubicBezTo>
                  <a:pt x="4071531" y="5437571"/>
                  <a:pt x="4065836" y="5439333"/>
                  <a:pt x="4060195" y="5439333"/>
                </a:cubicBezTo>
                <a:cubicBezTo>
                  <a:pt x="4052874" y="5439333"/>
                  <a:pt x="4047036" y="5436762"/>
                  <a:pt x="4042679" y="5431621"/>
                </a:cubicBezTo>
                <a:cubicBezTo>
                  <a:pt x="4041780" y="5430507"/>
                  <a:pt x="4041075" y="5429950"/>
                  <a:pt x="4040565" y="5429950"/>
                </a:cubicBezTo>
                <a:cubicBezTo>
                  <a:pt x="4039778" y="5429950"/>
                  <a:pt x="4038769" y="5430406"/>
                  <a:pt x="4037540" y="5431318"/>
                </a:cubicBezTo>
                <a:cubicBezTo>
                  <a:pt x="4030244" y="5436662"/>
                  <a:pt x="4022315" y="5439333"/>
                  <a:pt x="4013752" y="5439333"/>
                </a:cubicBezTo>
                <a:cubicBezTo>
                  <a:pt x="4004959" y="5439333"/>
                  <a:pt x="3997816" y="5437434"/>
                  <a:pt x="3992322" y="5433635"/>
                </a:cubicBezTo>
                <a:cubicBezTo>
                  <a:pt x="3988681" y="5431094"/>
                  <a:pt x="3985799" y="5427783"/>
                  <a:pt x="3983672" y="5423704"/>
                </a:cubicBezTo>
                <a:cubicBezTo>
                  <a:pt x="3981546" y="5419625"/>
                  <a:pt x="3980484" y="5415342"/>
                  <a:pt x="3980484" y="5410854"/>
                </a:cubicBezTo>
                <a:cubicBezTo>
                  <a:pt x="3980484" y="5403647"/>
                  <a:pt x="3983358" y="5397305"/>
                  <a:pt x="3989107" y="5391830"/>
                </a:cubicBezTo>
                <a:cubicBezTo>
                  <a:pt x="3997850" y="5383422"/>
                  <a:pt x="4010816" y="5379185"/>
                  <a:pt x="4028004" y="5379119"/>
                </a:cubicBezTo>
                <a:cubicBezTo>
                  <a:pt x="4031295" y="5379119"/>
                  <a:pt x="4033200" y="5378921"/>
                  <a:pt x="4033716" y="5378524"/>
                </a:cubicBezTo>
                <a:cubicBezTo>
                  <a:pt x="4034234" y="5378127"/>
                  <a:pt x="4034493" y="5376902"/>
                  <a:pt x="4034493" y="5374848"/>
                </a:cubicBezTo>
                <a:cubicBezTo>
                  <a:pt x="4034493" y="5368411"/>
                  <a:pt x="4033903" y="5363919"/>
                  <a:pt x="4032725" y="5361373"/>
                </a:cubicBezTo>
                <a:cubicBezTo>
                  <a:pt x="4031545" y="5358827"/>
                  <a:pt x="4029785" y="5357554"/>
                  <a:pt x="4027445" y="5357554"/>
                </a:cubicBezTo>
                <a:cubicBezTo>
                  <a:pt x="4025997" y="5357554"/>
                  <a:pt x="4024656" y="5358026"/>
                  <a:pt x="4023425" y="5358969"/>
                </a:cubicBezTo>
                <a:cubicBezTo>
                  <a:pt x="4022193" y="5359912"/>
                  <a:pt x="4020590" y="5361739"/>
                  <a:pt x="4018613" y="5364449"/>
                </a:cubicBezTo>
                <a:cubicBezTo>
                  <a:pt x="4012395" y="5373323"/>
                  <a:pt x="4005827" y="5377760"/>
                  <a:pt x="3998908" y="5377760"/>
                </a:cubicBezTo>
                <a:cubicBezTo>
                  <a:pt x="3995254" y="5377760"/>
                  <a:pt x="3992244" y="5376652"/>
                  <a:pt x="3989876" y="5374437"/>
                </a:cubicBezTo>
                <a:cubicBezTo>
                  <a:pt x="3987509" y="5372222"/>
                  <a:pt x="3986325" y="5369327"/>
                  <a:pt x="3986325" y="5365751"/>
                </a:cubicBezTo>
                <a:cubicBezTo>
                  <a:pt x="3986325" y="5362228"/>
                  <a:pt x="3987666" y="5358794"/>
                  <a:pt x="3990349" y="5355450"/>
                </a:cubicBezTo>
                <a:cubicBezTo>
                  <a:pt x="3993032" y="5352106"/>
                  <a:pt x="3996255" y="5349420"/>
                  <a:pt x="4000019" y="5347392"/>
                </a:cubicBezTo>
                <a:cubicBezTo>
                  <a:pt x="4012574" y="5340709"/>
                  <a:pt x="4025291" y="5337368"/>
                  <a:pt x="4038171" y="5337368"/>
                </a:cubicBezTo>
                <a:close/>
                <a:moveTo>
                  <a:pt x="3533345" y="5337368"/>
                </a:moveTo>
                <a:cubicBezTo>
                  <a:pt x="3544879" y="5337368"/>
                  <a:pt x="3554692" y="5340309"/>
                  <a:pt x="3562780" y="5346191"/>
                </a:cubicBezTo>
                <a:cubicBezTo>
                  <a:pt x="3567181" y="5349422"/>
                  <a:pt x="3570260" y="5353125"/>
                  <a:pt x="3572019" y="5357300"/>
                </a:cubicBezTo>
                <a:cubicBezTo>
                  <a:pt x="3573778" y="5361474"/>
                  <a:pt x="3574657" y="5366385"/>
                  <a:pt x="3574657" y="5372034"/>
                </a:cubicBezTo>
                <a:lnTo>
                  <a:pt x="3574467" y="5386301"/>
                </a:lnTo>
                <a:cubicBezTo>
                  <a:pt x="3574467" y="5397262"/>
                  <a:pt x="3574981" y="5403818"/>
                  <a:pt x="3576009" y="5405969"/>
                </a:cubicBezTo>
                <a:cubicBezTo>
                  <a:pt x="3576790" y="5407529"/>
                  <a:pt x="3577344" y="5408406"/>
                  <a:pt x="3577669" y="5408602"/>
                </a:cubicBezTo>
                <a:cubicBezTo>
                  <a:pt x="3577996" y="5408798"/>
                  <a:pt x="3579054" y="5409035"/>
                  <a:pt x="3580845" y="5409314"/>
                </a:cubicBezTo>
                <a:cubicBezTo>
                  <a:pt x="3584062" y="5409818"/>
                  <a:pt x="3585672" y="5411800"/>
                  <a:pt x="3585672" y="5415260"/>
                </a:cubicBezTo>
                <a:cubicBezTo>
                  <a:pt x="3585672" y="5418742"/>
                  <a:pt x="3584341" y="5422281"/>
                  <a:pt x="3581678" y="5425876"/>
                </a:cubicBezTo>
                <a:cubicBezTo>
                  <a:pt x="3579016" y="5429471"/>
                  <a:pt x="3575942" y="5432194"/>
                  <a:pt x="3572456" y="5434047"/>
                </a:cubicBezTo>
                <a:cubicBezTo>
                  <a:pt x="3566706" y="5437571"/>
                  <a:pt x="3561011" y="5439333"/>
                  <a:pt x="3555370" y="5439333"/>
                </a:cubicBezTo>
                <a:cubicBezTo>
                  <a:pt x="3548050" y="5439333"/>
                  <a:pt x="3542211" y="5436762"/>
                  <a:pt x="3537853" y="5431621"/>
                </a:cubicBezTo>
                <a:cubicBezTo>
                  <a:pt x="3536954" y="5430507"/>
                  <a:pt x="3536250" y="5429950"/>
                  <a:pt x="3535740" y="5429950"/>
                </a:cubicBezTo>
                <a:cubicBezTo>
                  <a:pt x="3534953" y="5429950"/>
                  <a:pt x="3533944" y="5430406"/>
                  <a:pt x="3532716" y="5431318"/>
                </a:cubicBezTo>
                <a:cubicBezTo>
                  <a:pt x="3525420" y="5436662"/>
                  <a:pt x="3517490" y="5439333"/>
                  <a:pt x="3508927" y="5439333"/>
                </a:cubicBezTo>
                <a:cubicBezTo>
                  <a:pt x="3500133" y="5439333"/>
                  <a:pt x="3492990" y="5437434"/>
                  <a:pt x="3487496" y="5433635"/>
                </a:cubicBezTo>
                <a:cubicBezTo>
                  <a:pt x="3483856" y="5431094"/>
                  <a:pt x="3480973" y="5427783"/>
                  <a:pt x="3478847" y="5423704"/>
                </a:cubicBezTo>
                <a:cubicBezTo>
                  <a:pt x="3476722" y="5419625"/>
                  <a:pt x="3475659" y="5415342"/>
                  <a:pt x="3475659" y="5410854"/>
                </a:cubicBezTo>
                <a:cubicBezTo>
                  <a:pt x="3475659" y="5403647"/>
                  <a:pt x="3478534" y="5397305"/>
                  <a:pt x="3484282" y="5391830"/>
                </a:cubicBezTo>
                <a:cubicBezTo>
                  <a:pt x="3493026" y="5383422"/>
                  <a:pt x="3505992" y="5379185"/>
                  <a:pt x="3523179" y="5379119"/>
                </a:cubicBezTo>
                <a:cubicBezTo>
                  <a:pt x="3526470" y="5379119"/>
                  <a:pt x="3528375" y="5378921"/>
                  <a:pt x="3528892" y="5378524"/>
                </a:cubicBezTo>
                <a:cubicBezTo>
                  <a:pt x="3529409" y="5378127"/>
                  <a:pt x="3529667" y="5376902"/>
                  <a:pt x="3529667" y="5374848"/>
                </a:cubicBezTo>
                <a:cubicBezTo>
                  <a:pt x="3529667" y="5368411"/>
                  <a:pt x="3529078" y="5363919"/>
                  <a:pt x="3527899" y="5361373"/>
                </a:cubicBezTo>
                <a:cubicBezTo>
                  <a:pt x="3526720" y="5358827"/>
                  <a:pt x="3524960" y="5357554"/>
                  <a:pt x="3522621" y="5357554"/>
                </a:cubicBezTo>
                <a:cubicBezTo>
                  <a:pt x="3521172" y="5357554"/>
                  <a:pt x="3519832" y="5358026"/>
                  <a:pt x="3518600" y="5358969"/>
                </a:cubicBezTo>
                <a:cubicBezTo>
                  <a:pt x="3517369" y="5359912"/>
                  <a:pt x="3515765" y="5361739"/>
                  <a:pt x="3513790" y="5364449"/>
                </a:cubicBezTo>
                <a:cubicBezTo>
                  <a:pt x="3507571" y="5373323"/>
                  <a:pt x="3501002" y="5377760"/>
                  <a:pt x="3494083" y="5377760"/>
                </a:cubicBezTo>
                <a:cubicBezTo>
                  <a:pt x="3490430" y="5377760"/>
                  <a:pt x="3487420" y="5376652"/>
                  <a:pt x="3485052" y="5374437"/>
                </a:cubicBezTo>
                <a:cubicBezTo>
                  <a:pt x="3482685" y="5372222"/>
                  <a:pt x="3481501" y="5369327"/>
                  <a:pt x="3481501" y="5365751"/>
                </a:cubicBezTo>
                <a:cubicBezTo>
                  <a:pt x="3481501" y="5362228"/>
                  <a:pt x="3482842" y="5358794"/>
                  <a:pt x="3485524" y="5355450"/>
                </a:cubicBezTo>
                <a:cubicBezTo>
                  <a:pt x="3488206" y="5352106"/>
                  <a:pt x="3491430" y="5349420"/>
                  <a:pt x="3495194" y="5347392"/>
                </a:cubicBezTo>
                <a:cubicBezTo>
                  <a:pt x="3507748" y="5340709"/>
                  <a:pt x="3520465" y="5337368"/>
                  <a:pt x="3533345" y="5337368"/>
                </a:cubicBezTo>
                <a:close/>
                <a:moveTo>
                  <a:pt x="3061692" y="5337368"/>
                </a:moveTo>
                <a:cubicBezTo>
                  <a:pt x="3073789" y="5337368"/>
                  <a:pt x="3084420" y="5340522"/>
                  <a:pt x="3093586" y="5346831"/>
                </a:cubicBezTo>
                <a:cubicBezTo>
                  <a:pt x="3100196" y="5351371"/>
                  <a:pt x="3105485" y="5357245"/>
                  <a:pt x="3109452" y="5364452"/>
                </a:cubicBezTo>
                <a:cubicBezTo>
                  <a:pt x="3113581" y="5372045"/>
                  <a:pt x="3115644" y="5379947"/>
                  <a:pt x="3115644" y="5388160"/>
                </a:cubicBezTo>
                <a:cubicBezTo>
                  <a:pt x="3115644" y="5402626"/>
                  <a:pt x="3109015" y="5414923"/>
                  <a:pt x="3095756" y="5425051"/>
                </a:cubicBezTo>
                <a:cubicBezTo>
                  <a:pt x="3083279" y="5434573"/>
                  <a:pt x="3068988" y="5439333"/>
                  <a:pt x="3052882" y="5439333"/>
                </a:cubicBezTo>
                <a:cubicBezTo>
                  <a:pt x="3037084" y="5439333"/>
                  <a:pt x="3024283" y="5434829"/>
                  <a:pt x="3014480" y="5425822"/>
                </a:cubicBezTo>
                <a:cubicBezTo>
                  <a:pt x="3004880" y="5417021"/>
                  <a:pt x="3000080" y="5405552"/>
                  <a:pt x="3000080" y="5391415"/>
                </a:cubicBezTo>
                <a:cubicBezTo>
                  <a:pt x="3000080" y="5375753"/>
                  <a:pt x="3005922" y="5362944"/>
                  <a:pt x="3017605" y="5352987"/>
                </a:cubicBezTo>
                <a:cubicBezTo>
                  <a:pt x="3029732" y="5342574"/>
                  <a:pt x="3044427" y="5337368"/>
                  <a:pt x="3061692" y="5337368"/>
                </a:cubicBezTo>
                <a:close/>
                <a:moveTo>
                  <a:pt x="2669692" y="5337368"/>
                </a:moveTo>
                <a:cubicBezTo>
                  <a:pt x="2678326" y="5337368"/>
                  <a:pt x="2686021" y="5340339"/>
                  <a:pt x="2692775" y="5346283"/>
                </a:cubicBezTo>
                <a:cubicBezTo>
                  <a:pt x="2697881" y="5350785"/>
                  <a:pt x="2701830" y="5356424"/>
                  <a:pt x="2704621" y="5363199"/>
                </a:cubicBezTo>
                <a:cubicBezTo>
                  <a:pt x="2707536" y="5370290"/>
                  <a:pt x="2708994" y="5377717"/>
                  <a:pt x="2708994" y="5385478"/>
                </a:cubicBezTo>
                <a:cubicBezTo>
                  <a:pt x="2708994" y="5402113"/>
                  <a:pt x="2702404" y="5416010"/>
                  <a:pt x="2689223" y="5427172"/>
                </a:cubicBezTo>
                <a:cubicBezTo>
                  <a:pt x="2682383" y="5435280"/>
                  <a:pt x="2673351" y="5439333"/>
                  <a:pt x="2662127" y="5439333"/>
                </a:cubicBezTo>
                <a:cubicBezTo>
                  <a:pt x="2656401" y="5439333"/>
                  <a:pt x="2650550" y="5438006"/>
                  <a:pt x="2644576" y="5435350"/>
                </a:cubicBezTo>
                <a:cubicBezTo>
                  <a:pt x="2643656" y="5434941"/>
                  <a:pt x="2642995" y="5434737"/>
                  <a:pt x="2642592" y="5434737"/>
                </a:cubicBezTo>
                <a:cubicBezTo>
                  <a:pt x="2642044" y="5434737"/>
                  <a:pt x="2641769" y="5436001"/>
                  <a:pt x="2641769" y="5438529"/>
                </a:cubicBezTo>
                <a:cubicBezTo>
                  <a:pt x="2641769" y="5442903"/>
                  <a:pt x="2643151" y="5446003"/>
                  <a:pt x="2645916" y="5447829"/>
                </a:cubicBezTo>
                <a:cubicBezTo>
                  <a:pt x="2649226" y="5450058"/>
                  <a:pt x="2651294" y="5451672"/>
                  <a:pt x="2652119" y="5452672"/>
                </a:cubicBezTo>
                <a:cubicBezTo>
                  <a:pt x="2652944" y="5453672"/>
                  <a:pt x="2653357" y="5455246"/>
                  <a:pt x="2653357" y="5457394"/>
                </a:cubicBezTo>
                <a:cubicBezTo>
                  <a:pt x="2653357" y="5462021"/>
                  <a:pt x="2650957" y="5465499"/>
                  <a:pt x="2646160" y="5467827"/>
                </a:cubicBezTo>
                <a:cubicBezTo>
                  <a:pt x="2641362" y="5470154"/>
                  <a:pt x="2634906" y="5471318"/>
                  <a:pt x="2626791" y="5471318"/>
                </a:cubicBezTo>
                <a:cubicBezTo>
                  <a:pt x="2612573" y="5471318"/>
                  <a:pt x="2599793" y="5467657"/>
                  <a:pt x="2588449" y="5460334"/>
                </a:cubicBezTo>
                <a:cubicBezTo>
                  <a:pt x="2583150" y="5458784"/>
                  <a:pt x="2580500" y="5455538"/>
                  <a:pt x="2580500" y="5450596"/>
                </a:cubicBezTo>
                <a:cubicBezTo>
                  <a:pt x="2580500" y="5448219"/>
                  <a:pt x="2581015" y="5446394"/>
                  <a:pt x="2582044" y="5445119"/>
                </a:cubicBezTo>
                <a:cubicBezTo>
                  <a:pt x="2583071" y="5443845"/>
                  <a:pt x="2585403" y="5442529"/>
                  <a:pt x="2589038" y="5441172"/>
                </a:cubicBezTo>
                <a:cubicBezTo>
                  <a:pt x="2590704" y="5440043"/>
                  <a:pt x="2591869" y="5437661"/>
                  <a:pt x="2592532" y="5434025"/>
                </a:cubicBezTo>
                <a:cubicBezTo>
                  <a:pt x="2593196" y="5430389"/>
                  <a:pt x="2593718" y="5419100"/>
                  <a:pt x="2594098" y="5400158"/>
                </a:cubicBezTo>
                <a:cubicBezTo>
                  <a:pt x="2593660" y="5384758"/>
                  <a:pt x="2593085" y="5375985"/>
                  <a:pt x="2592375" y="5373839"/>
                </a:cubicBezTo>
                <a:cubicBezTo>
                  <a:pt x="2592410" y="5374119"/>
                  <a:pt x="2592336" y="5374222"/>
                  <a:pt x="2592155" y="5374149"/>
                </a:cubicBezTo>
                <a:cubicBezTo>
                  <a:pt x="2591974" y="5374076"/>
                  <a:pt x="2590629" y="5373800"/>
                  <a:pt x="2588121" y="5373323"/>
                </a:cubicBezTo>
                <a:cubicBezTo>
                  <a:pt x="2585615" y="5372853"/>
                  <a:pt x="2583575" y="5371694"/>
                  <a:pt x="2582000" y="5369845"/>
                </a:cubicBezTo>
                <a:cubicBezTo>
                  <a:pt x="2580425" y="5367995"/>
                  <a:pt x="2579639" y="5365769"/>
                  <a:pt x="2579639" y="5363166"/>
                </a:cubicBezTo>
                <a:cubicBezTo>
                  <a:pt x="2579639" y="5360092"/>
                  <a:pt x="2580657" y="5357446"/>
                  <a:pt x="2582693" y="5355228"/>
                </a:cubicBezTo>
                <a:cubicBezTo>
                  <a:pt x="2584729" y="5353009"/>
                  <a:pt x="2587886" y="5350915"/>
                  <a:pt x="2592163" y="5348946"/>
                </a:cubicBezTo>
                <a:cubicBezTo>
                  <a:pt x="2608018" y="5341762"/>
                  <a:pt x="2621393" y="5338094"/>
                  <a:pt x="2632289" y="5337943"/>
                </a:cubicBezTo>
                <a:cubicBezTo>
                  <a:pt x="2635237" y="5337943"/>
                  <a:pt x="2637426" y="5338443"/>
                  <a:pt x="2638857" y="5339445"/>
                </a:cubicBezTo>
                <a:cubicBezTo>
                  <a:pt x="2640288" y="5340446"/>
                  <a:pt x="2641003" y="5342607"/>
                  <a:pt x="2641003" y="5345929"/>
                </a:cubicBezTo>
                <a:cubicBezTo>
                  <a:pt x="2641003" y="5346989"/>
                  <a:pt x="2641086" y="5347519"/>
                  <a:pt x="2641251" y="5347519"/>
                </a:cubicBezTo>
                <a:cubicBezTo>
                  <a:pt x="2641493" y="5347519"/>
                  <a:pt x="2643266" y="5346418"/>
                  <a:pt x="2646569" y="5344215"/>
                </a:cubicBezTo>
                <a:cubicBezTo>
                  <a:pt x="2649476" y="5342255"/>
                  <a:pt x="2653150" y="5340623"/>
                  <a:pt x="2657593" y="5339321"/>
                </a:cubicBezTo>
                <a:cubicBezTo>
                  <a:pt x="2662035" y="5338019"/>
                  <a:pt x="2666068" y="5337368"/>
                  <a:pt x="2669692" y="5337368"/>
                </a:cubicBezTo>
                <a:close/>
                <a:moveTo>
                  <a:pt x="2403273" y="5337368"/>
                </a:moveTo>
                <a:cubicBezTo>
                  <a:pt x="2406873" y="5337368"/>
                  <a:pt x="2410526" y="5339716"/>
                  <a:pt x="2414230" y="5344412"/>
                </a:cubicBezTo>
                <a:cubicBezTo>
                  <a:pt x="2416466" y="5347134"/>
                  <a:pt x="2418397" y="5350394"/>
                  <a:pt x="2420024" y="5354190"/>
                </a:cubicBezTo>
                <a:cubicBezTo>
                  <a:pt x="2421651" y="5357987"/>
                  <a:pt x="2422465" y="5361297"/>
                  <a:pt x="2422465" y="5364123"/>
                </a:cubicBezTo>
                <a:cubicBezTo>
                  <a:pt x="2422465" y="5367208"/>
                  <a:pt x="2421368" y="5369790"/>
                  <a:pt x="2419173" y="5371867"/>
                </a:cubicBezTo>
                <a:cubicBezTo>
                  <a:pt x="2416979" y="5373944"/>
                  <a:pt x="2414264" y="5374982"/>
                  <a:pt x="2411030" y="5374982"/>
                </a:cubicBezTo>
                <a:cubicBezTo>
                  <a:pt x="2408400" y="5374982"/>
                  <a:pt x="2406095" y="5374371"/>
                  <a:pt x="2404115" y="5373148"/>
                </a:cubicBezTo>
                <a:cubicBezTo>
                  <a:pt x="2402137" y="5371925"/>
                  <a:pt x="2399747" y="5369600"/>
                  <a:pt x="2396947" y="5366172"/>
                </a:cubicBezTo>
                <a:cubicBezTo>
                  <a:pt x="2392072" y="5362214"/>
                  <a:pt x="2388563" y="5360236"/>
                  <a:pt x="2386419" y="5360236"/>
                </a:cubicBezTo>
                <a:cubicBezTo>
                  <a:pt x="2385227" y="5360236"/>
                  <a:pt x="2384169" y="5360697"/>
                  <a:pt x="2383247" y="5361619"/>
                </a:cubicBezTo>
                <a:cubicBezTo>
                  <a:pt x="2382324" y="5362541"/>
                  <a:pt x="2381862" y="5363631"/>
                  <a:pt x="2381862" y="5364889"/>
                </a:cubicBezTo>
                <a:cubicBezTo>
                  <a:pt x="2381862" y="5367208"/>
                  <a:pt x="2384456" y="5369555"/>
                  <a:pt x="2389647" y="5371928"/>
                </a:cubicBezTo>
                <a:cubicBezTo>
                  <a:pt x="2400692" y="5376895"/>
                  <a:pt x="2409162" y="5382327"/>
                  <a:pt x="2415057" y="5388222"/>
                </a:cubicBezTo>
                <a:cubicBezTo>
                  <a:pt x="2420315" y="5393480"/>
                  <a:pt x="2422944" y="5399875"/>
                  <a:pt x="2422944" y="5407406"/>
                </a:cubicBezTo>
                <a:cubicBezTo>
                  <a:pt x="2422944" y="5416896"/>
                  <a:pt x="2419050" y="5424142"/>
                  <a:pt x="2411262" y="5429145"/>
                </a:cubicBezTo>
                <a:cubicBezTo>
                  <a:pt x="2403681" y="5435937"/>
                  <a:pt x="2394794" y="5439333"/>
                  <a:pt x="2384600" y="5439333"/>
                </a:cubicBezTo>
                <a:cubicBezTo>
                  <a:pt x="2381927" y="5439333"/>
                  <a:pt x="2377194" y="5438905"/>
                  <a:pt x="2370400" y="5438047"/>
                </a:cubicBezTo>
                <a:cubicBezTo>
                  <a:pt x="2364447" y="5437372"/>
                  <a:pt x="2361169" y="5437035"/>
                  <a:pt x="2360564" y="5437035"/>
                </a:cubicBezTo>
                <a:cubicBezTo>
                  <a:pt x="2359969" y="5437035"/>
                  <a:pt x="2359242" y="5437111"/>
                  <a:pt x="2358384" y="5437263"/>
                </a:cubicBezTo>
                <a:cubicBezTo>
                  <a:pt x="2356240" y="5437558"/>
                  <a:pt x="2354669" y="5437705"/>
                  <a:pt x="2353670" y="5437705"/>
                </a:cubicBezTo>
                <a:cubicBezTo>
                  <a:pt x="2350159" y="5437705"/>
                  <a:pt x="2347359" y="5436776"/>
                  <a:pt x="2345270" y="5434918"/>
                </a:cubicBezTo>
                <a:cubicBezTo>
                  <a:pt x="2342439" y="5432364"/>
                  <a:pt x="2339852" y="5428427"/>
                  <a:pt x="2337512" y="5423109"/>
                </a:cubicBezTo>
                <a:cubicBezTo>
                  <a:pt x="2335171" y="5417791"/>
                  <a:pt x="2334000" y="5413163"/>
                  <a:pt x="2334000" y="5409227"/>
                </a:cubicBezTo>
                <a:cubicBezTo>
                  <a:pt x="2334000" y="5402052"/>
                  <a:pt x="2336949" y="5398464"/>
                  <a:pt x="2342848" y="5398464"/>
                </a:cubicBezTo>
                <a:cubicBezTo>
                  <a:pt x="2345107" y="5398464"/>
                  <a:pt x="2347092" y="5399137"/>
                  <a:pt x="2348804" y="5400485"/>
                </a:cubicBezTo>
                <a:cubicBezTo>
                  <a:pt x="2350516" y="5401833"/>
                  <a:pt x="2353810" y="5405107"/>
                  <a:pt x="2358686" y="5410308"/>
                </a:cubicBezTo>
                <a:cubicBezTo>
                  <a:pt x="2361186" y="5412991"/>
                  <a:pt x="2363175" y="5414785"/>
                  <a:pt x="2364651" y="5415687"/>
                </a:cubicBezTo>
                <a:cubicBezTo>
                  <a:pt x="2366129" y="5416589"/>
                  <a:pt x="2367670" y="5417041"/>
                  <a:pt x="2369278" y="5417041"/>
                </a:cubicBezTo>
                <a:cubicBezTo>
                  <a:pt x="2370883" y="5417041"/>
                  <a:pt x="2372123" y="5416657"/>
                  <a:pt x="2373001" y="5415889"/>
                </a:cubicBezTo>
                <a:cubicBezTo>
                  <a:pt x="2373878" y="5415122"/>
                  <a:pt x="2374315" y="5414114"/>
                  <a:pt x="2374315" y="5412865"/>
                </a:cubicBezTo>
                <a:cubicBezTo>
                  <a:pt x="2374315" y="5410820"/>
                  <a:pt x="2371857" y="5408553"/>
                  <a:pt x="2366942" y="5406064"/>
                </a:cubicBezTo>
                <a:cubicBezTo>
                  <a:pt x="2357153" y="5401391"/>
                  <a:pt x="2349853" y="5396229"/>
                  <a:pt x="2345044" y="5390579"/>
                </a:cubicBezTo>
                <a:cubicBezTo>
                  <a:pt x="2340235" y="5384929"/>
                  <a:pt x="2337830" y="5378345"/>
                  <a:pt x="2337830" y="5370827"/>
                </a:cubicBezTo>
                <a:cubicBezTo>
                  <a:pt x="2337830" y="5362755"/>
                  <a:pt x="2340313" y="5355794"/>
                  <a:pt x="2345279" y="5349944"/>
                </a:cubicBezTo>
                <a:cubicBezTo>
                  <a:pt x="2352314" y="5341624"/>
                  <a:pt x="2361878" y="5337464"/>
                  <a:pt x="2373971" y="5337464"/>
                </a:cubicBezTo>
                <a:cubicBezTo>
                  <a:pt x="2377209" y="5337464"/>
                  <a:pt x="2382226" y="5338166"/>
                  <a:pt x="2389020" y="5339570"/>
                </a:cubicBezTo>
                <a:cubicBezTo>
                  <a:pt x="2390961" y="5339825"/>
                  <a:pt x="2392360" y="5339953"/>
                  <a:pt x="2393218" y="5339953"/>
                </a:cubicBezTo>
                <a:cubicBezTo>
                  <a:pt x="2394057" y="5339953"/>
                  <a:pt x="2396192" y="5339378"/>
                  <a:pt x="2399625" y="5338230"/>
                </a:cubicBezTo>
                <a:cubicBezTo>
                  <a:pt x="2400806" y="5337655"/>
                  <a:pt x="2402023" y="5337368"/>
                  <a:pt x="2403273" y="5337368"/>
                </a:cubicBezTo>
                <a:close/>
                <a:moveTo>
                  <a:pt x="1126923" y="5337368"/>
                </a:moveTo>
                <a:cubicBezTo>
                  <a:pt x="1130523" y="5337368"/>
                  <a:pt x="1134176" y="5339716"/>
                  <a:pt x="1137880" y="5344412"/>
                </a:cubicBezTo>
                <a:cubicBezTo>
                  <a:pt x="1140116" y="5347134"/>
                  <a:pt x="1142048" y="5350394"/>
                  <a:pt x="1143674" y="5354190"/>
                </a:cubicBezTo>
                <a:cubicBezTo>
                  <a:pt x="1145301" y="5357987"/>
                  <a:pt x="1146115" y="5361297"/>
                  <a:pt x="1146115" y="5364123"/>
                </a:cubicBezTo>
                <a:cubicBezTo>
                  <a:pt x="1146115" y="5367208"/>
                  <a:pt x="1145017" y="5369790"/>
                  <a:pt x="1142823" y="5371867"/>
                </a:cubicBezTo>
                <a:cubicBezTo>
                  <a:pt x="1140628" y="5373944"/>
                  <a:pt x="1137914" y="5374982"/>
                  <a:pt x="1134680" y="5374982"/>
                </a:cubicBezTo>
                <a:cubicBezTo>
                  <a:pt x="1132050" y="5374982"/>
                  <a:pt x="1129745" y="5374371"/>
                  <a:pt x="1127766" y="5373148"/>
                </a:cubicBezTo>
                <a:cubicBezTo>
                  <a:pt x="1125787" y="5371925"/>
                  <a:pt x="1123397" y="5369600"/>
                  <a:pt x="1120597" y="5366172"/>
                </a:cubicBezTo>
                <a:cubicBezTo>
                  <a:pt x="1115722" y="5362214"/>
                  <a:pt x="1112212" y="5360236"/>
                  <a:pt x="1110069" y="5360236"/>
                </a:cubicBezTo>
                <a:cubicBezTo>
                  <a:pt x="1108876" y="5360236"/>
                  <a:pt x="1107819" y="5360697"/>
                  <a:pt x="1106896" y="5361619"/>
                </a:cubicBezTo>
                <a:cubicBezTo>
                  <a:pt x="1105973" y="5362541"/>
                  <a:pt x="1105512" y="5363631"/>
                  <a:pt x="1105512" y="5364889"/>
                </a:cubicBezTo>
                <a:cubicBezTo>
                  <a:pt x="1105512" y="5367208"/>
                  <a:pt x="1108107" y="5369555"/>
                  <a:pt x="1113296" y="5371928"/>
                </a:cubicBezTo>
                <a:cubicBezTo>
                  <a:pt x="1124342" y="5376895"/>
                  <a:pt x="1132812" y="5382327"/>
                  <a:pt x="1138707" y="5388222"/>
                </a:cubicBezTo>
                <a:cubicBezTo>
                  <a:pt x="1143965" y="5393480"/>
                  <a:pt x="1146594" y="5399875"/>
                  <a:pt x="1146594" y="5407406"/>
                </a:cubicBezTo>
                <a:cubicBezTo>
                  <a:pt x="1146594" y="5416896"/>
                  <a:pt x="1142700" y="5424142"/>
                  <a:pt x="1134912" y="5429145"/>
                </a:cubicBezTo>
                <a:cubicBezTo>
                  <a:pt x="1127331" y="5435937"/>
                  <a:pt x="1118444" y="5439333"/>
                  <a:pt x="1108250" y="5439333"/>
                </a:cubicBezTo>
                <a:cubicBezTo>
                  <a:pt x="1105577" y="5439333"/>
                  <a:pt x="1100843" y="5438905"/>
                  <a:pt x="1094050" y="5438047"/>
                </a:cubicBezTo>
                <a:cubicBezTo>
                  <a:pt x="1088097" y="5437372"/>
                  <a:pt x="1084818" y="5437035"/>
                  <a:pt x="1084214" y="5437035"/>
                </a:cubicBezTo>
                <a:cubicBezTo>
                  <a:pt x="1083619" y="5437035"/>
                  <a:pt x="1082892" y="5437111"/>
                  <a:pt x="1082033" y="5437263"/>
                </a:cubicBezTo>
                <a:cubicBezTo>
                  <a:pt x="1079889" y="5437558"/>
                  <a:pt x="1078318" y="5437705"/>
                  <a:pt x="1077319" y="5437705"/>
                </a:cubicBezTo>
                <a:cubicBezTo>
                  <a:pt x="1073809" y="5437705"/>
                  <a:pt x="1071010" y="5436776"/>
                  <a:pt x="1068920" y="5434918"/>
                </a:cubicBezTo>
                <a:cubicBezTo>
                  <a:pt x="1066088" y="5432364"/>
                  <a:pt x="1063502" y="5428427"/>
                  <a:pt x="1061161" y="5423109"/>
                </a:cubicBezTo>
                <a:cubicBezTo>
                  <a:pt x="1058820" y="5417791"/>
                  <a:pt x="1057650" y="5413163"/>
                  <a:pt x="1057650" y="5409227"/>
                </a:cubicBezTo>
                <a:cubicBezTo>
                  <a:pt x="1057650" y="5402052"/>
                  <a:pt x="1060599" y="5398464"/>
                  <a:pt x="1066498" y="5398464"/>
                </a:cubicBezTo>
                <a:cubicBezTo>
                  <a:pt x="1068756" y="5398464"/>
                  <a:pt x="1070742" y="5399137"/>
                  <a:pt x="1072454" y="5400485"/>
                </a:cubicBezTo>
                <a:cubicBezTo>
                  <a:pt x="1074166" y="5401833"/>
                  <a:pt x="1077460" y="5405107"/>
                  <a:pt x="1082336" y="5410308"/>
                </a:cubicBezTo>
                <a:cubicBezTo>
                  <a:pt x="1084836" y="5412991"/>
                  <a:pt x="1086825" y="5414785"/>
                  <a:pt x="1088302" y="5415687"/>
                </a:cubicBezTo>
                <a:cubicBezTo>
                  <a:pt x="1089778" y="5416589"/>
                  <a:pt x="1091320" y="5417041"/>
                  <a:pt x="1092928" y="5417041"/>
                </a:cubicBezTo>
                <a:cubicBezTo>
                  <a:pt x="1094532" y="5417041"/>
                  <a:pt x="1095773" y="5416657"/>
                  <a:pt x="1096650" y="5415889"/>
                </a:cubicBezTo>
                <a:cubicBezTo>
                  <a:pt x="1097527" y="5415122"/>
                  <a:pt x="1097966" y="5414114"/>
                  <a:pt x="1097966" y="5412865"/>
                </a:cubicBezTo>
                <a:cubicBezTo>
                  <a:pt x="1097966" y="5410820"/>
                  <a:pt x="1095508" y="5408553"/>
                  <a:pt x="1090592" y="5406064"/>
                </a:cubicBezTo>
                <a:cubicBezTo>
                  <a:pt x="1080803" y="5401391"/>
                  <a:pt x="1073503" y="5396229"/>
                  <a:pt x="1068694" y="5390579"/>
                </a:cubicBezTo>
                <a:cubicBezTo>
                  <a:pt x="1063885" y="5384929"/>
                  <a:pt x="1061480" y="5378345"/>
                  <a:pt x="1061480" y="5370827"/>
                </a:cubicBezTo>
                <a:cubicBezTo>
                  <a:pt x="1061480" y="5362755"/>
                  <a:pt x="1063963" y="5355794"/>
                  <a:pt x="1068929" y="5349944"/>
                </a:cubicBezTo>
                <a:cubicBezTo>
                  <a:pt x="1075964" y="5341624"/>
                  <a:pt x="1085528" y="5337464"/>
                  <a:pt x="1097621" y="5337464"/>
                </a:cubicBezTo>
                <a:cubicBezTo>
                  <a:pt x="1100859" y="5337464"/>
                  <a:pt x="1105875" y="5338166"/>
                  <a:pt x="1112669" y="5339570"/>
                </a:cubicBezTo>
                <a:cubicBezTo>
                  <a:pt x="1114610" y="5339825"/>
                  <a:pt x="1116010" y="5339953"/>
                  <a:pt x="1116867" y="5339953"/>
                </a:cubicBezTo>
                <a:cubicBezTo>
                  <a:pt x="1117707" y="5339953"/>
                  <a:pt x="1119842" y="5339378"/>
                  <a:pt x="1123274" y="5338230"/>
                </a:cubicBezTo>
                <a:cubicBezTo>
                  <a:pt x="1124456" y="5337655"/>
                  <a:pt x="1125672" y="5337368"/>
                  <a:pt x="1126923" y="5337368"/>
                </a:cubicBezTo>
                <a:close/>
                <a:moveTo>
                  <a:pt x="726873" y="5337368"/>
                </a:moveTo>
                <a:cubicBezTo>
                  <a:pt x="730473" y="5337368"/>
                  <a:pt x="734125" y="5339716"/>
                  <a:pt x="737830" y="5344412"/>
                </a:cubicBezTo>
                <a:cubicBezTo>
                  <a:pt x="740066" y="5347134"/>
                  <a:pt x="741998" y="5350394"/>
                  <a:pt x="743624" y="5354190"/>
                </a:cubicBezTo>
                <a:cubicBezTo>
                  <a:pt x="745251" y="5357987"/>
                  <a:pt x="746065" y="5361297"/>
                  <a:pt x="746065" y="5364123"/>
                </a:cubicBezTo>
                <a:cubicBezTo>
                  <a:pt x="746065" y="5367208"/>
                  <a:pt x="744967" y="5369790"/>
                  <a:pt x="742773" y="5371867"/>
                </a:cubicBezTo>
                <a:cubicBezTo>
                  <a:pt x="740578" y="5373944"/>
                  <a:pt x="737864" y="5374982"/>
                  <a:pt x="734630" y="5374982"/>
                </a:cubicBezTo>
                <a:cubicBezTo>
                  <a:pt x="732000" y="5374982"/>
                  <a:pt x="729695" y="5374371"/>
                  <a:pt x="727716" y="5373148"/>
                </a:cubicBezTo>
                <a:cubicBezTo>
                  <a:pt x="725737" y="5371925"/>
                  <a:pt x="723347" y="5369600"/>
                  <a:pt x="720547" y="5366172"/>
                </a:cubicBezTo>
                <a:cubicBezTo>
                  <a:pt x="715672" y="5362214"/>
                  <a:pt x="712162" y="5360236"/>
                  <a:pt x="710019" y="5360236"/>
                </a:cubicBezTo>
                <a:cubicBezTo>
                  <a:pt x="708826" y="5360236"/>
                  <a:pt x="707769" y="5360697"/>
                  <a:pt x="706846" y="5361619"/>
                </a:cubicBezTo>
                <a:cubicBezTo>
                  <a:pt x="705923" y="5362541"/>
                  <a:pt x="705462" y="5363631"/>
                  <a:pt x="705462" y="5364889"/>
                </a:cubicBezTo>
                <a:cubicBezTo>
                  <a:pt x="705462" y="5367208"/>
                  <a:pt x="708057" y="5369555"/>
                  <a:pt x="713246" y="5371928"/>
                </a:cubicBezTo>
                <a:cubicBezTo>
                  <a:pt x="724292" y="5376895"/>
                  <a:pt x="732762" y="5382327"/>
                  <a:pt x="738657" y="5388222"/>
                </a:cubicBezTo>
                <a:cubicBezTo>
                  <a:pt x="743915" y="5393480"/>
                  <a:pt x="746543" y="5399875"/>
                  <a:pt x="746543" y="5407406"/>
                </a:cubicBezTo>
                <a:cubicBezTo>
                  <a:pt x="746543" y="5416896"/>
                  <a:pt x="742650" y="5424142"/>
                  <a:pt x="734862" y="5429145"/>
                </a:cubicBezTo>
                <a:cubicBezTo>
                  <a:pt x="727281" y="5435937"/>
                  <a:pt x="718394" y="5439333"/>
                  <a:pt x="708200" y="5439333"/>
                </a:cubicBezTo>
                <a:cubicBezTo>
                  <a:pt x="705527" y="5439333"/>
                  <a:pt x="700794" y="5438905"/>
                  <a:pt x="694000" y="5438047"/>
                </a:cubicBezTo>
                <a:cubicBezTo>
                  <a:pt x="688047" y="5437372"/>
                  <a:pt x="684769" y="5437035"/>
                  <a:pt x="684164" y="5437035"/>
                </a:cubicBezTo>
                <a:cubicBezTo>
                  <a:pt x="683569" y="5437035"/>
                  <a:pt x="682842" y="5437111"/>
                  <a:pt x="681983" y="5437263"/>
                </a:cubicBezTo>
                <a:cubicBezTo>
                  <a:pt x="679840" y="5437558"/>
                  <a:pt x="678268" y="5437705"/>
                  <a:pt x="677269" y="5437705"/>
                </a:cubicBezTo>
                <a:cubicBezTo>
                  <a:pt x="673759" y="5437705"/>
                  <a:pt x="670960" y="5436776"/>
                  <a:pt x="668870" y="5434918"/>
                </a:cubicBezTo>
                <a:cubicBezTo>
                  <a:pt x="666039" y="5432364"/>
                  <a:pt x="663452" y="5428427"/>
                  <a:pt x="661111" y="5423109"/>
                </a:cubicBezTo>
                <a:cubicBezTo>
                  <a:pt x="658770" y="5417791"/>
                  <a:pt x="657600" y="5413163"/>
                  <a:pt x="657600" y="5409227"/>
                </a:cubicBezTo>
                <a:cubicBezTo>
                  <a:pt x="657600" y="5402052"/>
                  <a:pt x="660549" y="5398464"/>
                  <a:pt x="666448" y="5398464"/>
                </a:cubicBezTo>
                <a:cubicBezTo>
                  <a:pt x="668706" y="5398464"/>
                  <a:pt x="670692" y="5399137"/>
                  <a:pt x="672404" y="5400485"/>
                </a:cubicBezTo>
                <a:cubicBezTo>
                  <a:pt x="674117" y="5401833"/>
                  <a:pt x="677410" y="5405107"/>
                  <a:pt x="682285" y="5410308"/>
                </a:cubicBezTo>
                <a:cubicBezTo>
                  <a:pt x="684786" y="5412991"/>
                  <a:pt x="686775" y="5414785"/>
                  <a:pt x="688252" y="5415687"/>
                </a:cubicBezTo>
                <a:cubicBezTo>
                  <a:pt x="689728" y="5416589"/>
                  <a:pt x="691271" y="5417041"/>
                  <a:pt x="692878" y="5417041"/>
                </a:cubicBezTo>
                <a:cubicBezTo>
                  <a:pt x="694482" y="5417041"/>
                  <a:pt x="695723" y="5416657"/>
                  <a:pt x="696600" y="5415889"/>
                </a:cubicBezTo>
                <a:cubicBezTo>
                  <a:pt x="697477" y="5415122"/>
                  <a:pt x="697915" y="5414114"/>
                  <a:pt x="697915" y="5412865"/>
                </a:cubicBezTo>
                <a:cubicBezTo>
                  <a:pt x="697915" y="5410820"/>
                  <a:pt x="695458" y="5408553"/>
                  <a:pt x="690541" y="5406064"/>
                </a:cubicBezTo>
                <a:cubicBezTo>
                  <a:pt x="680752" y="5401391"/>
                  <a:pt x="673453" y="5396229"/>
                  <a:pt x="668644" y="5390579"/>
                </a:cubicBezTo>
                <a:cubicBezTo>
                  <a:pt x="663835" y="5384929"/>
                  <a:pt x="661430" y="5378345"/>
                  <a:pt x="661430" y="5370827"/>
                </a:cubicBezTo>
                <a:cubicBezTo>
                  <a:pt x="661430" y="5362755"/>
                  <a:pt x="663913" y="5355794"/>
                  <a:pt x="668879" y="5349944"/>
                </a:cubicBezTo>
                <a:cubicBezTo>
                  <a:pt x="675914" y="5341624"/>
                  <a:pt x="685478" y="5337464"/>
                  <a:pt x="697570" y="5337464"/>
                </a:cubicBezTo>
                <a:cubicBezTo>
                  <a:pt x="700809" y="5337464"/>
                  <a:pt x="705825" y="5338166"/>
                  <a:pt x="712619" y="5339570"/>
                </a:cubicBezTo>
                <a:cubicBezTo>
                  <a:pt x="714560" y="5339825"/>
                  <a:pt x="715960" y="5339953"/>
                  <a:pt x="716817" y="5339953"/>
                </a:cubicBezTo>
                <a:cubicBezTo>
                  <a:pt x="717657" y="5339953"/>
                  <a:pt x="719792" y="5339378"/>
                  <a:pt x="723224" y="5338230"/>
                </a:cubicBezTo>
                <a:cubicBezTo>
                  <a:pt x="724406" y="5337655"/>
                  <a:pt x="725623" y="5337368"/>
                  <a:pt x="726873" y="5337368"/>
                </a:cubicBezTo>
                <a:close/>
                <a:moveTo>
                  <a:pt x="6304608" y="5332292"/>
                </a:moveTo>
                <a:cubicBezTo>
                  <a:pt x="6306943" y="5332292"/>
                  <a:pt x="6308875" y="5333437"/>
                  <a:pt x="6310401" y="5335728"/>
                </a:cubicBezTo>
                <a:cubicBezTo>
                  <a:pt x="6311928" y="5338018"/>
                  <a:pt x="6312692" y="5340557"/>
                  <a:pt x="6312692" y="5343344"/>
                </a:cubicBezTo>
                <a:cubicBezTo>
                  <a:pt x="6312692" y="5346245"/>
                  <a:pt x="6311817" y="5349481"/>
                  <a:pt x="6310066" y="5353050"/>
                </a:cubicBezTo>
                <a:cubicBezTo>
                  <a:pt x="6308316" y="5356620"/>
                  <a:pt x="6306174" y="5359501"/>
                  <a:pt x="6303639" y="5361693"/>
                </a:cubicBezTo>
                <a:cubicBezTo>
                  <a:pt x="6302653" y="5362561"/>
                  <a:pt x="6302159" y="5363084"/>
                  <a:pt x="6302159" y="5363262"/>
                </a:cubicBezTo>
                <a:cubicBezTo>
                  <a:pt x="6302159" y="5363556"/>
                  <a:pt x="6302203" y="5364167"/>
                  <a:pt x="6302290" y="5365095"/>
                </a:cubicBezTo>
                <a:cubicBezTo>
                  <a:pt x="6302521" y="5366709"/>
                  <a:pt x="6302637" y="5368077"/>
                  <a:pt x="6302637" y="5369198"/>
                </a:cubicBezTo>
                <a:cubicBezTo>
                  <a:pt x="6302637" y="5377300"/>
                  <a:pt x="6299059" y="5384335"/>
                  <a:pt x="6291904" y="5390304"/>
                </a:cubicBezTo>
                <a:cubicBezTo>
                  <a:pt x="6288757" y="5394726"/>
                  <a:pt x="6283437" y="5398258"/>
                  <a:pt x="6275944" y="5400899"/>
                </a:cubicBezTo>
                <a:cubicBezTo>
                  <a:pt x="6268451" y="5403539"/>
                  <a:pt x="6260226" y="5404859"/>
                  <a:pt x="6251269" y="5404859"/>
                </a:cubicBezTo>
                <a:cubicBezTo>
                  <a:pt x="6249000" y="5404859"/>
                  <a:pt x="6246843" y="5404732"/>
                  <a:pt x="6244801" y="5404476"/>
                </a:cubicBezTo>
                <a:cubicBezTo>
                  <a:pt x="6243144" y="5404285"/>
                  <a:pt x="6241949" y="5404190"/>
                  <a:pt x="6241214" y="5404190"/>
                </a:cubicBezTo>
                <a:cubicBezTo>
                  <a:pt x="6239199" y="5404190"/>
                  <a:pt x="6238191" y="5405230"/>
                  <a:pt x="6238191" y="5407312"/>
                </a:cubicBezTo>
                <a:cubicBezTo>
                  <a:pt x="6238191" y="5408762"/>
                  <a:pt x="6239035" y="5409963"/>
                  <a:pt x="6240723" y="5410917"/>
                </a:cubicBezTo>
                <a:cubicBezTo>
                  <a:pt x="6242411" y="5411871"/>
                  <a:pt x="6244969" y="5412348"/>
                  <a:pt x="6248397" y="5412348"/>
                </a:cubicBezTo>
                <a:cubicBezTo>
                  <a:pt x="6250912" y="5412348"/>
                  <a:pt x="6254587" y="5412007"/>
                  <a:pt x="6259422" y="5411325"/>
                </a:cubicBezTo>
                <a:cubicBezTo>
                  <a:pt x="6270038" y="5409837"/>
                  <a:pt x="6277854" y="5409093"/>
                  <a:pt x="6282871" y="5409093"/>
                </a:cubicBezTo>
                <a:cubicBezTo>
                  <a:pt x="6290749" y="5409093"/>
                  <a:pt x="6296764" y="5410339"/>
                  <a:pt x="6300917" y="5412830"/>
                </a:cubicBezTo>
                <a:cubicBezTo>
                  <a:pt x="6304903" y="5415130"/>
                  <a:pt x="6307958" y="5418161"/>
                  <a:pt x="6310081" y="5421921"/>
                </a:cubicBezTo>
                <a:cubicBezTo>
                  <a:pt x="6312206" y="5425681"/>
                  <a:pt x="6313267" y="5429685"/>
                  <a:pt x="6313267" y="5433933"/>
                </a:cubicBezTo>
                <a:cubicBezTo>
                  <a:pt x="6313267" y="5440811"/>
                  <a:pt x="6310755" y="5447474"/>
                  <a:pt x="6305732" y="5453923"/>
                </a:cubicBezTo>
                <a:cubicBezTo>
                  <a:pt x="6299865" y="5461390"/>
                  <a:pt x="6291266" y="5466913"/>
                  <a:pt x="6279937" y="5470491"/>
                </a:cubicBezTo>
                <a:cubicBezTo>
                  <a:pt x="6271251" y="5473213"/>
                  <a:pt x="6261153" y="5474573"/>
                  <a:pt x="6249641" y="5474573"/>
                </a:cubicBezTo>
                <a:cubicBezTo>
                  <a:pt x="6235127" y="5474573"/>
                  <a:pt x="6223341" y="5472342"/>
                  <a:pt x="6214282" y="5467879"/>
                </a:cubicBezTo>
                <a:cubicBezTo>
                  <a:pt x="6209928" y="5465701"/>
                  <a:pt x="6206427" y="5462801"/>
                  <a:pt x="6203779" y="5459178"/>
                </a:cubicBezTo>
                <a:cubicBezTo>
                  <a:pt x="6201131" y="5455554"/>
                  <a:pt x="6199807" y="5451736"/>
                  <a:pt x="6199807" y="5447722"/>
                </a:cubicBezTo>
                <a:cubicBezTo>
                  <a:pt x="6199807" y="5444853"/>
                  <a:pt x="6200599" y="5442205"/>
                  <a:pt x="6202180" y="5439777"/>
                </a:cubicBezTo>
                <a:cubicBezTo>
                  <a:pt x="6203762" y="5437349"/>
                  <a:pt x="6206054" y="5435548"/>
                  <a:pt x="6209056" y="5434374"/>
                </a:cubicBezTo>
                <a:cubicBezTo>
                  <a:pt x="6209657" y="5434035"/>
                  <a:pt x="6209958" y="5433856"/>
                  <a:pt x="6209958" y="5433836"/>
                </a:cubicBezTo>
                <a:cubicBezTo>
                  <a:pt x="6209958" y="5433775"/>
                  <a:pt x="6209384" y="5433263"/>
                  <a:pt x="6208235" y="5432298"/>
                </a:cubicBezTo>
                <a:cubicBezTo>
                  <a:pt x="6202681" y="5427647"/>
                  <a:pt x="6199903" y="5422701"/>
                  <a:pt x="6199903" y="5417462"/>
                </a:cubicBezTo>
                <a:cubicBezTo>
                  <a:pt x="6199903" y="5413948"/>
                  <a:pt x="6201240" y="5410420"/>
                  <a:pt x="6203915" y="5406878"/>
                </a:cubicBezTo>
                <a:cubicBezTo>
                  <a:pt x="6206589" y="5403336"/>
                  <a:pt x="6209885" y="5400602"/>
                  <a:pt x="6213804" y="5398677"/>
                </a:cubicBezTo>
                <a:cubicBezTo>
                  <a:pt x="6214624" y="5398267"/>
                  <a:pt x="6215034" y="5398081"/>
                  <a:pt x="6215034" y="5398119"/>
                </a:cubicBezTo>
                <a:cubicBezTo>
                  <a:pt x="6215034" y="5397801"/>
                  <a:pt x="6215220" y="5397112"/>
                  <a:pt x="6215590" y="5396049"/>
                </a:cubicBezTo>
                <a:cubicBezTo>
                  <a:pt x="6206728" y="5389284"/>
                  <a:pt x="6202298" y="5381547"/>
                  <a:pt x="6202298" y="5372838"/>
                </a:cubicBezTo>
                <a:cubicBezTo>
                  <a:pt x="6202298" y="5368215"/>
                  <a:pt x="6203551" y="5363809"/>
                  <a:pt x="6206057" y="5359620"/>
                </a:cubicBezTo>
                <a:cubicBezTo>
                  <a:pt x="6208564" y="5355431"/>
                  <a:pt x="6211715" y="5352351"/>
                  <a:pt x="6215512" y="5350380"/>
                </a:cubicBezTo>
                <a:cubicBezTo>
                  <a:pt x="6226724" y="5342535"/>
                  <a:pt x="6238770" y="5338613"/>
                  <a:pt x="6251652" y="5338613"/>
                </a:cubicBezTo>
                <a:cubicBezTo>
                  <a:pt x="6256715" y="5338613"/>
                  <a:pt x="6262588" y="5339309"/>
                  <a:pt x="6269271" y="5340702"/>
                </a:cubicBezTo>
                <a:cubicBezTo>
                  <a:pt x="6274495" y="5341735"/>
                  <a:pt x="6278166" y="5342251"/>
                  <a:pt x="6280284" y="5342251"/>
                </a:cubicBezTo>
                <a:cubicBezTo>
                  <a:pt x="6286787" y="5342251"/>
                  <a:pt x="6293362" y="5339605"/>
                  <a:pt x="6300008" y="5334312"/>
                </a:cubicBezTo>
                <a:cubicBezTo>
                  <a:pt x="6301804" y="5332965"/>
                  <a:pt x="6303338" y="5332292"/>
                  <a:pt x="6304608" y="5332292"/>
                </a:cubicBezTo>
                <a:close/>
                <a:moveTo>
                  <a:pt x="1342085" y="5332292"/>
                </a:moveTo>
                <a:cubicBezTo>
                  <a:pt x="1344419" y="5332292"/>
                  <a:pt x="1346350" y="5333437"/>
                  <a:pt x="1347878" y="5335728"/>
                </a:cubicBezTo>
                <a:cubicBezTo>
                  <a:pt x="1349405" y="5338018"/>
                  <a:pt x="1350168" y="5340557"/>
                  <a:pt x="1350168" y="5343344"/>
                </a:cubicBezTo>
                <a:cubicBezTo>
                  <a:pt x="1350168" y="5346245"/>
                  <a:pt x="1349293" y="5349481"/>
                  <a:pt x="1347543" y="5353050"/>
                </a:cubicBezTo>
                <a:cubicBezTo>
                  <a:pt x="1345792" y="5356620"/>
                  <a:pt x="1343650" y="5359501"/>
                  <a:pt x="1341116" y="5361693"/>
                </a:cubicBezTo>
                <a:cubicBezTo>
                  <a:pt x="1340129" y="5362561"/>
                  <a:pt x="1339635" y="5363084"/>
                  <a:pt x="1339635" y="5363262"/>
                </a:cubicBezTo>
                <a:cubicBezTo>
                  <a:pt x="1339635" y="5363556"/>
                  <a:pt x="1339679" y="5364167"/>
                  <a:pt x="1339767" y="5365095"/>
                </a:cubicBezTo>
                <a:cubicBezTo>
                  <a:pt x="1339998" y="5366709"/>
                  <a:pt x="1340113" y="5368077"/>
                  <a:pt x="1340113" y="5369198"/>
                </a:cubicBezTo>
                <a:cubicBezTo>
                  <a:pt x="1340113" y="5377300"/>
                  <a:pt x="1336535" y="5384335"/>
                  <a:pt x="1329380" y="5390304"/>
                </a:cubicBezTo>
                <a:cubicBezTo>
                  <a:pt x="1326233" y="5394726"/>
                  <a:pt x="1320913" y="5398258"/>
                  <a:pt x="1313421" y="5400899"/>
                </a:cubicBezTo>
                <a:cubicBezTo>
                  <a:pt x="1305927" y="5403539"/>
                  <a:pt x="1297703" y="5404859"/>
                  <a:pt x="1288745" y="5404859"/>
                </a:cubicBezTo>
                <a:cubicBezTo>
                  <a:pt x="1286476" y="5404859"/>
                  <a:pt x="1284320" y="5404732"/>
                  <a:pt x="1282276" y="5404476"/>
                </a:cubicBezTo>
                <a:cubicBezTo>
                  <a:pt x="1280620" y="5404285"/>
                  <a:pt x="1279425" y="5404190"/>
                  <a:pt x="1278690" y="5404190"/>
                </a:cubicBezTo>
                <a:cubicBezTo>
                  <a:pt x="1276675" y="5404190"/>
                  <a:pt x="1275667" y="5405230"/>
                  <a:pt x="1275667" y="5407312"/>
                </a:cubicBezTo>
                <a:cubicBezTo>
                  <a:pt x="1275667" y="5408762"/>
                  <a:pt x="1276511" y="5409963"/>
                  <a:pt x="1278199" y="5410917"/>
                </a:cubicBezTo>
                <a:cubicBezTo>
                  <a:pt x="1279887" y="5411871"/>
                  <a:pt x="1282445" y="5412348"/>
                  <a:pt x="1285874" y="5412348"/>
                </a:cubicBezTo>
                <a:cubicBezTo>
                  <a:pt x="1288388" y="5412348"/>
                  <a:pt x="1292063" y="5412007"/>
                  <a:pt x="1296898" y="5411325"/>
                </a:cubicBezTo>
                <a:cubicBezTo>
                  <a:pt x="1307514" y="5409837"/>
                  <a:pt x="1315331" y="5409093"/>
                  <a:pt x="1320347" y="5409093"/>
                </a:cubicBezTo>
                <a:cubicBezTo>
                  <a:pt x="1328225" y="5409093"/>
                  <a:pt x="1334240" y="5410339"/>
                  <a:pt x="1338393" y="5412830"/>
                </a:cubicBezTo>
                <a:cubicBezTo>
                  <a:pt x="1342379" y="5415130"/>
                  <a:pt x="1345434" y="5418161"/>
                  <a:pt x="1347558" y="5421921"/>
                </a:cubicBezTo>
                <a:cubicBezTo>
                  <a:pt x="1349682" y="5425681"/>
                  <a:pt x="1350744" y="5429685"/>
                  <a:pt x="1350744" y="5433933"/>
                </a:cubicBezTo>
                <a:cubicBezTo>
                  <a:pt x="1350744" y="5440811"/>
                  <a:pt x="1348232" y="5447474"/>
                  <a:pt x="1343208" y="5453923"/>
                </a:cubicBezTo>
                <a:cubicBezTo>
                  <a:pt x="1337340" y="5461390"/>
                  <a:pt x="1328742" y="5466913"/>
                  <a:pt x="1317413" y="5470491"/>
                </a:cubicBezTo>
                <a:cubicBezTo>
                  <a:pt x="1308727" y="5473213"/>
                  <a:pt x="1298629" y="5474573"/>
                  <a:pt x="1287117" y="5474573"/>
                </a:cubicBezTo>
                <a:cubicBezTo>
                  <a:pt x="1272603" y="5474573"/>
                  <a:pt x="1260817" y="5472342"/>
                  <a:pt x="1251758" y="5467879"/>
                </a:cubicBezTo>
                <a:cubicBezTo>
                  <a:pt x="1247404" y="5465701"/>
                  <a:pt x="1243903" y="5462801"/>
                  <a:pt x="1241255" y="5459178"/>
                </a:cubicBezTo>
                <a:cubicBezTo>
                  <a:pt x="1238607" y="5455554"/>
                  <a:pt x="1237283" y="5451736"/>
                  <a:pt x="1237283" y="5447722"/>
                </a:cubicBezTo>
                <a:cubicBezTo>
                  <a:pt x="1237283" y="5444853"/>
                  <a:pt x="1238074" y="5442205"/>
                  <a:pt x="1239656" y="5439777"/>
                </a:cubicBezTo>
                <a:cubicBezTo>
                  <a:pt x="1241238" y="5437349"/>
                  <a:pt x="1243530" y="5435548"/>
                  <a:pt x="1246531" y="5434374"/>
                </a:cubicBezTo>
                <a:cubicBezTo>
                  <a:pt x="1247134" y="5434035"/>
                  <a:pt x="1247435" y="5433856"/>
                  <a:pt x="1247435" y="5433836"/>
                </a:cubicBezTo>
                <a:cubicBezTo>
                  <a:pt x="1247435" y="5433775"/>
                  <a:pt x="1246861" y="5433263"/>
                  <a:pt x="1245712" y="5432298"/>
                </a:cubicBezTo>
                <a:cubicBezTo>
                  <a:pt x="1240157" y="5427647"/>
                  <a:pt x="1237379" y="5422701"/>
                  <a:pt x="1237379" y="5417462"/>
                </a:cubicBezTo>
                <a:cubicBezTo>
                  <a:pt x="1237379" y="5413948"/>
                  <a:pt x="1238717" y="5410420"/>
                  <a:pt x="1241391" y="5406878"/>
                </a:cubicBezTo>
                <a:cubicBezTo>
                  <a:pt x="1244065" y="5403336"/>
                  <a:pt x="1247362" y="5400602"/>
                  <a:pt x="1251281" y="5398677"/>
                </a:cubicBezTo>
                <a:cubicBezTo>
                  <a:pt x="1252101" y="5398267"/>
                  <a:pt x="1252510" y="5398081"/>
                  <a:pt x="1252510" y="5398119"/>
                </a:cubicBezTo>
                <a:cubicBezTo>
                  <a:pt x="1252510" y="5397801"/>
                  <a:pt x="1252696" y="5397112"/>
                  <a:pt x="1253066" y="5396049"/>
                </a:cubicBezTo>
                <a:cubicBezTo>
                  <a:pt x="1244204" y="5389284"/>
                  <a:pt x="1239774" y="5381547"/>
                  <a:pt x="1239774" y="5372838"/>
                </a:cubicBezTo>
                <a:cubicBezTo>
                  <a:pt x="1239774" y="5368215"/>
                  <a:pt x="1241027" y="5363809"/>
                  <a:pt x="1243534" y="5359620"/>
                </a:cubicBezTo>
                <a:cubicBezTo>
                  <a:pt x="1246040" y="5355431"/>
                  <a:pt x="1249191" y="5352351"/>
                  <a:pt x="1252988" y="5350380"/>
                </a:cubicBezTo>
                <a:cubicBezTo>
                  <a:pt x="1264200" y="5342535"/>
                  <a:pt x="1276246" y="5338613"/>
                  <a:pt x="1289129" y="5338613"/>
                </a:cubicBezTo>
                <a:cubicBezTo>
                  <a:pt x="1294191" y="5338613"/>
                  <a:pt x="1300064" y="5339309"/>
                  <a:pt x="1306747" y="5340702"/>
                </a:cubicBezTo>
                <a:cubicBezTo>
                  <a:pt x="1311971" y="5341735"/>
                  <a:pt x="1315643" y="5342251"/>
                  <a:pt x="1317761" y="5342251"/>
                </a:cubicBezTo>
                <a:cubicBezTo>
                  <a:pt x="1324264" y="5342251"/>
                  <a:pt x="1330838" y="5339605"/>
                  <a:pt x="1337483" y="5334312"/>
                </a:cubicBezTo>
                <a:cubicBezTo>
                  <a:pt x="1339280" y="5332965"/>
                  <a:pt x="1340814" y="5332292"/>
                  <a:pt x="1342085" y="5332292"/>
                </a:cubicBezTo>
                <a:close/>
                <a:moveTo>
                  <a:pt x="9743593" y="5314385"/>
                </a:moveTo>
                <a:lnTo>
                  <a:pt x="9751350" y="5314385"/>
                </a:lnTo>
                <a:cubicBezTo>
                  <a:pt x="9753643" y="5314385"/>
                  <a:pt x="9755228" y="5314978"/>
                  <a:pt x="9756106" y="5316164"/>
                </a:cubicBezTo>
                <a:cubicBezTo>
                  <a:pt x="9756984" y="5317351"/>
                  <a:pt x="9757422" y="5319228"/>
                  <a:pt x="9757422" y="5321797"/>
                </a:cubicBezTo>
                <a:lnTo>
                  <a:pt x="9757422" y="5334724"/>
                </a:lnTo>
                <a:cubicBezTo>
                  <a:pt x="9757422" y="5336109"/>
                  <a:pt x="9757521" y="5336896"/>
                  <a:pt x="9757721" y="5337084"/>
                </a:cubicBezTo>
                <a:cubicBezTo>
                  <a:pt x="9757921" y="5337273"/>
                  <a:pt x="9758733" y="5337368"/>
                  <a:pt x="9760160" y="5337368"/>
                </a:cubicBezTo>
                <a:lnTo>
                  <a:pt x="9777875" y="5337368"/>
                </a:lnTo>
                <a:cubicBezTo>
                  <a:pt x="9780886" y="5337368"/>
                  <a:pt x="9782922" y="5338019"/>
                  <a:pt x="9783984" y="5339322"/>
                </a:cubicBezTo>
                <a:cubicBezTo>
                  <a:pt x="9785046" y="5340624"/>
                  <a:pt x="9785577" y="5342890"/>
                  <a:pt x="9785577" y="5346120"/>
                </a:cubicBezTo>
                <a:lnTo>
                  <a:pt x="9785577" y="5351771"/>
                </a:lnTo>
                <a:cubicBezTo>
                  <a:pt x="9785577" y="5355261"/>
                  <a:pt x="9784964" y="5357816"/>
                  <a:pt x="9783739" y="5359434"/>
                </a:cubicBezTo>
                <a:cubicBezTo>
                  <a:pt x="9782513" y="5361053"/>
                  <a:pt x="9780367" y="5361862"/>
                  <a:pt x="9777301" y="5361862"/>
                </a:cubicBezTo>
                <a:lnTo>
                  <a:pt x="9759968" y="5361862"/>
                </a:lnTo>
                <a:cubicBezTo>
                  <a:pt x="9758775" y="5361862"/>
                  <a:pt x="9758053" y="5361989"/>
                  <a:pt x="9757801" y="5362241"/>
                </a:cubicBezTo>
                <a:cubicBezTo>
                  <a:pt x="9757548" y="5362493"/>
                  <a:pt x="9757422" y="5363248"/>
                  <a:pt x="9757422" y="5364506"/>
                </a:cubicBezTo>
                <a:lnTo>
                  <a:pt x="9757422" y="5396874"/>
                </a:lnTo>
                <a:cubicBezTo>
                  <a:pt x="9757422" y="5400296"/>
                  <a:pt x="9758190" y="5402997"/>
                  <a:pt x="9759727" y="5404975"/>
                </a:cubicBezTo>
                <a:cubicBezTo>
                  <a:pt x="9761263" y="5406954"/>
                  <a:pt x="9763163" y="5407944"/>
                  <a:pt x="9765427" y="5407944"/>
                </a:cubicBezTo>
                <a:cubicBezTo>
                  <a:pt x="9767590" y="5407944"/>
                  <a:pt x="9770662" y="5406825"/>
                  <a:pt x="9774641" y="5404586"/>
                </a:cubicBezTo>
                <a:cubicBezTo>
                  <a:pt x="9775699" y="5403951"/>
                  <a:pt x="9776873" y="5403634"/>
                  <a:pt x="9778163" y="5403634"/>
                </a:cubicBezTo>
                <a:cubicBezTo>
                  <a:pt x="9780414" y="5403634"/>
                  <a:pt x="9782339" y="5404795"/>
                  <a:pt x="9783941" y="5407118"/>
                </a:cubicBezTo>
                <a:cubicBezTo>
                  <a:pt x="9785542" y="5409441"/>
                  <a:pt x="9786343" y="5411867"/>
                  <a:pt x="9786343" y="5414397"/>
                </a:cubicBezTo>
                <a:cubicBezTo>
                  <a:pt x="9786343" y="5418961"/>
                  <a:pt x="9783201" y="5423411"/>
                  <a:pt x="9776918" y="5427746"/>
                </a:cubicBezTo>
                <a:cubicBezTo>
                  <a:pt x="9768944" y="5435471"/>
                  <a:pt x="9758251" y="5439333"/>
                  <a:pt x="9744838" y="5439333"/>
                </a:cubicBezTo>
                <a:cubicBezTo>
                  <a:pt x="9734099" y="5439333"/>
                  <a:pt x="9725438" y="5436263"/>
                  <a:pt x="9718857" y="5430123"/>
                </a:cubicBezTo>
                <a:cubicBezTo>
                  <a:pt x="9712275" y="5423982"/>
                  <a:pt x="9708985" y="5415900"/>
                  <a:pt x="9708985" y="5405874"/>
                </a:cubicBezTo>
                <a:lnTo>
                  <a:pt x="9708985" y="5361634"/>
                </a:lnTo>
                <a:cubicBezTo>
                  <a:pt x="9708985" y="5360734"/>
                  <a:pt x="9708992" y="5360292"/>
                  <a:pt x="9709007" y="5360307"/>
                </a:cubicBezTo>
                <a:cubicBezTo>
                  <a:pt x="9709021" y="5360323"/>
                  <a:pt x="9708581" y="5360330"/>
                  <a:pt x="9707683" y="5360330"/>
                </a:cubicBezTo>
                <a:lnTo>
                  <a:pt x="9697819" y="5360330"/>
                </a:lnTo>
                <a:cubicBezTo>
                  <a:pt x="9695348" y="5360330"/>
                  <a:pt x="9693687" y="5359825"/>
                  <a:pt x="9692835" y="5358813"/>
                </a:cubicBezTo>
                <a:cubicBezTo>
                  <a:pt x="9691983" y="5357802"/>
                  <a:pt x="9691557" y="5355933"/>
                  <a:pt x="9691557" y="5353207"/>
                </a:cubicBezTo>
                <a:lnTo>
                  <a:pt x="9691557" y="5348932"/>
                </a:lnTo>
                <a:cubicBezTo>
                  <a:pt x="9691643" y="5346319"/>
                  <a:pt x="9692671" y="5344386"/>
                  <a:pt x="9694644" y="5343131"/>
                </a:cubicBezTo>
                <a:lnTo>
                  <a:pt x="9738301" y="5315679"/>
                </a:lnTo>
                <a:cubicBezTo>
                  <a:pt x="9739929" y="5314816"/>
                  <a:pt x="9741693" y="5314385"/>
                  <a:pt x="9743593" y="5314385"/>
                </a:cubicBezTo>
                <a:close/>
                <a:moveTo>
                  <a:pt x="8819668" y="5314385"/>
                </a:moveTo>
                <a:lnTo>
                  <a:pt x="8827424" y="5314385"/>
                </a:lnTo>
                <a:cubicBezTo>
                  <a:pt x="8829718" y="5314385"/>
                  <a:pt x="8831304" y="5314978"/>
                  <a:pt x="8832180" y="5316164"/>
                </a:cubicBezTo>
                <a:cubicBezTo>
                  <a:pt x="8833058" y="5317351"/>
                  <a:pt x="8833497" y="5319228"/>
                  <a:pt x="8833497" y="5321797"/>
                </a:cubicBezTo>
                <a:lnTo>
                  <a:pt x="8833497" y="5334724"/>
                </a:lnTo>
                <a:cubicBezTo>
                  <a:pt x="8833497" y="5336109"/>
                  <a:pt x="8833597" y="5336896"/>
                  <a:pt x="8833796" y="5337084"/>
                </a:cubicBezTo>
                <a:cubicBezTo>
                  <a:pt x="8833995" y="5337273"/>
                  <a:pt x="8834808" y="5337368"/>
                  <a:pt x="8836235" y="5337368"/>
                </a:cubicBezTo>
                <a:lnTo>
                  <a:pt x="8853950" y="5337368"/>
                </a:lnTo>
                <a:cubicBezTo>
                  <a:pt x="8856961" y="5337368"/>
                  <a:pt x="8858998" y="5338019"/>
                  <a:pt x="8860059" y="5339322"/>
                </a:cubicBezTo>
                <a:cubicBezTo>
                  <a:pt x="8861120" y="5340624"/>
                  <a:pt x="8861652" y="5342890"/>
                  <a:pt x="8861652" y="5346120"/>
                </a:cubicBezTo>
                <a:lnTo>
                  <a:pt x="8861652" y="5351771"/>
                </a:lnTo>
                <a:cubicBezTo>
                  <a:pt x="8861652" y="5355261"/>
                  <a:pt x="8861039" y="5357816"/>
                  <a:pt x="8859814" y="5359434"/>
                </a:cubicBezTo>
                <a:cubicBezTo>
                  <a:pt x="8858588" y="5361053"/>
                  <a:pt x="8856442" y="5361862"/>
                  <a:pt x="8853376" y="5361862"/>
                </a:cubicBezTo>
                <a:lnTo>
                  <a:pt x="8836042" y="5361862"/>
                </a:lnTo>
                <a:cubicBezTo>
                  <a:pt x="8834850" y="5361862"/>
                  <a:pt x="8834128" y="5361989"/>
                  <a:pt x="8833876" y="5362241"/>
                </a:cubicBezTo>
                <a:cubicBezTo>
                  <a:pt x="8833623" y="5362493"/>
                  <a:pt x="8833497" y="5363248"/>
                  <a:pt x="8833497" y="5364506"/>
                </a:cubicBezTo>
                <a:lnTo>
                  <a:pt x="8833497" y="5396874"/>
                </a:lnTo>
                <a:cubicBezTo>
                  <a:pt x="8833497" y="5400296"/>
                  <a:pt x="8834266" y="5402997"/>
                  <a:pt x="8835802" y="5404975"/>
                </a:cubicBezTo>
                <a:cubicBezTo>
                  <a:pt x="8837338" y="5406954"/>
                  <a:pt x="8839237" y="5407944"/>
                  <a:pt x="8841501" y="5407944"/>
                </a:cubicBezTo>
                <a:cubicBezTo>
                  <a:pt x="8843666" y="5407944"/>
                  <a:pt x="8846737" y="5406825"/>
                  <a:pt x="8850716" y="5404586"/>
                </a:cubicBezTo>
                <a:cubicBezTo>
                  <a:pt x="8851774" y="5403951"/>
                  <a:pt x="8852948" y="5403634"/>
                  <a:pt x="8854238" y="5403634"/>
                </a:cubicBezTo>
                <a:cubicBezTo>
                  <a:pt x="8856488" y="5403634"/>
                  <a:pt x="8858414" y="5404795"/>
                  <a:pt x="8860016" y="5407118"/>
                </a:cubicBezTo>
                <a:cubicBezTo>
                  <a:pt x="8861618" y="5409441"/>
                  <a:pt x="8862418" y="5411867"/>
                  <a:pt x="8862418" y="5414397"/>
                </a:cubicBezTo>
                <a:cubicBezTo>
                  <a:pt x="8862418" y="5418961"/>
                  <a:pt x="8859276" y="5423411"/>
                  <a:pt x="8852993" y="5427746"/>
                </a:cubicBezTo>
                <a:cubicBezTo>
                  <a:pt x="8845020" y="5435471"/>
                  <a:pt x="8834326" y="5439333"/>
                  <a:pt x="8820914" y="5439333"/>
                </a:cubicBezTo>
                <a:cubicBezTo>
                  <a:pt x="8810174" y="5439333"/>
                  <a:pt x="8801513" y="5436263"/>
                  <a:pt x="8794932" y="5430123"/>
                </a:cubicBezTo>
                <a:cubicBezTo>
                  <a:pt x="8788351" y="5423982"/>
                  <a:pt x="8785060" y="5415900"/>
                  <a:pt x="8785060" y="5405874"/>
                </a:cubicBezTo>
                <a:lnTo>
                  <a:pt x="8785060" y="5361634"/>
                </a:lnTo>
                <a:cubicBezTo>
                  <a:pt x="8785060" y="5360734"/>
                  <a:pt x="8785068" y="5360292"/>
                  <a:pt x="8785082" y="5360307"/>
                </a:cubicBezTo>
                <a:cubicBezTo>
                  <a:pt x="8785096" y="5360323"/>
                  <a:pt x="8784655" y="5360330"/>
                  <a:pt x="8783758" y="5360330"/>
                </a:cubicBezTo>
                <a:lnTo>
                  <a:pt x="8773894" y="5360330"/>
                </a:lnTo>
                <a:cubicBezTo>
                  <a:pt x="8771424" y="5360330"/>
                  <a:pt x="8769762" y="5359825"/>
                  <a:pt x="8768910" y="5358813"/>
                </a:cubicBezTo>
                <a:cubicBezTo>
                  <a:pt x="8768058" y="5357802"/>
                  <a:pt x="8767632" y="5355933"/>
                  <a:pt x="8767632" y="5353207"/>
                </a:cubicBezTo>
                <a:lnTo>
                  <a:pt x="8767632" y="5348932"/>
                </a:lnTo>
                <a:cubicBezTo>
                  <a:pt x="8767717" y="5346319"/>
                  <a:pt x="8768747" y="5344386"/>
                  <a:pt x="8770720" y="5343131"/>
                </a:cubicBezTo>
                <a:lnTo>
                  <a:pt x="8814376" y="5315679"/>
                </a:lnTo>
                <a:cubicBezTo>
                  <a:pt x="8816004" y="5314816"/>
                  <a:pt x="8817769" y="5314385"/>
                  <a:pt x="8819668" y="5314385"/>
                </a:cubicBezTo>
                <a:close/>
                <a:moveTo>
                  <a:pt x="5695468" y="5314385"/>
                </a:moveTo>
                <a:lnTo>
                  <a:pt x="5703225" y="5314385"/>
                </a:lnTo>
                <a:cubicBezTo>
                  <a:pt x="5705518" y="5314385"/>
                  <a:pt x="5707104" y="5314978"/>
                  <a:pt x="5707981" y="5316164"/>
                </a:cubicBezTo>
                <a:cubicBezTo>
                  <a:pt x="5708859" y="5317351"/>
                  <a:pt x="5709297" y="5319228"/>
                  <a:pt x="5709297" y="5321797"/>
                </a:cubicBezTo>
                <a:lnTo>
                  <a:pt x="5709297" y="5334724"/>
                </a:lnTo>
                <a:cubicBezTo>
                  <a:pt x="5709297" y="5336109"/>
                  <a:pt x="5709397" y="5336896"/>
                  <a:pt x="5709597" y="5337084"/>
                </a:cubicBezTo>
                <a:cubicBezTo>
                  <a:pt x="5709796" y="5337273"/>
                  <a:pt x="5710609" y="5337368"/>
                  <a:pt x="5712035" y="5337368"/>
                </a:cubicBezTo>
                <a:lnTo>
                  <a:pt x="5729750" y="5337368"/>
                </a:lnTo>
                <a:cubicBezTo>
                  <a:pt x="5732761" y="5337368"/>
                  <a:pt x="5734798" y="5338019"/>
                  <a:pt x="5735859" y="5339322"/>
                </a:cubicBezTo>
                <a:cubicBezTo>
                  <a:pt x="5736922" y="5340624"/>
                  <a:pt x="5737452" y="5342890"/>
                  <a:pt x="5737452" y="5346120"/>
                </a:cubicBezTo>
                <a:lnTo>
                  <a:pt x="5737452" y="5351771"/>
                </a:lnTo>
                <a:cubicBezTo>
                  <a:pt x="5737452" y="5355261"/>
                  <a:pt x="5736839" y="5357816"/>
                  <a:pt x="5735614" y="5359434"/>
                </a:cubicBezTo>
                <a:cubicBezTo>
                  <a:pt x="5734388" y="5361053"/>
                  <a:pt x="5732242" y="5361862"/>
                  <a:pt x="5729176" y="5361862"/>
                </a:cubicBezTo>
                <a:lnTo>
                  <a:pt x="5711843" y="5361862"/>
                </a:lnTo>
                <a:cubicBezTo>
                  <a:pt x="5710651" y="5361862"/>
                  <a:pt x="5709928" y="5361989"/>
                  <a:pt x="5709676" y="5362241"/>
                </a:cubicBezTo>
                <a:cubicBezTo>
                  <a:pt x="5709423" y="5362493"/>
                  <a:pt x="5709297" y="5363248"/>
                  <a:pt x="5709297" y="5364506"/>
                </a:cubicBezTo>
                <a:lnTo>
                  <a:pt x="5709297" y="5396874"/>
                </a:lnTo>
                <a:cubicBezTo>
                  <a:pt x="5709297" y="5400296"/>
                  <a:pt x="5710066" y="5402997"/>
                  <a:pt x="5711602" y="5404975"/>
                </a:cubicBezTo>
                <a:cubicBezTo>
                  <a:pt x="5713138" y="5406954"/>
                  <a:pt x="5715037" y="5407944"/>
                  <a:pt x="5717302" y="5407944"/>
                </a:cubicBezTo>
                <a:cubicBezTo>
                  <a:pt x="5719466" y="5407944"/>
                  <a:pt x="5722537" y="5406825"/>
                  <a:pt x="5726516" y="5404586"/>
                </a:cubicBezTo>
                <a:cubicBezTo>
                  <a:pt x="5727574" y="5403951"/>
                  <a:pt x="5728748" y="5403634"/>
                  <a:pt x="5730038" y="5403634"/>
                </a:cubicBezTo>
                <a:cubicBezTo>
                  <a:pt x="5732288" y="5403634"/>
                  <a:pt x="5734214" y="5404795"/>
                  <a:pt x="5735816" y="5407118"/>
                </a:cubicBezTo>
                <a:cubicBezTo>
                  <a:pt x="5737417" y="5409441"/>
                  <a:pt x="5738218" y="5411867"/>
                  <a:pt x="5738218" y="5414397"/>
                </a:cubicBezTo>
                <a:cubicBezTo>
                  <a:pt x="5738218" y="5418961"/>
                  <a:pt x="5735076" y="5423411"/>
                  <a:pt x="5728793" y="5427746"/>
                </a:cubicBezTo>
                <a:cubicBezTo>
                  <a:pt x="5720820" y="5435471"/>
                  <a:pt x="5710127" y="5439333"/>
                  <a:pt x="5696714" y="5439333"/>
                </a:cubicBezTo>
                <a:cubicBezTo>
                  <a:pt x="5685974" y="5439333"/>
                  <a:pt x="5677313" y="5436263"/>
                  <a:pt x="5670732" y="5430123"/>
                </a:cubicBezTo>
                <a:cubicBezTo>
                  <a:pt x="5664151" y="5423982"/>
                  <a:pt x="5660860" y="5415900"/>
                  <a:pt x="5660860" y="5405874"/>
                </a:cubicBezTo>
                <a:lnTo>
                  <a:pt x="5660860" y="5361634"/>
                </a:lnTo>
                <a:cubicBezTo>
                  <a:pt x="5660860" y="5360734"/>
                  <a:pt x="5660867" y="5360292"/>
                  <a:pt x="5660882" y="5360307"/>
                </a:cubicBezTo>
                <a:cubicBezTo>
                  <a:pt x="5660897" y="5360323"/>
                  <a:pt x="5660455" y="5360330"/>
                  <a:pt x="5659559" y="5360330"/>
                </a:cubicBezTo>
                <a:lnTo>
                  <a:pt x="5649694" y="5360330"/>
                </a:lnTo>
                <a:cubicBezTo>
                  <a:pt x="5647224" y="5360330"/>
                  <a:pt x="5645562" y="5359825"/>
                  <a:pt x="5644710" y="5358813"/>
                </a:cubicBezTo>
                <a:cubicBezTo>
                  <a:pt x="5643859" y="5357802"/>
                  <a:pt x="5643432" y="5355933"/>
                  <a:pt x="5643432" y="5353207"/>
                </a:cubicBezTo>
                <a:lnTo>
                  <a:pt x="5643432" y="5348932"/>
                </a:lnTo>
                <a:cubicBezTo>
                  <a:pt x="5643518" y="5346319"/>
                  <a:pt x="5644547" y="5344386"/>
                  <a:pt x="5646520" y="5343131"/>
                </a:cubicBezTo>
                <a:lnTo>
                  <a:pt x="5690176" y="5315679"/>
                </a:lnTo>
                <a:cubicBezTo>
                  <a:pt x="5691805" y="5314816"/>
                  <a:pt x="5693568" y="5314385"/>
                  <a:pt x="5695468" y="5314385"/>
                </a:cubicBezTo>
                <a:close/>
                <a:moveTo>
                  <a:pt x="5524018" y="5314385"/>
                </a:moveTo>
                <a:lnTo>
                  <a:pt x="5531775" y="5314385"/>
                </a:lnTo>
                <a:cubicBezTo>
                  <a:pt x="5534068" y="5314385"/>
                  <a:pt x="5535654" y="5314978"/>
                  <a:pt x="5536531" y="5316164"/>
                </a:cubicBezTo>
                <a:cubicBezTo>
                  <a:pt x="5537409" y="5317351"/>
                  <a:pt x="5537847" y="5319228"/>
                  <a:pt x="5537847" y="5321797"/>
                </a:cubicBezTo>
                <a:lnTo>
                  <a:pt x="5537847" y="5334724"/>
                </a:lnTo>
                <a:cubicBezTo>
                  <a:pt x="5537847" y="5336109"/>
                  <a:pt x="5537947" y="5336896"/>
                  <a:pt x="5538147" y="5337084"/>
                </a:cubicBezTo>
                <a:cubicBezTo>
                  <a:pt x="5538346" y="5337273"/>
                  <a:pt x="5539159" y="5337368"/>
                  <a:pt x="5540585" y="5337368"/>
                </a:cubicBezTo>
                <a:lnTo>
                  <a:pt x="5558300" y="5337368"/>
                </a:lnTo>
                <a:cubicBezTo>
                  <a:pt x="5561311" y="5337368"/>
                  <a:pt x="5563347" y="5338019"/>
                  <a:pt x="5564410" y="5339322"/>
                </a:cubicBezTo>
                <a:cubicBezTo>
                  <a:pt x="5565471" y="5340624"/>
                  <a:pt x="5566002" y="5342890"/>
                  <a:pt x="5566002" y="5346120"/>
                </a:cubicBezTo>
                <a:lnTo>
                  <a:pt x="5566002" y="5351771"/>
                </a:lnTo>
                <a:cubicBezTo>
                  <a:pt x="5566002" y="5355261"/>
                  <a:pt x="5565389" y="5357816"/>
                  <a:pt x="5564164" y="5359434"/>
                </a:cubicBezTo>
                <a:cubicBezTo>
                  <a:pt x="5562938" y="5361053"/>
                  <a:pt x="5560792" y="5361862"/>
                  <a:pt x="5557726" y="5361862"/>
                </a:cubicBezTo>
                <a:lnTo>
                  <a:pt x="5540393" y="5361862"/>
                </a:lnTo>
                <a:cubicBezTo>
                  <a:pt x="5539201" y="5361862"/>
                  <a:pt x="5538478" y="5361989"/>
                  <a:pt x="5538226" y="5362241"/>
                </a:cubicBezTo>
                <a:cubicBezTo>
                  <a:pt x="5537974" y="5362493"/>
                  <a:pt x="5537847" y="5363248"/>
                  <a:pt x="5537847" y="5364506"/>
                </a:cubicBezTo>
                <a:lnTo>
                  <a:pt x="5537847" y="5396874"/>
                </a:lnTo>
                <a:cubicBezTo>
                  <a:pt x="5537847" y="5400296"/>
                  <a:pt x="5538615" y="5402997"/>
                  <a:pt x="5540152" y="5404975"/>
                </a:cubicBezTo>
                <a:cubicBezTo>
                  <a:pt x="5541689" y="5406954"/>
                  <a:pt x="5543589" y="5407944"/>
                  <a:pt x="5545851" y="5407944"/>
                </a:cubicBezTo>
                <a:cubicBezTo>
                  <a:pt x="5548016" y="5407944"/>
                  <a:pt x="5551087" y="5406825"/>
                  <a:pt x="5555066" y="5404586"/>
                </a:cubicBezTo>
                <a:cubicBezTo>
                  <a:pt x="5556124" y="5403951"/>
                  <a:pt x="5557298" y="5403634"/>
                  <a:pt x="5558588" y="5403634"/>
                </a:cubicBezTo>
                <a:cubicBezTo>
                  <a:pt x="5560839" y="5403634"/>
                  <a:pt x="5562765" y="5404795"/>
                  <a:pt x="5564366" y="5407118"/>
                </a:cubicBezTo>
                <a:cubicBezTo>
                  <a:pt x="5565967" y="5409441"/>
                  <a:pt x="5566768" y="5411867"/>
                  <a:pt x="5566768" y="5414397"/>
                </a:cubicBezTo>
                <a:cubicBezTo>
                  <a:pt x="5566768" y="5418961"/>
                  <a:pt x="5563626" y="5423411"/>
                  <a:pt x="5557343" y="5427746"/>
                </a:cubicBezTo>
                <a:cubicBezTo>
                  <a:pt x="5549370" y="5435471"/>
                  <a:pt x="5538676" y="5439333"/>
                  <a:pt x="5525264" y="5439333"/>
                </a:cubicBezTo>
                <a:cubicBezTo>
                  <a:pt x="5514524" y="5439333"/>
                  <a:pt x="5505864" y="5436263"/>
                  <a:pt x="5499282" y="5430123"/>
                </a:cubicBezTo>
                <a:cubicBezTo>
                  <a:pt x="5492700" y="5423982"/>
                  <a:pt x="5489410" y="5415900"/>
                  <a:pt x="5489410" y="5405874"/>
                </a:cubicBezTo>
                <a:lnTo>
                  <a:pt x="5489410" y="5361634"/>
                </a:lnTo>
                <a:cubicBezTo>
                  <a:pt x="5489410" y="5360734"/>
                  <a:pt x="5489417" y="5360292"/>
                  <a:pt x="5489432" y="5360307"/>
                </a:cubicBezTo>
                <a:cubicBezTo>
                  <a:pt x="5489447" y="5360323"/>
                  <a:pt x="5489006" y="5360330"/>
                  <a:pt x="5488108" y="5360330"/>
                </a:cubicBezTo>
                <a:lnTo>
                  <a:pt x="5478244" y="5360330"/>
                </a:lnTo>
                <a:cubicBezTo>
                  <a:pt x="5475773" y="5360330"/>
                  <a:pt x="5474113" y="5359825"/>
                  <a:pt x="5473260" y="5358813"/>
                </a:cubicBezTo>
                <a:cubicBezTo>
                  <a:pt x="5472408" y="5357802"/>
                  <a:pt x="5471982" y="5355933"/>
                  <a:pt x="5471982" y="5353207"/>
                </a:cubicBezTo>
                <a:lnTo>
                  <a:pt x="5471982" y="5348932"/>
                </a:lnTo>
                <a:cubicBezTo>
                  <a:pt x="5472067" y="5346319"/>
                  <a:pt x="5473096" y="5344386"/>
                  <a:pt x="5475070" y="5343131"/>
                </a:cubicBezTo>
                <a:lnTo>
                  <a:pt x="5518726" y="5315679"/>
                </a:lnTo>
                <a:cubicBezTo>
                  <a:pt x="5520355" y="5314816"/>
                  <a:pt x="5522118" y="5314385"/>
                  <a:pt x="5524018" y="5314385"/>
                </a:cubicBezTo>
                <a:close/>
                <a:moveTo>
                  <a:pt x="4914419" y="5314385"/>
                </a:moveTo>
                <a:lnTo>
                  <a:pt x="4922176" y="5314385"/>
                </a:lnTo>
                <a:cubicBezTo>
                  <a:pt x="4924469" y="5314385"/>
                  <a:pt x="4926055" y="5314978"/>
                  <a:pt x="4926932" y="5316164"/>
                </a:cubicBezTo>
                <a:cubicBezTo>
                  <a:pt x="4927809" y="5317351"/>
                  <a:pt x="4928248" y="5319228"/>
                  <a:pt x="4928248" y="5321797"/>
                </a:cubicBezTo>
                <a:lnTo>
                  <a:pt x="4928248" y="5334724"/>
                </a:lnTo>
                <a:cubicBezTo>
                  <a:pt x="4928248" y="5336109"/>
                  <a:pt x="4928348" y="5336896"/>
                  <a:pt x="4928547" y="5337084"/>
                </a:cubicBezTo>
                <a:cubicBezTo>
                  <a:pt x="4928746" y="5337273"/>
                  <a:pt x="4929559" y="5337368"/>
                  <a:pt x="4930986" y="5337368"/>
                </a:cubicBezTo>
                <a:lnTo>
                  <a:pt x="4948701" y="5337368"/>
                </a:lnTo>
                <a:cubicBezTo>
                  <a:pt x="4951712" y="5337368"/>
                  <a:pt x="4953748" y="5338019"/>
                  <a:pt x="4954810" y="5339322"/>
                </a:cubicBezTo>
                <a:cubicBezTo>
                  <a:pt x="4955871" y="5340624"/>
                  <a:pt x="4956402" y="5342890"/>
                  <a:pt x="4956402" y="5346120"/>
                </a:cubicBezTo>
                <a:lnTo>
                  <a:pt x="4956402" y="5351771"/>
                </a:lnTo>
                <a:cubicBezTo>
                  <a:pt x="4956402" y="5355261"/>
                  <a:pt x="4955790" y="5357816"/>
                  <a:pt x="4954564" y="5359434"/>
                </a:cubicBezTo>
                <a:cubicBezTo>
                  <a:pt x="4953339" y="5361053"/>
                  <a:pt x="4951193" y="5361862"/>
                  <a:pt x="4948126" y="5361862"/>
                </a:cubicBezTo>
                <a:lnTo>
                  <a:pt x="4930793" y="5361862"/>
                </a:lnTo>
                <a:cubicBezTo>
                  <a:pt x="4929601" y="5361862"/>
                  <a:pt x="4928879" y="5361989"/>
                  <a:pt x="4928626" y="5362241"/>
                </a:cubicBezTo>
                <a:cubicBezTo>
                  <a:pt x="4928374" y="5362493"/>
                  <a:pt x="4928248" y="5363248"/>
                  <a:pt x="4928248" y="5364506"/>
                </a:cubicBezTo>
                <a:lnTo>
                  <a:pt x="4928248" y="5396874"/>
                </a:lnTo>
                <a:cubicBezTo>
                  <a:pt x="4928248" y="5400296"/>
                  <a:pt x="4929016" y="5402997"/>
                  <a:pt x="4930552" y="5404975"/>
                </a:cubicBezTo>
                <a:cubicBezTo>
                  <a:pt x="4932088" y="5406954"/>
                  <a:pt x="4933989" y="5407944"/>
                  <a:pt x="4936252" y="5407944"/>
                </a:cubicBezTo>
                <a:cubicBezTo>
                  <a:pt x="4938416" y="5407944"/>
                  <a:pt x="4941488" y="5406825"/>
                  <a:pt x="4945466" y="5404586"/>
                </a:cubicBezTo>
                <a:cubicBezTo>
                  <a:pt x="4946525" y="5403951"/>
                  <a:pt x="4947699" y="5403634"/>
                  <a:pt x="4948989" y="5403634"/>
                </a:cubicBezTo>
                <a:cubicBezTo>
                  <a:pt x="4951239" y="5403634"/>
                  <a:pt x="4953165" y="5404795"/>
                  <a:pt x="4954766" y="5407118"/>
                </a:cubicBezTo>
                <a:cubicBezTo>
                  <a:pt x="4956368" y="5409441"/>
                  <a:pt x="4957168" y="5411867"/>
                  <a:pt x="4957168" y="5414397"/>
                </a:cubicBezTo>
                <a:cubicBezTo>
                  <a:pt x="4957168" y="5418961"/>
                  <a:pt x="4954026" y="5423411"/>
                  <a:pt x="4947743" y="5427746"/>
                </a:cubicBezTo>
                <a:cubicBezTo>
                  <a:pt x="4939770" y="5435471"/>
                  <a:pt x="4929077" y="5439333"/>
                  <a:pt x="4915664" y="5439333"/>
                </a:cubicBezTo>
                <a:cubicBezTo>
                  <a:pt x="4904925" y="5439333"/>
                  <a:pt x="4896264" y="5436263"/>
                  <a:pt x="4889682" y="5430123"/>
                </a:cubicBezTo>
                <a:cubicBezTo>
                  <a:pt x="4883101" y="5423982"/>
                  <a:pt x="4879811" y="5415900"/>
                  <a:pt x="4879811" y="5405874"/>
                </a:cubicBezTo>
                <a:lnTo>
                  <a:pt x="4879811" y="5361634"/>
                </a:lnTo>
                <a:cubicBezTo>
                  <a:pt x="4879811" y="5360734"/>
                  <a:pt x="4879818" y="5360292"/>
                  <a:pt x="4879832" y="5360307"/>
                </a:cubicBezTo>
                <a:cubicBezTo>
                  <a:pt x="4879847" y="5360323"/>
                  <a:pt x="4879406" y="5360330"/>
                  <a:pt x="4878508" y="5360330"/>
                </a:cubicBezTo>
                <a:lnTo>
                  <a:pt x="4868644" y="5360330"/>
                </a:lnTo>
                <a:cubicBezTo>
                  <a:pt x="4866174" y="5360330"/>
                  <a:pt x="4864512" y="5359825"/>
                  <a:pt x="4863661" y="5358813"/>
                </a:cubicBezTo>
                <a:cubicBezTo>
                  <a:pt x="4862809" y="5357802"/>
                  <a:pt x="4862383" y="5355933"/>
                  <a:pt x="4862383" y="5353207"/>
                </a:cubicBezTo>
                <a:lnTo>
                  <a:pt x="4862383" y="5348932"/>
                </a:lnTo>
                <a:cubicBezTo>
                  <a:pt x="4862468" y="5346319"/>
                  <a:pt x="4863497" y="5344386"/>
                  <a:pt x="4865470" y="5343131"/>
                </a:cubicBezTo>
                <a:lnTo>
                  <a:pt x="4909126" y="5315679"/>
                </a:lnTo>
                <a:cubicBezTo>
                  <a:pt x="4910755" y="5314816"/>
                  <a:pt x="4912519" y="5314385"/>
                  <a:pt x="4914419" y="5314385"/>
                </a:cubicBezTo>
                <a:close/>
                <a:moveTo>
                  <a:pt x="3647595" y="5314385"/>
                </a:moveTo>
                <a:lnTo>
                  <a:pt x="3655351" y="5314385"/>
                </a:lnTo>
                <a:cubicBezTo>
                  <a:pt x="3657645" y="5314385"/>
                  <a:pt x="3659230" y="5314978"/>
                  <a:pt x="3660107" y="5316164"/>
                </a:cubicBezTo>
                <a:cubicBezTo>
                  <a:pt x="3660985" y="5317351"/>
                  <a:pt x="3661424" y="5319228"/>
                  <a:pt x="3661424" y="5321797"/>
                </a:cubicBezTo>
                <a:lnTo>
                  <a:pt x="3661424" y="5334724"/>
                </a:lnTo>
                <a:cubicBezTo>
                  <a:pt x="3661424" y="5336109"/>
                  <a:pt x="3661523" y="5336896"/>
                  <a:pt x="3661722" y="5337084"/>
                </a:cubicBezTo>
                <a:cubicBezTo>
                  <a:pt x="3661923" y="5337273"/>
                  <a:pt x="3662735" y="5337368"/>
                  <a:pt x="3664162" y="5337368"/>
                </a:cubicBezTo>
                <a:lnTo>
                  <a:pt x="3681877" y="5337368"/>
                </a:lnTo>
                <a:cubicBezTo>
                  <a:pt x="3684888" y="5337368"/>
                  <a:pt x="3686925" y="5338019"/>
                  <a:pt x="3687986" y="5339322"/>
                </a:cubicBezTo>
                <a:cubicBezTo>
                  <a:pt x="3689047" y="5340624"/>
                  <a:pt x="3689579" y="5342890"/>
                  <a:pt x="3689579" y="5346120"/>
                </a:cubicBezTo>
                <a:lnTo>
                  <a:pt x="3689579" y="5351771"/>
                </a:lnTo>
                <a:cubicBezTo>
                  <a:pt x="3689579" y="5355261"/>
                  <a:pt x="3688966" y="5357816"/>
                  <a:pt x="3687740" y="5359434"/>
                </a:cubicBezTo>
                <a:cubicBezTo>
                  <a:pt x="3686514" y="5361053"/>
                  <a:pt x="3684368" y="5361862"/>
                  <a:pt x="3681302" y="5361862"/>
                </a:cubicBezTo>
                <a:lnTo>
                  <a:pt x="3663969" y="5361862"/>
                </a:lnTo>
                <a:cubicBezTo>
                  <a:pt x="3662777" y="5361862"/>
                  <a:pt x="3662055" y="5361989"/>
                  <a:pt x="3661802" y="5362241"/>
                </a:cubicBezTo>
                <a:cubicBezTo>
                  <a:pt x="3661550" y="5362493"/>
                  <a:pt x="3661424" y="5363248"/>
                  <a:pt x="3661424" y="5364506"/>
                </a:cubicBezTo>
                <a:lnTo>
                  <a:pt x="3661424" y="5396874"/>
                </a:lnTo>
                <a:cubicBezTo>
                  <a:pt x="3661424" y="5400296"/>
                  <a:pt x="3662192" y="5402997"/>
                  <a:pt x="3663728" y="5404975"/>
                </a:cubicBezTo>
                <a:cubicBezTo>
                  <a:pt x="3665265" y="5406954"/>
                  <a:pt x="3667164" y="5407944"/>
                  <a:pt x="3669428" y="5407944"/>
                </a:cubicBezTo>
                <a:cubicBezTo>
                  <a:pt x="3671592" y="5407944"/>
                  <a:pt x="3674663" y="5406825"/>
                  <a:pt x="3678643" y="5404586"/>
                </a:cubicBezTo>
                <a:cubicBezTo>
                  <a:pt x="3679701" y="5403951"/>
                  <a:pt x="3680874" y="5403634"/>
                  <a:pt x="3682165" y="5403634"/>
                </a:cubicBezTo>
                <a:cubicBezTo>
                  <a:pt x="3684415" y="5403634"/>
                  <a:pt x="3686341" y="5404795"/>
                  <a:pt x="3687942" y="5407118"/>
                </a:cubicBezTo>
                <a:cubicBezTo>
                  <a:pt x="3689543" y="5409441"/>
                  <a:pt x="3690344" y="5411867"/>
                  <a:pt x="3690344" y="5414397"/>
                </a:cubicBezTo>
                <a:cubicBezTo>
                  <a:pt x="3690344" y="5418961"/>
                  <a:pt x="3687203" y="5423411"/>
                  <a:pt x="3680919" y="5427746"/>
                </a:cubicBezTo>
                <a:cubicBezTo>
                  <a:pt x="3672946" y="5435471"/>
                  <a:pt x="3662253" y="5439333"/>
                  <a:pt x="3648840" y="5439333"/>
                </a:cubicBezTo>
                <a:cubicBezTo>
                  <a:pt x="3638101" y="5439333"/>
                  <a:pt x="3629440" y="5436263"/>
                  <a:pt x="3622859" y="5430123"/>
                </a:cubicBezTo>
                <a:cubicBezTo>
                  <a:pt x="3616277" y="5423982"/>
                  <a:pt x="3612986" y="5415900"/>
                  <a:pt x="3612986" y="5405874"/>
                </a:cubicBezTo>
                <a:lnTo>
                  <a:pt x="3612986" y="5361634"/>
                </a:lnTo>
                <a:cubicBezTo>
                  <a:pt x="3612986" y="5360734"/>
                  <a:pt x="3612994" y="5360292"/>
                  <a:pt x="3613008" y="5360307"/>
                </a:cubicBezTo>
                <a:cubicBezTo>
                  <a:pt x="3613023" y="5360323"/>
                  <a:pt x="3612582" y="5360330"/>
                  <a:pt x="3611684" y="5360330"/>
                </a:cubicBezTo>
                <a:lnTo>
                  <a:pt x="3601820" y="5360330"/>
                </a:lnTo>
                <a:cubicBezTo>
                  <a:pt x="3599350" y="5360330"/>
                  <a:pt x="3597689" y="5359825"/>
                  <a:pt x="3596837" y="5358813"/>
                </a:cubicBezTo>
                <a:cubicBezTo>
                  <a:pt x="3595985" y="5357802"/>
                  <a:pt x="3595558" y="5355933"/>
                  <a:pt x="3595558" y="5353207"/>
                </a:cubicBezTo>
                <a:lnTo>
                  <a:pt x="3595558" y="5348932"/>
                </a:lnTo>
                <a:cubicBezTo>
                  <a:pt x="3595644" y="5346319"/>
                  <a:pt x="3596674" y="5344386"/>
                  <a:pt x="3598646" y="5343131"/>
                </a:cubicBezTo>
                <a:lnTo>
                  <a:pt x="3642303" y="5315679"/>
                </a:lnTo>
                <a:cubicBezTo>
                  <a:pt x="3643931" y="5314816"/>
                  <a:pt x="3645695" y="5314385"/>
                  <a:pt x="3647595" y="5314385"/>
                </a:cubicBezTo>
                <a:close/>
                <a:moveTo>
                  <a:pt x="2104544" y="5314385"/>
                </a:moveTo>
                <a:lnTo>
                  <a:pt x="2112302" y="5314385"/>
                </a:lnTo>
                <a:cubicBezTo>
                  <a:pt x="2114595" y="5314385"/>
                  <a:pt x="2116180" y="5314978"/>
                  <a:pt x="2117057" y="5316164"/>
                </a:cubicBezTo>
                <a:cubicBezTo>
                  <a:pt x="2117935" y="5317351"/>
                  <a:pt x="2118373" y="5319228"/>
                  <a:pt x="2118373" y="5321797"/>
                </a:cubicBezTo>
                <a:lnTo>
                  <a:pt x="2118373" y="5334724"/>
                </a:lnTo>
                <a:cubicBezTo>
                  <a:pt x="2118373" y="5336109"/>
                  <a:pt x="2118473" y="5336896"/>
                  <a:pt x="2118672" y="5337084"/>
                </a:cubicBezTo>
                <a:cubicBezTo>
                  <a:pt x="2118872" y="5337273"/>
                  <a:pt x="2119685" y="5337368"/>
                  <a:pt x="2121111" y="5337368"/>
                </a:cubicBezTo>
                <a:lnTo>
                  <a:pt x="2138827" y="5337368"/>
                </a:lnTo>
                <a:cubicBezTo>
                  <a:pt x="2141838" y="5337368"/>
                  <a:pt x="2143874" y="5338019"/>
                  <a:pt x="2144936" y="5339322"/>
                </a:cubicBezTo>
                <a:cubicBezTo>
                  <a:pt x="2145997" y="5340624"/>
                  <a:pt x="2146529" y="5342890"/>
                  <a:pt x="2146529" y="5346120"/>
                </a:cubicBezTo>
                <a:lnTo>
                  <a:pt x="2146529" y="5351771"/>
                </a:lnTo>
                <a:cubicBezTo>
                  <a:pt x="2146529" y="5355261"/>
                  <a:pt x="2145915" y="5357816"/>
                  <a:pt x="2144689" y="5359434"/>
                </a:cubicBezTo>
                <a:cubicBezTo>
                  <a:pt x="2143465" y="5361053"/>
                  <a:pt x="2141319" y="5361862"/>
                  <a:pt x="2138252" y="5361862"/>
                </a:cubicBezTo>
                <a:lnTo>
                  <a:pt x="2120919" y="5361862"/>
                </a:lnTo>
                <a:cubicBezTo>
                  <a:pt x="2119726" y="5361862"/>
                  <a:pt x="2119005" y="5361989"/>
                  <a:pt x="2118752" y="5362241"/>
                </a:cubicBezTo>
                <a:cubicBezTo>
                  <a:pt x="2118500" y="5362493"/>
                  <a:pt x="2118373" y="5363248"/>
                  <a:pt x="2118373" y="5364506"/>
                </a:cubicBezTo>
                <a:lnTo>
                  <a:pt x="2118373" y="5396874"/>
                </a:lnTo>
                <a:cubicBezTo>
                  <a:pt x="2118373" y="5400296"/>
                  <a:pt x="2119142" y="5402997"/>
                  <a:pt x="2120678" y="5404975"/>
                </a:cubicBezTo>
                <a:cubicBezTo>
                  <a:pt x="2122214" y="5406954"/>
                  <a:pt x="2124114" y="5407944"/>
                  <a:pt x="2126378" y="5407944"/>
                </a:cubicBezTo>
                <a:cubicBezTo>
                  <a:pt x="2128542" y="5407944"/>
                  <a:pt x="2131613" y="5406825"/>
                  <a:pt x="2135592" y="5404586"/>
                </a:cubicBezTo>
                <a:cubicBezTo>
                  <a:pt x="2136651" y="5403951"/>
                  <a:pt x="2137824" y="5403634"/>
                  <a:pt x="2139115" y="5403634"/>
                </a:cubicBezTo>
                <a:cubicBezTo>
                  <a:pt x="2141365" y="5403634"/>
                  <a:pt x="2143290" y="5404795"/>
                  <a:pt x="2144893" y="5407118"/>
                </a:cubicBezTo>
                <a:cubicBezTo>
                  <a:pt x="2146494" y="5409441"/>
                  <a:pt x="2147294" y="5411867"/>
                  <a:pt x="2147294" y="5414397"/>
                </a:cubicBezTo>
                <a:cubicBezTo>
                  <a:pt x="2147294" y="5418961"/>
                  <a:pt x="2144152" y="5423411"/>
                  <a:pt x="2137869" y="5427746"/>
                </a:cubicBezTo>
                <a:cubicBezTo>
                  <a:pt x="2129896" y="5435471"/>
                  <a:pt x="2119203" y="5439333"/>
                  <a:pt x="2105789" y="5439333"/>
                </a:cubicBezTo>
                <a:cubicBezTo>
                  <a:pt x="2095050" y="5439333"/>
                  <a:pt x="2086390" y="5436263"/>
                  <a:pt x="2079808" y="5430123"/>
                </a:cubicBezTo>
                <a:cubicBezTo>
                  <a:pt x="2073227" y="5423982"/>
                  <a:pt x="2069936" y="5415900"/>
                  <a:pt x="2069936" y="5405874"/>
                </a:cubicBezTo>
                <a:lnTo>
                  <a:pt x="2069936" y="5361634"/>
                </a:lnTo>
                <a:cubicBezTo>
                  <a:pt x="2069936" y="5360734"/>
                  <a:pt x="2069943" y="5360292"/>
                  <a:pt x="2069958" y="5360307"/>
                </a:cubicBezTo>
                <a:cubicBezTo>
                  <a:pt x="2069973" y="5360323"/>
                  <a:pt x="2069532" y="5360330"/>
                  <a:pt x="2068635" y="5360330"/>
                </a:cubicBezTo>
                <a:lnTo>
                  <a:pt x="2058770" y="5360330"/>
                </a:lnTo>
                <a:cubicBezTo>
                  <a:pt x="2056300" y="5360330"/>
                  <a:pt x="2054638" y="5359825"/>
                  <a:pt x="2053787" y="5358813"/>
                </a:cubicBezTo>
                <a:cubicBezTo>
                  <a:pt x="2052934" y="5357802"/>
                  <a:pt x="2052509" y="5355933"/>
                  <a:pt x="2052509" y="5353207"/>
                </a:cubicBezTo>
                <a:lnTo>
                  <a:pt x="2052509" y="5348932"/>
                </a:lnTo>
                <a:cubicBezTo>
                  <a:pt x="2052594" y="5346319"/>
                  <a:pt x="2053623" y="5344386"/>
                  <a:pt x="2055596" y="5343131"/>
                </a:cubicBezTo>
                <a:lnTo>
                  <a:pt x="2099252" y="5315679"/>
                </a:lnTo>
                <a:cubicBezTo>
                  <a:pt x="2100881" y="5314816"/>
                  <a:pt x="2102645" y="5314385"/>
                  <a:pt x="2104544" y="5314385"/>
                </a:cubicBezTo>
                <a:close/>
                <a:moveTo>
                  <a:pt x="10656696" y="5302128"/>
                </a:moveTo>
                <a:cubicBezTo>
                  <a:pt x="10662626" y="5302128"/>
                  <a:pt x="10667466" y="5303323"/>
                  <a:pt x="10671218" y="5305714"/>
                </a:cubicBezTo>
                <a:cubicBezTo>
                  <a:pt x="10674971" y="5308105"/>
                  <a:pt x="10676846" y="5311391"/>
                  <a:pt x="10676846" y="5315572"/>
                </a:cubicBezTo>
                <a:cubicBezTo>
                  <a:pt x="10676846" y="5321228"/>
                  <a:pt x="10674047" y="5325692"/>
                  <a:pt x="10668447" y="5328965"/>
                </a:cubicBezTo>
                <a:cubicBezTo>
                  <a:pt x="10660380" y="5333660"/>
                  <a:pt x="10650621" y="5336008"/>
                  <a:pt x="10639173" y="5336008"/>
                </a:cubicBezTo>
                <a:cubicBezTo>
                  <a:pt x="10634111" y="5336008"/>
                  <a:pt x="10630181" y="5335095"/>
                  <a:pt x="10627377" y="5333268"/>
                </a:cubicBezTo>
                <a:cubicBezTo>
                  <a:pt x="10622830" y="5330447"/>
                  <a:pt x="10620556" y="5326623"/>
                  <a:pt x="10620556" y="5321797"/>
                </a:cubicBezTo>
                <a:cubicBezTo>
                  <a:pt x="10620556" y="5315430"/>
                  <a:pt x="10624890" y="5310521"/>
                  <a:pt x="10633557" y="5307069"/>
                </a:cubicBezTo>
                <a:cubicBezTo>
                  <a:pt x="10641790" y="5303775"/>
                  <a:pt x="10649503" y="5302128"/>
                  <a:pt x="10656696" y="5302128"/>
                </a:cubicBezTo>
                <a:close/>
                <a:moveTo>
                  <a:pt x="7300744" y="5302128"/>
                </a:moveTo>
                <a:cubicBezTo>
                  <a:pt x="7305749" y="5302128"/>
                  <a:pt x="7308177" y="5304406"/>
                  <a:pt x="7308026" y="5308963"/>
                </a:cubicBezTo>
                <a:lnTo>
                  <a:pt x="7307166" y="5338808"/>
                </a:lnTo>
                <a:cubicBezTo>
                  <a:pt x="7307124" y="5340815"/>
                  <a:pt x="7307103" y="5345200"/>
                  <a:pt x="7307103" y="5351961"/>
                </a:cubicBezTo>
                <a:cubicBezTo>
                  <a:pt x="7307103" y="5358333"/>
                  <a:pt x="7307188" y="5362030"/>
                  <a:pt x="7307359" y="5363051"/>
                </a:cubicBezTo>
                <a:cubicBezTo>
                  <a:pt x="7307618" y="5364570"/>
                  <a:pt x="7308286" y="5365330"/>
                  <a:pt x="7309361" y="5365330"/>
                </a:cubicBezTo>
                <a:cubicBezTo>
                  <a:pt x="7310913" y="5365330"/>
                  <a:pt x="7313434" y="5364246"/>
                  <a:pt x="7316922" y="5362080"/>
                </a:cubicBezTo>
                <a:cubicBezTo>
                  <a:pt x="7320412" y="5359913"/>
                  <a:pt x="7322156" y="5358583"/>
                  <a:pt x="7322156" y="5358090"/>
                </a:cubicBezTo>
                <a:cubicBezTo>
                  <a:pt x="7322156" y="5357833"/>
                  <a:pt x="7321586" y="5356953"/>
                  <a:pt x="7320445" y="5355450"/>
                </a:cubicBezTo>
                <a:cubicBezTo>
                  <a:pt x="7319159" y="5353761"/>
                  <a:pt x="7318516" y="5352087"/>
                  <a:pt x="7318516" y="5350429"/>
                </a:cubicBezTo>
                <a:cubicBezTo>
                  <a:pt x="7318516" y="5342232"/>
                  <a:pt x="7327659" y="5338134"/>
                  <a:pt x="7345943" y="5338134"/>
                </a:cubicBezTo>
                <a:cubicBezTo>
                  <a:pt x="7354968" y="5338134"/>
                  <a:pt x="7362145" y="5339068"/>
                  <a:pt x="7367474" y="5340937"/>
                </a:cubicBezTo>
                <a:cubicBezTo>
                  <a:pt x="7369927" y="5341783"/>
                  <a:pt x="7371954" y="5343236"/>
                  <a:pt x="7373555" y="5345293"/>
                </a:cubicBezTo>
                <a:cubicBezTo>
                  <a:pt x="7375155" y="5347351"/>
                  <a:pt x="7375956" y="5349574"/>
                  <a:pt x="7375956" y="5351961"/>
                </a:cubicBezTo>
                <a:cubicBezTo>
                  <a:pt x="7375956" y="5355698"/>
                  <a:pt x="7374166" y="5358314"/>
                  <a:pt x="7370587" y="5359810"/>
                </a:cubicBezTo>
                <a:cubicBezTo>
                  <a:pt x="7369949" y="5360094"/>
                  <a:pt x="7367948" y="5360544"/>
                  <a:pt x="7364585" y="5361162"/>
                </a:cubicBezTo>
                <a:cubicBezTo>
                  <a:pt x="7362104" y="5361613"/>
                  <a:pt x="7358830" y="5363189"/>
                  <a:pt x="7354764" y="5365890"/>
                </a:cubicBezTo>
                <a:cubicBezTo>
                  <a:pt x="7350697" y="5368591"/>
                  <a:pt x="7348663" y="5370269"/>
                  <a:pt x="7348663" y="5370923"/>
                </a:cubicBezTo>
                <a:cubicBezTo>
                  <a:pt x="7348663" y="5371450"/>
                  <a:pt x="7351253" y="5375313"/>
                  <a:pt x="7356430" y="5382512"/>
                </a:cubicBezTo>
                <a:cubicBezTo>
                  <a:pt x="7361608" y="5389711"/>
                  <a:pt x="7366073" y="5395922"/>
                  <a:pt x="7369825" y="5401145"/>
                </a:cubicBezTo>
                <a:cubicBezTo>
                  <a:pt x="7373805" y="5405221"/>
                  <a:pt x="7376584" y="5407942"/>
                  <a:pt x="7378159" y="5409310"/>
                </a:cubicBezTo>
                <a:cubicBezTo>
                  <a:pt x="7379734" y="5410678"/>
                  <a:pt x="7381956" y="5412155"/>
                  <a:pt x="7384825" y="5413741"/>
                </a:cubicBezTo>
                <a:cubicBezTo>
                  <a:pt x="7390148" y="5416625"/>
                  <a:pt x="7392810" y="5420036"/>
                  <a:pt x="7392810" y="5423973"/>
                </a:cubicBezTo>
                <a:cubicBezTo>
                  <a:pt x="7392810" y="5428048"/>
                  <a:pt x="7391126" y="5431196"/>
                  <a:pt x="7387756" y="5433417"/>
                </a:cubicBezTo>
                <a:cubicBezTo>
                  <a:pt x="7384387" y="5435638"/>
                  <a:pt x="7379962" y="5436748"/>
                  <a:pt x="7374479" y="5436748"/>
                </a:cubicBezTo>
                <a:lnTo>
                  <a:pt x="7343391" y="5436748"/>
                </a:lnTo>
                <a:cubicBezTo>
                  <a:pt x="7338869" y="5436674"/>
                  <a:pt x="7335338" y="5434993"/>
                  <a:pt x="7332799" y="5431706"/>
                </a:cubicBezTo>
                <a:lnTo>
                  <a:pt x="7316901" y="5411309"/>
                </a:lnTo>
                <a:cubicBezTo>
                  <a:pt x="7312650" y="5405897"/>
                  <a:pt x="7310183" y="5402815"/>
                  <a:pt x="7309501" y="5402062"/>
                </a:cubicBezTo>
                <a:cubicBezTo>
                  <a:pt x="7308819" y="5401309"/>
                  <a:pt x="7308453" y="5400933"/>
                  <a:pt x="7308404" y="5400933"/>
                </a:cubicBezTo>
                <a:cubicBezTo>
                  <a:pt x="7308737" y="5400933"/>
                  <a:pt x="7308843" y="5401205"/>
                  <a:pt x="7308722" y="5401749"/>
                </a:cubicBezTo>
                <a:cubicBezTo>
                  <a:pt x="7308601" y="5402292"/>
                  <a:pt x="7308540" y="5404115"/>
                  <a:pt x="7308540" y="5407216"/>
                </a:cubicBezTo>
                <a:cubicBezTo>
                  <a:pt x="7308540" y="5409825"/>
                  <a:pt x="7308795" y="5411652"/>
                  <a:pt x="7309304" y="5412697"/>
                </a:cubicBezTo>
                <a:cubicBezTo>
                  <a:pt x="7309813" y="5413741"/>
                  <a:pt x="7311090" y="5415086"/>
                  <a:pt x="7313134" y="5416732"/>
                </a:cubicBezTo>
                <a:cubicBezTo>
                  <a:pt x="7315306" y="5418487"/>
                  <a:pt x="7316392" y="5420965"/>
                  <a:pt x="7316392" y="5424166"/>
                </a:cubicBezTo>
                <a:cubicBezTo>
                  <a:pt x="7316392" y="5429497"/>
                  <a:pt x="7313768" y="5433262"/>
                  <a:pt x="7308519" y="5435461"/>
                </a:cubicBezTo>
                <a:cubicBezTo>
                  <a:pt x="7303271" y="5437660"/>
                  <a:pt x="7295060" y="5438760"/>
                  <a:pt x="7283889" y="5438760"/>
                </a:cubicBezTo>
                <a:cubicBezTo>
                  <a:pt x="7270899" y="5438760"/>
                  <a:pt x="7262123" y="5438113"/>
                  <a:pt x="7257562" y="5436820"/>
                </a:cubicBezTo>
                <a:cubicBezTo>
                  <a:pt x="7255569" y="5436234"/>
                  <a:pt x="7253675" y="5434800"/>
                  <a:pt x="7251879" y="5432519"/>
                </a:cubicBezTo>
                <a:cubicBezTo>
                  <a:pt x="7250083" y="5430237"/>
                  <a:pt x="7249185" y="5427772"/>
                  <a:pt x="7249185" y="5425123"/>
                </a:cubicBezTo>
                <a:cubicBezTo>
                  <a:pt x="7249185" y="5421998"/>
                  <a:pt x="7250580" y="5419507"/>
                  <a:pt x="7253370" y="5417648"/>
                </a:cubicBezTo>
                <a:cubicBezTo>
                  <a:pt x="7255968" y="5415988"/>
                  <a:pt x="7257507" y="5414870"/>
                  <a:pt x="7257985" y="5414297"/>
                </a:cubicBezTo>
                <a:cubicBezTo>
                  <a:pt x="7258463" y="5413723"/>
                  <a:pt x="7258850" y="5412808"/>
                  <a:pt x="7259144" y="5411553"/>
                </a:cubicBezTo>
                <a:cubicBezTo>
                  <a:pt x="7260612" y="5402590"/>
                  <a:pt x="7261315" y="5388887"/>
                  <a:pt x="7261252" y="5370444"/>
                </a:cubicBezTo>
                <a:lnTo>
                  <a:pt x="7261252" y="5349472"/>
                </a:lnTo>
                <a:cubicBezTo>
                  <a:pt x="7261252" y="5342570"/>
                  <a:pt x="7260973" y="5338368"/>
                  <a:pt x="7260415" y="5336865"/>
                </a:cubicBezTo>
                <a:cubicBezTo>
                  <a:pt x="7259857" y="5335362"/>
                  <a:pt x="7258525" y="5334470"/>
                  <a:pt x="7256419" y="5334189"/>
                </a:cubicBezTo>
                <a:cubicBezTo>
                  <a:pt x="7250064" y="5333335"/>
                  <a:pt x="7246887" y="5330513"/>
                  <a:pt x="7246887" y="5325724"/>
                </a:cubicBezTo>
                <a:cubicBezTo>
                  <a:pt x="7246887" y="5322700"/>
                  <a:pt x="7248198" y="5320078"/>
                  <a:pt x="7250818" y="5317857"/>
                </a:cubicBezTo>
                <a:cubicBezTo>
                  <a:pt x="7253439" y="5315636"/>
                  <a:pt x="7257045" y="5313819"/>
                  <a:pt x="7261635" y="5312406"/>
                </a:cubicBezTo>
                <a:cubicBezTo>
                  <a:pt x="7279416" y="5305554"/>
                  <a:pt x="7292452" y="5302128"/>
                  <a:pt x="7300744" y="5302128"/>
                </a:cubicBezTo>
                <a:close/>
                <a:moveTo>
                  <a:pt x="6027547" y="5302128"/>
                </a:moveTo>
                <a:cubicBezTo>
                  <a:pt x="6033476" y="5302128"/>
                  <a:pt x="6038317" y="5303323"/>
                  <a:pt x="6042069" y="5305714"/>
                </a:cubicBezTo>
                <a:cubicBezTo>
                  <a:pt x="6045821" y="5308105"/>
                  <a:pt x="6047697" y="5311391"/>
                  <a:pt x="6047697" y="5315572"/>
                </a:cubicBezTo>
                <a:cubicBezTo>
                  <a:pt x="6047697" y="5321228"/>
                  <a:pt x="6044897" y="5325692"/>
                  <a:pt x="6039297" y="5328965"/>
                </a:cubicBezTo>
                <a:cubicBezTo>
                  <a:pt x="6031229" y="5333660"/>
                  <a:pt x="6021471" y="5336008"/>
                  <a:pt x="6010023" y="5336008"/>
                </a:cubicBezTo>
                <a:cubicBezTo>
                  <a:pt x="6004962" y="5336008"/>
                  <a:pt x="6001031" y="5335095"/>
                  <a:pt x="5998228" y="5333268"/>
                </a:cubicBezTo>
                <a:cubicBezTo>
                  <a:pt x="5993680" y="5330447"/>
                  <a:pt x="5991406" y="5326623"/>
                  <a:pt x="5991406" y="5321797"/>
                </a:cubicBezTo>
                <a:cubicBezTo>
                  <a:pt x="5991406" y="5315430"/>
                  <a:pt x="5995740" y="5310521"/>
                  <a:pt x="6004407" y="5307069"/>
                </a:cubicBezTo>
                <a:cubicBezTo>
                  <a:pt x="6012641" y="5303775"/>
                  <a:pt x="6020354" y="5302128"/>
                  <a:pt x="6027547" y="5302128"/>
                </a:cubicBezTo>
                <a:close/>
                <a:moveTo>
                  <a:pt x="5617972" y="5302128"/>
                </a:moveTo>
                <a:cubicBezTo>
                  <a:pt x="5623901" y="5302128"/>
                  <a:pt x="5628742" y="5303323"/>
                  <a:pt x="5632494" y="5305714"/>
                </a:cubicBezTo>
                <a:cubicBezTo>
                  <a:pt x="5636246" y="5308105"/>
                  <a:pt x="5638122" y="5311391"/>
                  <a:pt x="5638122" y="5315572"/>
                </a:cubicBezTo>
                <a:cubicBezTo>
                  <a:pt x="5638122" y="5321228"/>
                  <a:pt x="5635323" y="5325692"/>
                  <a:pt x="5629722" y="5328965"/>
                </a:cubicBezTo>
                <a:cubicBezTo>
                  <a:pt x="5621655" y="5333660"/>
                  <a:pt x="5611896" y="5336008"/>
                  <a:pt x="5600448" y="5336008"/>
                </a:cubicBezTo>
                <a:cubicBezTo>
                  <a:pt x="5595388" y="5336008"/>
                  <a:pt x="5591456" y="5335095"/>
                  <a:pt x="5588653" y="5333268"/>
                </a:cubicBezTo>
                <a:cubicBezTo>
                  <a:pt x="5584105" y="5330447"/>
                  <a:pt x="5581831" y="5326623"/>
                  <a:pt x="5581831" y="5321797"/>
                </a:cubicBezTo>
                <a:cubicBezTo>
                  <a:pt x="5581831" y="5315430"/>
                  <a:pt x="5586165" y="5310521"/>
                  <a:pt x="5594832" y="5307069"/>
                </a:cubicBezTo>
                <a:cubicBezTo>
                  <a:pt x="5603065" y="5303775"/>
                  <a:pt x="5610779" y="5302128"/>
                  <a:pt x="5617972" y="5302128"/>
                </a:cubicBezTo>
                <a:close/>
                <a:moveTo>
                  <a:pt x="4998847" y="5302128"/>
                </a:moveTo>
                <a:cubicBezTo>
                  <a:pt x="5004776" y="5302128"/>
                  <a:pt x="5009617" y="5303323"/>
                  <a:pt x="5013369" y="5305714"/>
                </a:cubicBezTo>
                <a:cubicBezTo>
                  <a:pt x="5017122" y="5308105"/>
                  <a:pt x="5018997" y="5311391"/>
                  <a:pt x="5018997" y="5315572"/>
                </a:cubicBezTo>
                <a:cubicBezTo>
                  <a:pt x="5018997" y="5321228"/>
                  <a:pt x="5016198" y="5325692"/>
                  <a:pt x="5010598" y="5328965"/>
                </a:cubicBezTo>
                <a:cubicBezTo>
                  <a:pt x="5002530" y="5333660"/>
                  <a:pt x="4992772" y="5336008"/>
                  <a:pt x="4981324" y="5336008"/>
                </a:cubicBezTo>
                <a:cubicBezTo>
                  <a:pt x="4976263" y="5336008"/>
                  <a:pt x="4972331" y="5335095"/>
                  <a:pt x="4969528" y="5333268"/>
                </a:cubicBezTo>
                <a:cubicBezTo>
                  <a:pt x="4964981" y="5330447"/>
                  <a:pt x="4962707" y="5326623"/>
                  <a:pt x="4962707" y="5321797"/>
                </a:cubicBezTo>
                <a:cubicBezTo>
                  <a:pt x="4962707" y="5315430"/>
                  <a:pt x="4967040" y="5310521"/>
                  <a:pt x="4975708" y="5307069"/>
                </a:cubicBezTo>
                <a:cubicBezTo>
                  <a:pt x="4983941" y="5303775"/>
                  <a:pt x="4991655" y="5302128"/>
                  <a:pt x="4998847" y="5302128"/>
                </a:cubicBezTo>
                <a:close/>
                <a:moveTo>
                  <a:pt x="4421130" y="5302128"/>
                </a:moveTo>
                <a:cubicBezTo>
                  <a:pt x="4425880" y="5302128"/>
                  <a:pt x="4428213" y="5304724"/>
                  <a:pt x="4428128" y="5309918"/>
                </a:cubicBezTo>
                <a:lnTo>
                  <a:pt x="4426915" y="5346297"/>
                </a:lnTo>
                <a:lnTo>
                  <a:pt x="4426915" y="5348577"/>
                </a:lnTo>
                <a:lnTo>
                  <a:pt x="4428689" y="5347115"/>
                </a:lnTo>
                <a:cubicBezTo>
                  <a:pt x="4436529" y="5340681"/>
                  <a:pt x="4445181" y="5337464"/>
                  <a:pt x="4454645" y="5337464"/>
                </a:cubicBezTo>
                <a:cubicBezTo>
                  <a:pt x="4464114" y="5337464"/>
                  <a:pt x="4472682" y="5341990"/>
                  <a:pt x="4480349" y="5351043"/>
                </a:cubicBezTo>
                <a:cubicBezTo>
                  <a:pt x="4488904" y="5357317"/>
                  <a:pt x="4493182" y="5367231"/>
                  <a:pt x="4493182" y="5380786"/>
                </a:cubicBezTo>
                <a:cubicBezTo>
                  <a:pt x="4493182" y="5399969"/>
                  <a:pt x="4485998" y="5415321"/>
                  <a:pt x="4471632" y="5426841"/>
                </a:cubicBezTo>
                <a:cubicBezTo>
                  <a:pt x="4461320" y="5435169"/>
                  <a:pt x="4449210" y="5439333"/>
                  <a:pt x="4435302" y="5439333"/>
                </a:cubicBezTo>
                <a:cubicBezTo>
                  <a:pt x="4428449" y="5439333"/>
                  <a:pt x="4422267" y="5438459"/>
                  <a:pt x="4416756" y="5436710"/>
                </a:cubicBezTo>
                <a:cubicBezTo>
                  <a:pt x="4411246" y="5434961"/>
                  <a:pt x="4405216" y="5431970"/>
                  <a:pt x="4398668" y="5427737"/>
                </a:cubicBezTo>
                <a:cubicBezTo>
                  <a:pt x="4398146" y="5427424"/>
                  <a:pt x="4397781" y="5427268"/>
                  <a:pt x="4397572" y="5427268"/>
                </a:cubicBezTo>
                <a:cubicBezTo>
                  <a:pt x="4397122" y="5427268"/>
                  <a:pt x="4395377" y="5427834"/>
                  <a:pt x="4392340" y="5428965"/>
                </a:cubicBezTo>
                <a:cubicBezTo>
                  <a:pt x="4390466" y="5429685"/>
                  <a:pt x="4388284" y="5430044"/>
                  <a:pt x="4385795" y="5430044"/>
                </a:cubicBezTo>
                <a:cubicBezTo>
                  <a:pt x="4380533" y="5430044"/>
                  <a:pt x="4377902" y="5428116"/>
                  <a:pt x="4377902" y="5424260"/>
                </a:cubicBezTo>
                <a:cubicBezTo>
                  <a:pt x="4377902" y="5423203"/>
                  <a:pt x="4378083" y="5422063"/>
                  <a:pt x="4378443" y="5420839"/>
                </a:cubicBezTo>
                <a:cubicBezTo>
                  <a:pt x="4379693" y="5416775"/>
                  <a:pt x="4380538" y="5411727"/>
                  <a:pt x="4380978" y="5405697"/>
                </a:cubicBezTo>
                <a:cubicBezTo>
                  <a:pt x="4381418" y="5399667"/>
                  <a:pt x="4381639" y="5390055"/>
                  <a:pt x="4381639" y="5376859"/>
                </a:cubicBezTo>
                <a:lnTo>
                  <a:pt x="4381639" y="5350429"/>
                </a:lnTo>
                <a:cubicBezTo>
                  <a:pt x="4381639" y="5344108"/>
                  <a:pt x="4381439" y="5340302"/>
                  <a:pt x="4381042" y="5339010"/>
                </a:cubicBezTo>
                <a:cubicBezTo>
                  <a:pt x="4380643" y="5337719"/>
                  <a:pt x="4380110" y="5336750"/>
                  <a:pt x="4379441" y="5336104"/>
                </a:cubicBezTo>
                <a:cubicBezTo>
                  <a:pt x="4374726" y="5334483"/>
                  <a:pt x="4371600" y="5332846"/>
                  <a:pt x="4370060" y="5331192"/>
                </a:cubicBezTo>
                <a:cubicBezTo>
                  <a:pt x="4368522" y="5329539"/>
                  <a:pt x="4367752" y="5327396"/>
                  <a:pt x="4367752" y="5324765"/>
                </a:cubicBezTo>
                <a:cubicBezTo>
                  <a:pt x="4367752" y="5319645"/>
                  <a:pt x="4372317" y="5315045"/>
                  <a:pt x="4381446" y="5310965"/>
                </a:cubicBezTo>
                <a:cubicBezTo>
                  <a:pt x="4387326" y="5308395"/>
                  <a:pt x="4394061" y="5306280"/>
                  <a:pt x="4401650" y="5304619"/>
                </a:cubicBezTo>
                <a:cubicBezTo>
                  <a:pt x="4409240" y="5302958"/>
                  <a:pt x="4415733" y="5302128"/>
                  <a:pt x="4421130" y="5302128"/>
                </a:cubicBezTo>
                <a:close/>
                <a:moveTo>
                  <a:pt x="3951098" y="5302128"/>
                </a:moveTo>
                <a:cubicBezTo>
                  <a:pt x="3957027" y="5302128"/>
                  <a:pt x="3961869" y="5303323"/>
                  <a:pt x="3965621" y="5305714"/>
                </a:cubicBezTo>
                <a:cubicBezTo>
                  <a:pt x="3969372" y="5308105"/>
                  <a:pt x="3971248" y="5311391"/>
                  <a:pt x="3971248" y="5315572"/>
                </a:cubicBezTo>
                <a:cubicBezTo>
                  <a:pt x="3971248" y="5321228"/>
                  <a:pt x="3968448" y="5325692"/>
                  <a:pt x="3962849" y="5328965"/>
                </a:cubicBezTo>
                <a:cubicBezTo>
                  <a:pt x="3954782" y="5333660"/>
                  <a:pt x="3945023" y="5336008"/>
                  <a:pt x="3933575" y="5336008"/>
                </a:cubicBezTo>
                <a:cubicBezTo>
                  <a:pt x="3928514" y="5336008"/>
                  <a:pt x="3924583" y="5335095"/>
                  <a:pt x="3921779" y="5333268"/>
                </a:cubicBezTo>
                <a:cubicBezTo>
                  <a:pt x="3917232" y="5330447"/>
                  <a:pt x="3914957" y="5326623"/>
                  <a:pt x="3914957" y="5321797"/>
                </a:cubicBezTo>
                <a:cubicBezTo>
                  <a:pt x="3914957" y="5315430"/>
                  <a:pt x="3919292" y="5310521"/>
                  <a:pt x="3927958" y="5307069"/>
                </a:cubicBezTo>
                <a:cubicBezTo>
                  <a:pt x="3936192" y="5303775"/>
                  <a:pt x="3943905" y="5302128"/>
                  <a:pt x="3951098" y="5302128"/>
                </a:cubicBezTo>
                <a:close/>
                <a:moveTo>
                  <a:pt x="2970023" y="5302128"/>
                </a:moveTo>
                <a:cubicBezTo>
                  <a:pt x="2975952" y="5302128"/>
                  <a:pt x="2980793" y="5303323"/>
                  <a:pt x="2984545" y="5305714"/>
                </a:cubicBezTo>
                <a:cubicBezTo>
                  <a:pt x="2988297" y="5308105"/>
                  <a:pt x="2990173" y="5311391"/>
                  <a:pt x="2990173" y="5315572"/>
                </a:cubicBezTo>
                <a:cubicBezTo>
                  <a:pt x="2990173" y="5321228"/>
                  <a:pt x="2987374" y="5325692"/>
                  <a:pt x="2981773" y="5328965"/>
                </a:cubicBezTo>
                <a:cubicBezTo>
                  <a:pt x="2973706" y="5333660"/>
                  <a:pt x="2963948" y="5336008"/>
                  <a:pt x="2952499" y="5336008"/>
                </a:cubicBezTo>
                <a:cubicBezTo>
                  <a:pt x="2947438" y="5336008"/>
                  <a:pt x="2943507" y="5335095"/>
                  <a:pt x="2940704" y="5333268"/>
                </a:cubicBezTo>
                <a:cubicBezTo>
                  <a:pt x="2936156" y="5330447"/>
                  <a:pt x="2933882" y="5326623"/>
                  <a:pt x="2933882" y="5321797"/>
                </a:cubicBezTo>
                <a:cubicBezTo>
                  <a:pt x="2933882" y="5315430"/>
                  <a:pt x="2938216" y="5310521"/>
                  <a:pt x="2946883" y="5307069"/>
                </a:cubicBezTo>
                <a:cubicBezTo>
                  <a:pt x="2955117" y="5303775"/>
                  <a:pt x="2962830" y="5302128"/>
                  <a:pt x="2970023" y="5302128"/>
                </a:cubicBezTo>
                <a:close/>
                <a:moveTo>
                  <a:pt x="2017523" y="5302128"/>
                </a:moveTo>
                <a:cubicBezTo>
                  <a:pt x="2023452" y="5302128"/>
                  <a:pt x="2028293" y="5303323"/>
                  <a:pt x="2032045" y="5305714"/>
                </a:cubicBezTo>
                <a:cubicBezTo>
                  <a:pt x="2035797" y="5308105"/>
                  <a:pt x="2037673" y="5311391"/>
                  <a:pt x="2037673" y="5315572"/>
                </a:cubicBezTo>
                <a:cubicBezTo>
                  <a:pt x="2037673" y="5321228"/>
                  <a:pt x="2034873" y="5325692"/>
                  <a:pt x="2029274" y="5328965"/>
                </a:cubicBezTo>
                <a:cubicBezTo>
                  <a:pt x="2021206" y="5333660"/>
                  <a:pt x="2011448" y="5336008"/>
                  <a:pt x="1999999" y="5336008"/>
                </a:cubicBezTo>
                <a:cubicBezTo>
                  <a:pt x="1994939" y="5336008"/>
                  <a:pt x="1991007" y="5335095"/>
                  <a:pt x="1988204" y="5333268"/>
                </a:cubicBezTo>
                <a:cubicBezTo>
                  <a:pt x="1983656" y="5330447"/>
                  <a:pt x="1981383" y="5326623"/>
                  <a:pt x="1981383" y="5321797"/>
                </a:cubicBezTo>
                <a:cubicBezTo>
                  <a:pt x="1981383" y="5315430"/>
                  <a:pt x="1985716" y="5310521"/>
                  <a:pt x="1994383" y="5307069"/>
                </a:cubicBezTo>
                <a:cubicBezTo>
                  <a:pt x="2002617" y="5303775"/>
                  <a:pt x="2010330" y="5302128"/>
                  <a:pt x="2017523" y="5302128"/>
                </a:cubicBezTo>
                <a:close/>
                <a:moveTo>
                  <a:pt x="1198373" y="5302128"/>
                </a:moveTo>
                <a:cubicBezTo>
                  <a:pt x="1204302" y="5302128"/>
                  <a:pt x="1209143" y="5303323"/>
                  <a:pt x="1212895" y="5305714"/>
                </a:cubicBezTo>
                <a:cubicBezTo>
                  <a:pt x="1216647" y="5308105"/>
                  <a:pt x="1218523" y="5311391"/>
                  <a:pt x="1218523" y="5315572"/>
                </a:cubicBezTo>
                <a:cubicBezTo>
                  <a:pt x="1218523" y="5321228"/>
                  <a:pt x="1215723" y="5325692"/>
                  <a:pt x="1210124" y="5328965"/>
                </a:cubicBezTo>
                <a:cubicBezTo>
                  <a:pt x="1202056" y="5333660"/>
                  <a:pt x="1192298" y="5336008"/>
                  <a:pt x="1180849" y="5336008"/>
                </a:cubicBezTo>
                <a:cubicBezTo>
                  <a:pt x="1175789" y="5336008"/>
                  <a:pt x="1171857" y="5335095"/>
                  <a:pt x="1169054" y="5333268"/>
                </a:cubicBezTo>
                <a:cubicBezTo>
                  <a:pt x="1164506" y="5330447"/>
                  <a:pt x="1162233" y="5326623"/>
                  <a:pt x="1162233" y="5321797"/>
                </a:cubicBezTo>
                <a:cubicBezTo>
                  <a:pt x="1162233" y="5315430"/>
                  <a:pt x="1166566" y="5310521"/>
                  <a:pt x="1175233" y="5307069"/>
                </a:cubicBezTo>
                <a:cubicBezTo>
                  <a:pt x="1183467" y="5303775"/>
                  <a:pt x="1191180" y="5302128"/>
                  <a:pt x="1198373" y="5302128"/>
                </a:cubicBezTo>
                <a:close/>
                <a:moveTo>
                  <a:pt x="617348" y="5302128"/>
                </a:moveTo>
                <a:cubicBezTo>
                  <a:pt x="623277" y="5302128"/>
                  <a:pt x="628118" y="5303323"/>
                  <a:pt x="631870" y="5305714"/>
                </a:cubicBezTo>
                <a:cubicBezTo>
                  <a:pt x="635622" y="5308105"/>
                  <a:pt x="637498" y="5311391"/>
                  <a:pt x="637498" y="5315572"/>
                </a:cubicBezTo>
                <a:cubicBezTo>
                  <a:pt x="637498" y="5321228"/>
                  <a:pt x="634698" y="5325692"/>
                  <a:pt x="629099" y="5328965"/>
                </a:cubicBezTo>
                <a:cubicBezTo>
                  <a:pt x="621031" y="5333660"/>
                  <a:pt x="611273" y="5336008"/>
                  <a:pt x="599824" y="5336008"/>
                </a:cubicBezTo>
                <a:cubicBezTo>
                  <a:pt x="594764" y="5336008"/>
                  <a:pt x="590832" y="5335095"/>
                  <a:pt x="588029" y="5333268"/>
                </a:cubicBezTo>
                <a:cubicBezTo>
                  <a:pt x="583481" y="5330447"/>
                  <a:pt x="581207" y="5326623"/>
                  <a:pt x="581207" y="5321797"/>
                </a:cubicBezTo>
                <a:cubicBezTo>
                  <a:pt x="581207" y="5315430"/>
                  <a:pt x="585541" y="5310521"/>
                  <a:pt x="594208" y="5307069"/>
                </a:cubicBezTo>
                <a:cubicBezTo>
                  <a:pt x="602442" y="5303775"/>
                  <a:pt x="610155" y="5302128"/>
                  <a:pt x="617348" y="5302128"/>
                </a:cubicBezTo>
                <a:close/>
                <a:moveTo>
                  <a:pt x="10224247" y="5302031"/>
                </a:moveTo>
                <a:cubicBezTo>
                  <a:pt x="10230659" y="5302031"/>
                  <a:pt x="10233864" y="5305811"/>
                  <a:pt x="10233864" y="5313370"/>
                </a:cubicBezTo>
                <a:cubicBezTo>
                  <a:pt x="10233864" y="5315290"/>
                  <a:pt x="10233529" y="5320104"/>
                  <a:pt x="10232859" y="5327811"/>
                </a:cubicBezTo>
                <a:cubicBezTo>
                  <a:pt x="10232038" y="5339118"/>
                  <a:pt x="10231574" y="5348816"/>
                  <a:pt x="10231470" y="5356903"/>
                </a:cubicBezTo>
                <a:lnTo>
                  <a:pt x="10231470" y="5389596"/>
                </a:lnTo>
                <a:cubicBezTo>
                  <a:pt x="10231470" y="5403200"/>
                  <a:pt x="10231637" y="5410897"/>
                  <a:pt x="10231969" y="5412685"/>
                </a:cubicBezTo>
                <a:cubicBezTo>
                  <a:pt x="10232300" y="5414474"/>
                  <a:pt x="10233505" y="5415827"/>
                  <a:pt x="10235583" y="5416745"/>
                </a:cubicBezTo>
                <a:cubicBezTo>
                  <a:pt x="10238238" y="5417893"/>
                  <a:pt x="10240101" y="5419065"/>
                  <a:pt x="10241168" y="5420261"/>
                </a:cubicBezTo>
                <a:cubicBezTo>
                  <a:pt x="10242235" y="5421457"/>
                  <a:pt x="10242769" y="5423110"/>
                  <a:pt x="10242769" y="5425219"/>
                </a:cubicBezTo>
                <a:cubicBezTo>
                  <a:pt x="10242769" y="5427808"/>
                  <a:pt x="10241876" y="5430129"/>
                  <a:pt x="10240089" y="5432181"/>
                </a:cubicBezTo>
                <a:cubicBezTo>
                  <a:pt x="10238303" y="5434233"/>
                  <a:pt x="10236089" y="5435632"/>
                  <a:pt x="10233446" y="5436377"/>
                </a:cubicBezTo>
                <a:cubicBezTo>
                  <a:pt x="10228461" y="5437901"/>
                  <a:pt x="10220384" y="5438663"/>
                  <a:pt x="10209214" y="5438663"/>
                </a:cubicBezTo>
                <a:cubicBezTo>
                  <a:pt x="10196643" y="5438663"/>
                  <a:pt x="10188392" y="5437738"/>
                  <a:pt x="10184458" y="5435886"/>
                </a:cubicBezTo>
                <a:cubicBezTo>
                  <a:pt x="10180561" y="5434868"/>
                  <a:pt x="10177754" y="5433331"/>
                  <a:pt x="10176035" y="5431275"/>
                </a:cubicBezTo>
                <a:cubicBezTo>
                  <a:pt x="10174316" y="5429219"/>
                  <a:pt x="10173456" y="5426977"/>
                  <a:pt x="10173456" y="5424549"/>
                </a:cubicBezTo>
                <a:cubicBezTo>
                  <a:pt x="10173456" y="5422482"/>
                  <a:pt x="10173984" y="5420899"/>
                  <a:pt x="10175038" y="5419803"/>
                </a:cubicBezTo>
                <a:cubicBezTo>
                  <a:pt x="10176091" y="5418706"/>
                  <a:pt x="10178090" y="5417527"/>
                  <a:pt x="10181032" y="5416267"/>
                </a:cubicBezTo>
                <a:cubicBezTo>
                  <a:pt x="10182835" y="5415480"/>
                  <a:pt x="10183981" y="5413031"/>
                  <a:pt x="10184469" y="5408917"/>
                </a:cubicBezTo>
                <a:cubicBezTo>
                  <a:pt x="10185490" y="5400620"/>
                  <a:pt x="10186001" y="5388880"/>
                  <a:pt x="10186001" y="5373699"/>
                </a:cubicBezTo>
                <a:cubicBezTo>
                  <a:pt x="10186001" y="5358284"/>
                  <a:pt x="10185587" y="5348509"/>
                  <a:pt x="10184760" y="5344374"/>
                </a:cubicBezTo>
                <a:cubicBezTo>
                  <a:pt x="10183933" y="5340238"/>
                  <a:pt x="10181933" y="5337207"/>
                  <a:pt x="10178761" y="5335281"/>
                </a:cubicBezTo>
                <a:cubicBezTo>
                  <a:pt x="10175952" y="5333676"/>
                  <a:pt x="10173951" y="5332046"/>
                  <a:pt x="10172757" y="5330390"/>
                </a:cubicBezTo>
                <a:cubicBezTo>
                  <a:pt x="10171562" y="5328735"/>
                  <a:pt x="10170966" y="5326700"/>
                  <a:pt x="10170966" y="5324286"/>
                </a:cubicBezTo>
                <a:cubicBezTo>
                  <a:pt x="10170966" y="5320521"/>
                  <a:pt x="10172638" y="5317339"/>
                  <a:pt x="10175984" y="5314741"/>
                </a:cubicBezTo>
                <a:cubicBezTo>
                  <a:pt x="10179329" y="5312143"/>
                  <a:pt x="10184402" y="5309821"/>
                  <a:pt x="10191205" y="5307774"/>
                </a:cubicBezTo>
                <a:cubicBezTo>
                  <a:pt x="10195703" y="5306405"/>
                  <a:pt x="10201511" y="5305105"/>
                  <a:pt x="10208627" y="5303876"/>
                </a:cubicBezTo>
                <a:cubicBezTo>
                  <a:pt x="10215743" y="5302646"/>
                  <a:pt x="10220950" y="5302031"/>
                  <a:pt x="10224247" y="5302031"/>
                </a:cubicBezTo>
                <a:close/>
                <a:moveTo>
                  <a:pt x="9843247" y="5302031"/>
                </a:moveTo>
                <a:cubicBezTo>
                  <a:pt x="9849659" y="5302031"/>
                  <a:pt x="9852864" y="5305811"/>
                  <a:pt x="9852864" y="5313370"/>
                </a:cubicBezTo>
                <a:cubicBezTo>
                  <a:pt x="9852864" y="5315290"/>
                  <a:pt x="9852529" y="5320104"/>
                  <a:pt x="9851859" y="5327811"/>
                </a:cubicBezTo>
                <a:cubicBezTo>
                  <a:pt x="9851038" y="5339118"/>
                  <a:pt x="9850574" y="5348816"/>
                  <a:pt x="9850470" y="5356903"/>
                </a:cubicBezTo>
                <a:lnTo>
                  <a:pt x="9850470" y="5389596"/>
                </a:lnTo>
                <a:cubicBezTo>
                  <a:pt x="9850470" y="5403200"/>
                  <a:pt x="9850636" y="5410897"/>
                  <a:pt x="9850968" y="5412685"/>
                </a:cubicBezTo>
                <a:cubicBezTo>
                  <a:pt x="9851300" y="5414474"/>
                  <a:pt x="9852505" y="5415827"/>
                  <a:pt x="9854583" y="5416745"/>
                </a:cubicBezTo>
                <a:cubicBezTo>
                  <a:pt x="9857238" y="5417893"/>
                  <a:pt x="9859100" y="5419065"/>
                  <a:pt x="9860167" y="5420261"/>
                </a:cubicBezTo>
                <a:cubicBezTo>
                  <a:pt x="9861235" y="5421457"/>
                  <a:pt x="9861769" y="5423110"/>
                  <a:pt x="9861769" y="5425219"/>
                </a:cubicBezTo>
                <a:cubicBezTo>
                  <a:pt x="9861769" y="5427808"/>
                  <a:pt x="9860875" y="5430129"/>
                  <a:pt x="9859089" y="5432181"/>
                </a:cubicBezTo>
                <a:cubicBezTo>
                  <a:pt x="9857303" y="5434233"/>
                  <a:pt x="9855089" y="5435632"/>
                  <a:pt x="9852446" y="5436377"/>
                </a:cubicBezTo>
                <a:cubicBezTo>
                  <a:pt x="9847461" y="5437901"/>
                  <a:pt x="9839384" y="5438663"/>
                  <a:pt x="9828214" y="5438663"/>
                </a:cubicBezTo>
                <a:cubicBezTo>
                  <a:pt x="9815643" y="5438663"/>
                  <a:pt x="9807391" y="5437738"/>
                  <a:pt x="9803458" y="5435886"/>
                </a:cubicBezTo>
                <a:cubicBezTo>
                  <a:pt x="9799561" y="5434868"/>
                  <a:pt x="9796754" y="5433331"/>
                  <a:pt x="9795035" y="5431275"/>
                </a:cubicBezTo>
                <a:cubicBezTo>
                  <a:pt x="9793316" y="5429219"/>
                  <a:pt x="9792456" y="5426977"/>
                  <a:pt x="9792456" y="5424549"/>
                </a:cubicBezTo>
                <a:cubicBezTo>
                  <a:pt x="9792456" y="5422482"/>
                  <a:pt x="9792984" y="5420899"/>
                  <a:pt x="9794037" y="5419803"/>
                </a:cubicBezTo>
                <a:cubicBezTo>
                  <a:pt x="9795091" y="5418706"/>
                  <a:pt x="9797089" y="5417527"/>
                  <a:pt x="9800032" y="5416267"/>
                </a:cubicBezTo>
                <a:cubicBezTo>
                  <a:pt x="9801835" y="5415480"/>
                  <a:pt x="9802981" y="5413031"/>
                  <a:pt x="9803469" y="5408917"/>
                </a:cubicBezTo>
                <a:cubicBezTo>
                  <a:pt x="9804490" y="5400620"/>
                  <a:pt x="9805000" y="5388880"/>
                  <a:pt x="9805000" y="5373699"/>
                </a:cubicBezTo>
                <a:cubicBezTo>
                  <a:pt x="9805000" y="5358284"/>
                  <a:pt x="9804587" y="5348509"/>
                  <a:pt x="9803760" y="5344374"/>
                </a:cubicBezTo>
                <a:cubicBezTo>
                  <a:pt x="9802933" y="5340238"/>
                  <a:pt x="9800933" y="5337207"/>
                  <a:pt x="9797761" y="5335281"/>
                </a:cubicBezTo>
                <a:cubicBezTo>
                  <a:pt x="9794952" y="5333676"/>
                  <a:pt x="9792951" y="5332046"/>
                  <a:pt x="9791756" y="5330390"/>
                </a:cubicBezTo>
                <a:cubicBezTo>
                  <a:pt x="9790562" y="5328735"/>
                  <a:pt x="9789966" y="5326700"/>
                  <a:pt x="9789966" y="5324286"/>
                </a:cubicBezTo>
                <a:cubicBezTo>
                  <a:pt x="9789966" y="5320521"/>
                  <a:pt x="9791638" y="5317339"/>
                  <a:pt x="9794984" y="5314741"/>
                </a:cubicBezTo>
                <a:cubicBezTo>
                  <a:pt x="9798329" y="5312143"/>
                  <a:pt x="9803402" y="5309821"/>
                  <a:pt x="9810205" y="5307774"/>
                </a:cubicBezTo>
                <a:cubicBezTo>
                  <a:pt x="9814703" y="5306405"/>
                  <a:pt x="9820511" y="5305105"/>
                  <a:pt x="9827627" y="5303876"/>
                </a:cubicBezTo>
                <a:cubicBezTo>
                  <a:pt x="9834743" y="5302646"/>
                  <a:pt x="9839950" y="5302031"/>
                  <a:pt x="9843247" y="5302031"/>
                </a:cubicBezTo>
                <a:close/>
                <a:moveTo>
                  <a:pt x="7004797" y="5302031"/>
                </a:moveTo>
                <a:cubicBezTo>
                  <a:pt x="7011209" y="5302031"/>
                  <a:pt x="7014415" y="5305811"/>
                  <a:pt x="7014415" y="5313370"/>
                </a:cubicBezTo>
                <a:cubicBezTo>
                  <a:pt x="7014415" y="5315290"/>
                  <a:pt x="7014080" y="5320104"/>
                  <a:pt x="7013409" y="5327811"/>
                </a:cubicBezTo>
                <a:cubicBezTo>
                  <a:pt x="7012588" y="5339118"/>
                  <a:pt x="7012125" y="5348816"/>
                  <a:pt x="7012021" y="5356903"/>
                </a:cubicBezTo>
                <a:lnTo>
                  <a:pt x="7012021" y="5389596"/>
                </a:lnTo>
                <a:cubicBezTo>
                  <a:pt x="7012021" y="5403200"/>
                  <a:pt x="7012187" y="5410897"/>
                  <a:pt x="7012519" y="5412685"/>
                </a:cubicBezTo>
                <a:cubicBezTo>
                  <a:pt x="7012851" y="5414474"/>
                  <a:pt x="7014055" y="5415827"/>
                  <a:pt x="7016133" y="5416745"/>
                </a:cubicBezTo>
                <a:cubicBezTo>
                  <a:pt x="7018788" y="5417893"/>
                  <a:pt x="7020650" y="5419065"/>
                  <a:pt x="7021718" y="5420261"/>
                </a:cubicBezTo>
                <a:cubicBezTo>
                  <a:pt x="7022785" y="5421457"/>
                  <a:pt x="7023319" y="5423110"/>
                  <a:pt x="7023319" y="5425219"/>
                </a:cubicBezTo>
                <a:cubicBezTo>
                  <a:pt x="7023319" y="5427808"/>
                  <a:pt x="7022426" y="5430129"/>
                  <a:pt x="7020640" y="5432181"/>
                </a:cubicBezTo>
                <a:cubicBezTo>
                  <a:pt x="7018853" y="5434233"/>
                  <a:pt x="7016639" y="5435632"/>
                  <a:pt x="7013997" y="5436377"/>
                </a:cubicBezTo>
                <a:cubicBezTo>
                  <a:pt x="7009011" y="5437901"/>
                  <a:pt x="7000934" y="5438663"/>
                  <a:pt x="6989764" y="5438663"/>
                </a:cubicBezTo>
                <a:cubicBezTo>
                  <a:pt x="6977193" y="5438663"/>
                  <a:pt x="6968941" y="5437738"/>
                  <a:pt x="6965008" y="5435886"/>
                </a:cubicBezTo>
                <a:cubicBezTo>
                  <a:pt x="6961111" y="5434868"/>
                  <a:pt x="6958304" y="5433331"/>
                  <a:pt x="6956585" y="5431275"/>
                </a:cubicBezTo>
                <a:cubicBezTo>
                  <a:pt x="6954866" y="5429219"/>
                  <a:pt x="6954007" y="5426977"/>
                  <a:pt x="6954007" y="5424549"/>
                </a:cubicBezTo>
                <a:cubicBezTo>
                  <a:pt x="6954007" y="5422482"/>
                  <a:pt x="6954533" y="5420899"/>
                  <a:pt x="6955588" y="5419803"/>
                </a:cubicBezTo>
                <a:cubicBezTo>
                  <a:pt x="6956641" y="5418706"/>
                  <a:pt x="6958640" y="5417527"/>
                  <a:pt x="6961582" y="5416267"/>
                </a:cubicBezTo>
                <a:cubicBezTo>
                  <a:pt x="6963386" y="5415480"/>
                  <a:pt x="6964531" y="5413031"/>
                  <a:pt x="6965019" y="5408917"/>
                </a:cubicBezTo>
                <a:cubicBezTo>
                  <a:pt x="6966040" y="5400620"/>
                  <a:pt x="6966551" y="5388880"/>
                  <a:pt x="6966551" y="5373699"/>
                </a:cubicBezTo>
                <a:cubicBezTo>
                  <a:pt x="6966551" y="5358284"/>
                  <a:pt x="6966137" y="5348509"/>
                  <a:pt x="6965311" y="5344374"/>
                </a:cubicBezTo>
                <a:cubicBezTo>
                  <a:pt x="6964483" y="5340238"/>
                  <a:pt x="6962483" y="5337207"/>
                  <a:pt x="6959312" y="5335281"/>
                </a:cubicBezTo>
                <a:cubicBezTo>
                  <a:pt x="6956502" y="5333676"/>
                  <a:pt x="6954501" y="5332046"/>
                  <a:pt x="6953307" y="5330390"/>
                </a:cubicBezTo>
                <a:cubicBezTo>
                  <a:pt x="6952113" y="5328735"/>
                  <a:pt x="6951516" y="5326700"/>
                  <a:pt x="6951516" y="5324286"/>
                </a:cubicBezTo>
                <a:cubicBezTo>
                  <a:pt x="6951516" y="5320521"/>
                  <a:pt x="6953189" y="5317339"/>
                  <a:pt x="6956534" y="5314741"/>
                </a:cubicBezTo>
                <a:cubicBezTo>
                  <a:pt x="6959879" y="5312143"/>
                  <a:pt x="6964952" y="5309821"/>
                  <a:pt x="6971755" y="5307774"/>
                </a:cubicBezTo>
                <a:cubicBezTo>
                  <a:pt x="6976254" y="5306405"/>
                  <a:pt x="6982061" y="5305105"/>
                  <a:pt x="6989177" y="5303876"/>
                </a:cubicBezTo>
                <a:cubicBezTo>
                  <a:pt x="6996294" y="5302646"/>
                  <a:pt x="7001500" y="5302031"/>
                  <a:pt x="7004797" y="5302031"/>
                </a:cubicBezTo>
                <a:close/>
                <a:moveTo>
                  <a:pt x="5898270" y="5302031"/>
                </a:moveTo>
                <a:cubicBezTo>
                  <a:pt x="5903340" y="5302031"/>
                  <a:pt x="5905799" y="5304357"/>
                  <a:pt x="5905646" y="5309009"/>
                </a:cubicBezTo>
                <a:lnTo>
                  <a:pt x="5904407" y="5348958"/>
                </a:lnTo>
                <a:cubicBezTo>
                  <a:pt x="5904301" y="5352403"/>
                  <a:pt x="5905095" y="5354125"/>
                  <a:pt x="5906793" y="5354125"/>
                </a:cubicBezTo>
                <a:cubicBezTo>
                  <a:pt x="5907644" y="5354125"/>
                  <a:pt x="5908605" y="5353357"/>
                  <a:pt x="5909676" y="5351821"/>
                </a:cubicBezTo>
                <a:cubicBezTo>
                  <a:pt x="5916260" y="5342249"/>
                  <a:pt x="5925066" y="5337464"/>
                  <a:pt x="5936096" y="5337464"/>
                </a:cubicBezTo>
                <a:cubicBezTo>
                  <a:pt x="5946813" y="5337464"/>
                  <a:pt x="5955369" y="5340764"/>
                  <a:pt x="5961766" y="5347363"/>
                </a:cubicBezTo>
                <a:cubicBezTo>
                  <a:pt x="5964712" y="5350380"/>
                  <a:pt x="5966773" y="5353868"/>
                  <a:pt x="5967947" y="5357828"/>
                </a:cubicBezTo>
                <a:cubicBezTo>
                  <a:pt x="5969121" y="5361788"/>
                  <a:pt x="5969775" y="5367388"/>
                  <a:pt x="5969907" y="5374627"/>
                </a:cubicBezTo>
                <a:lnTo>
                  <a:pt x="5970770" y="5409197"/>
                </a:lnTo>
                <a:cubicBezTo>
                  <a:pt x="5970827" y="5411901"/>
                  <a:pt x="5971155" y="5413826"/>
                  <a:pt x="5971755" y="5414974"/>
                </a:cubicBezTo>
                <a:cubicBezTo>
                  <a:pt x="5972354" y="5416121"/>
                  <a:pt x="5973876" y="5417655"/>
                  <a:pt x="5976320" y="5419575"/>
                </a:cubicBezTo>
                <a:cubicBezTo>
                  <a:pt x="5978706" y="5421467"/>
                  <a:pt x="5979899" y="5423731"/>
                  <a:pt x="5979899" y="5426368"/>
                </a:cubicBezTo>
                <a:cubicBezTo>
                  <a:pt x="5979899" y="5434565"/>
                  <a:pt x="5968809" y="5438663"/>
                  <a:pt x="5946629" y="5438663"/>
                </a:cubicBezTo>
                <a:cubicBezTo>
                  <a:pt x="5926813" y="5438663"/>
                  <a:pt x="5916905" y="5434788"/>
                  <a:pt x="5916905" y="5427038"/>
                </a:cubicBezTo>
                <a:cubicBezTo>
                  <a:pt x="5916905" y="5425615"/>
                  <a:pt x="5917121" y="5424515"/>
                  <a:pt x="5917552" y="5423738"/>
                </a:cubicBezTo>
                <a:cubicBezTo>
                  <a:pt x="5917983" y="5422962"/>
                  <a:pt x="5920134" y="5421049"/>
                  <a:pt x="5924005" y="5417999"/>
                </a:cubicBezTo>
                <a:cubicBezTo>
                  <a:pt x="5924506" y="5415363"/>
                  <a:pt x="5924757" y="5407236"/>
                  <a:pt x="5924757" y="5393617"/>
                </a:cubicBezTo>
                <a:cubicBezTo>
                  <a:pt x="5924757" y="5385437"/>
                  <a:pt x="5924136" y="5379831"/>
                  <a:pt x="5922894" y="5376798"/>
                </a:cubicBezTo>
                <a:cubicBezTo>
                  <a:pt x="5920839" y="5371630"/>
                  <a:pt x="5917547" y="5369046"/>
                  <a:pt x="5913017" y="5369046"/>
                </a:cubicBezTo>
                <a:cubicBezTo>
                  <a:pt x="5909880" y="5369046"/>
                  <a:pt x="5907573" y="5370165"/>
                  <a:pt x="5906098" y="5372405"/>
                </a:cubicBezTo>
                <a:cubicBezTo>
                  <a:pt x="5904992" y="5374090"/>
                  <a:pt x="5904439" y="5377555"/>
                  <a:pt x="5904439" y="5382797"/>
                </a:cubicBezTo>
                <a:lnTo>
                  <a:pt x="5904439" y="5401772"/>
                </a:lnTo>
                <a:cubicBezTo>
                  <a:pt x="5904854" y="5409359"/>
                  <a:pt x="5905196" y="5413610"/>
                  <a:pt x="5905466" y="5414526"/>
                </a:cubicBezTo>
                <a:cubicBezTo>
                  <a:pt x="5905736" y="5415443"/>
                  <a:pt x="5907063" y="5417238"/>
                  <a:pt x="5909448" y="5419914"/>
                </a:cubicBezTo>
                <a:cubicBezTo>
                  <a:pt x="5911024" y="5421657"/>
                  <a:pt x="5911813" y="5423648"/>
                  <a:pt x="5911813" y="5425889"/>
                </a:cubicBezTo>
                <a:cubicBezTo>
                  <a:pt x="5911813" y="5434405"/>
                  <a:pt x="5901744" y="5438663"/>
                  <a:pt x="5881608" y="5438663"/>
                </a:cubicBezTo>
                <a:cubicBezTo>
                  <a:pt x="5858344" y="5438663"/>
                  <a:pt x="5846713" y="5434278"/>
                  <a:pt x="5846713" y="5425506"/>
                </a:cubicBezTo>
                <a:cubicBezTo>
                  <a:pt x="5846713" y="5423358"/>
                  <a:pt x="5847164" y="5421688"/>
                  <a:pt x="5848068" y="5420497"/>
                </a:cubicBezTo>
                <a:cubicBezTo>
                  <a:pt x="5848972" y="5419306"/>
                  <a:pt x="5850595" y="5418079"/>
                  <a:pt x="5852938" y="5416816"/>
                </a:cubicBezTo>
                <a:cubicBezTo>
                  <a:pt x="5855435" y="5414661"/>
                  <a:pt x="5857129" y="5409950"/>
                  <a:pt x="5858018" y="5402681"/>
                </a:cubicBezTo>
                <a:cubicBezTo>
                  <a:pt x="5858908" y="5395412"/>
                  <a:pt x="5859353" y="5383102"/>
                  <a:pt x="5859353" y="5365751"/>
                </a:cubicBezTo>
                <a:cubicBezTo>
                  <a:pt x="5859353" y="5352229"/>
                  <a:pt x="5858982" y="5342908"/>
                  <a:pt x="5858242" y="5337787"/>
                </a:cubicBezTo>
                <a:cubicBezTo>
                  <a:pt x="5858001" y="5335917"/>
                  <a:pt x="5857640" y="5334652"/>
                  <a:pt x="5857162" y="5333991"/>
                </a:cubicBezTo>
                <a:cubicBezTo>
                  <a:pt x="5856684" y="5333330"/>
                  <a:pt x="5855653" y="5332590"/>
                  <a:pt x="5854071" y="5331771"/>
                </a:cubicBezTo>
                <a:cubicBezTo>
                  <a:pt x="5849421" y="5329371"/>
                  <a:pt x="5847096" y="5326430"/>
                  <a:pt x="5847096" y="5322946"/>
                </a:cubicBezTo>
                <a:cubicBezTo>
                  <a:pt x="5847096" y="5319051"/>
                  <a:pt x="5848776" y="5315995"/>
                  <a:pt x="5852136" y="5313779"/>
                </a:cubicBezTo>
                <a:cubicBezTo>
                  <a:pt x="5855495" y="5311563"/>
                  <a:pt x="5861170" y="5309374"/>
                  <a:pt x="5869159" y="5307211"/>
                </a:cubicBezTo>
                <a:cubicBezTo>
                  <a:pt x="5881588" y="5303758"/>
                  <a:pt x="5891292" y="5302031"/>
                  <a:pt x="5898270" y="5302031"/>
                </a:cubicBezTo>
                <a:close/>
                <a:moveTo>
                  <a:pt x="5318873" y="5302031"/>
                </a:moveTo>
                <a:cubicBezTo>
                  <a:pt x="5325284" y="5302031"/>
                  <a:pt x="5328490" y="5305811"/>
                  <a:pt x="5328490" y="5313370"/>
                </a:cubicBezTo>
                <a:cubicBezTo>
                  <a:pt x="5328490" y="5315290"/>
                  <a:pt x="5328155" y="5320104"/>
                  <a:pt x="5327485" y="5327811"/>
                </a:cubicBezTo>
                <a:cubicBezTo>
                  <a:pt x="5326663" y="5339118"/>
                  <a:pt x="5326201" y="5348816"/>
                  <a:pt x="5326096" y="5356903"/>
                </a:cubicBezTo>
                <a:lnTo>
                  <a:pt x="5326096" y="5389596"/>
                </a:lnTo>
                <a:cubicBezTo>
                  <a:pt x="5326096" y="5403200"/>
                  <a:pt x="5326262" y="5410897"/>
                  <a:pt x="5326594" y="5412685"/>
                </a:cubicBezTo>
                <a:cubicBezTo>
                  <a:pt x="5326926" y="5414474"/>
                  <a:pt x="5328131" y="5415827"/>
                  <a:pt x="5330209" y="5416745"/>
                </a:cubicBezTo>
                <a:cubicBezTo>
                  <a:pt x="5332864" y="5417893"/>
                  <a:pt x="5334725" y="5419065"/>
                  <a:pt x="5335793" y="5420261"/>
                </a:cubicBezTo>
                <a:cubicBezTo>
                  <a:pt x="5336861" y="5421457"/>
                  <a:pt x="5337395" y="5423110"/>
                  <a:pt x="5337395" y="5425219"/>
                </a:cubicBezTo>
                <a:cubicBezTo>
                  <a:pt x="5337395" y="5427808"/>
                  <a:pt x="5336502" y="5430129"/>
                  <a:pt x="5334716" y="5432181"/>
                </a:cubicBezTo>
                <a:cubicBezTo>
                  <a:pt x="5332928" y="5434233"/>
                  <a:pt x="5330714" y="5435632"/>
                  <a:pt x="5328072" y="5436377"/>
                </a:cubicBezTo>
                <a:cubicBezTo>
                  <a:pt x="5323087" y="5437901"/>
                  <a:pt x="5315009" y="5438663"/>
                  <a:pt x="5303839" y="5438663"/>
                </a:cubicBezTo>
                <a:cubicBezTo>
                  <a:pt x="5291269" y="5438663"/>
                  <a:pt x="5283016" y="5437738"/>
                  <a:pt x="5279084" y="5435886"/>
                </a:cubicBezTo>
                <a:cubicBezTo>
                  <a:pt x="5275187" y="5434868"/>
                  <a:pt x="5272379" y="5433331"/>
                  <a:pt x="5270660" y="5431275"/>
                </a:cubicBezTo>
                <a:cubicBezTo>
                  <a:pt x="5268942" y="5429219"/>
                  <a:pt x="5268082" y="5426977"/>
                  <a:pt x="5268082" y="5424549"/>
                </a:cubicBezTo>
                <a:cubicBezTo>
                  <a:pt x="5268082" y="5422482"/>
                  <a:pt x="5268609" y="5420899"/>
                  <a:pt x="5269664" y="5419803"/>
                </a:cubicBezTo>
                <a:cubicBezTo>
                  <a:pt x="5270718" y="5418706"/>
                  <a:pt x="5272715" y="5417527"/>
                  <a:pt x="5275658" y="5416267"/>
                </a:cubicBezTo>
                <a:cubicBezTo>
                  <a:pt x="5277462" y="5415480"/>
                  <a:pt x="5278607" y="5413031"/>
                  <a:pt x="5279094" y="5408917"/>
                </a:cubicBezTo>
                <a:cubicBezTo>
                  <a:pt x="5280116" y="5400620"/>
                  <a:pt x="5280627" y="5388880"/>
                  <a:pt x="5280627" y="5373699"/>
                </a:cubicBezTo>
                <a:cubicBezTo>
                  <a:pt x="5280627" y="5358284"/>
                  <a:pt x="5280213" y="5348509"/>
                  <a:pt x="5279386" y="5344374"/>
                </a:cubicBezTo>
                <a:cubicBezTo>
                  <a:pt x="5278559" y="5340238"/>
                  <a:pt x="5276559" y="5337207"/>
                  <a:pt x="5273387" y="5335281"/>
                </a:cubicBezTo>
                <a:cubicBezTo>
                  <a:pt x="5270578" y="5333676"/>
                  <a:pt x="5268576" y="5332046"/>
                  <a:pt x="5267383" y="5330390"/>
                </a:cubicBezTo>
                <a:cubicBezTo>
                  <a:pt x="5266188" y="5328735"/>
                  <a:pt x="5265592" y="5326700"/>
                  <a:pt x="5265592" y="5324286"/>
                </a:cubicBezTo>
                <a:cubicBezTo>
                  <a:pt x="5265592" y="5320521"/>
                  <a:pt x="5267264" y="5317339"/>
                  <a:pt x="5270609" y="5314741"/>
                </a:cubicBezTo>
                <a:cubicBezTo>
                  <a:pt x="5273954" y="5312143"/>
                  <a:pt x="5279028" y="5309821"/>
                  <a:pt x="5285831" y="5307774"/>
                </a:cubicBezTo>
                <a:cubicBezTo>
                  <a:pt x="5290329" y="5306405"/>
                  <a:pt x="5296137" y="5305105"/>
                  <a:pt x="5303253" y="5303876"/>
                </a:cubicBezTo>
                <a:cubicBezTo>
                  <a:pt x="5310369" y="5302646"/>
                  <a:pt x="5315576" y="5302031"/>
                  <a:pt x="5318873" y="5302031"/>
                </a:cubicBezTo>
                <a:close/>
                <a:moveTo>
                  <a:pt x="4147299" y="5302031"/>
                </a:moveTo>
                <a:cubicBezTo>
                  <a:pt x="4153710" y="5302031"/>
                  <a:pt x="4156916" y="5305811"/>
                  <a:pt x="4156916" y="5313370"/>
                </a:cubicBezTo>
                <a:cubicBezTo>
                  <a:pt x="4156916" y="5315290"/>
                  <a:pt x="4156581" y="5320104"/>
                  <a:pt x="4155910" y="5327811"/>
                </a:cubicBezTo>
                <a:cubicBezTo>
                  <a:pt x="4155090" y="5339118"/>
                  <a:pt x="4154626" y="5348816"/>
                  <a:pt x="4154522" y="5356903"/>
                </a:cubicBezTo>
                <a:lnTo>
                  <a:pt x="4154522" y="5389596"/>
                </a:lnTo>
                <a:cubicBezTo>
                  <a:pt x="4154522" y="5403200"/>
                  <a:pt x="4154688" y="5410897"/>
                  <a:pt x="4155020" y="5412685"/>
                </a:cubicBezTo>
                <a:cubicBezTo>
                  <a:pt x="4155353" y="5414474"/>
                  <a:pt x="4156557" y="5415827"/>
                  <a:pt x="4158634" y="5416745"/>
                </a:cubicBezTo>
                <a:cubicBezTo>
                  <a:pt x="4161290" y="5417893"/>
                  <a:pt x="4163151" y="5419065"/>
                  <a:pt x="4164219" y="5420261"/>
                </a:cubicBezTo>
                <a:cubicBezTo>
                  <a:pt x="4165287" y="5421457"/>
                  <a:pt x="4165821" y="5423110"/>
                  <a:pt x="4165821" y="5425219"/>
                </a:cubicBezTo>
                <a:cubicBezTo>
                  <a:pt x="4165821" y="5427808"/>
                  <a:pt x="4164927" y="5430129"/>
                  <a:pt x="4163141" y="5432181"/>
                </a:cubicBezTo>
                <a:cubicBezTo>
                  <a:pt x="4161354" y="5434233"/>
                  <a:pt x="4159139" y="5435632"/>
                  <a:pt x="4156498" y="5436377"/>
                </a:cubicBezTo>
                <a:cubicBezTo>
                  <a:pt x="4151513" y="5437901"/>
                  <a:pt x="4143436" y="5438663"/>
                  <a:pt x="4132266" y="5438663"/>
                </a:cubicBezTo>
                <a:cubicBezTo>
                  <a:pt x="4119695" y="5438663"/>
                  <a:pt x="4111443" y="5437738"/>
                  <a:pt x="4107510" y="5435886"/>
                </a:cubicBezTo>
                <a:cubicBezTo>
                  <a:pt x="4103613" y="5434868"/>
                  <a:pt x="4100805" y="5433331"/>
                  <a:pt x="4099087" y="5431275"/>
                </a:cubicBezTo>
                <a:cubicBezTo>
                  <a:pt x="4097368" y="5429219"/>
                  <a:pt x="4096508" y="5426977"/>
                  <a:pt x="4096508" y="5424549"/>
                </a:cubicBezTo>
                <a:cubicBezTo>
                  <a:pt x="4096508" y="5422482"/>
                  <a:pt x="4097035" y="5420899"/>
                  <a:pt x="4098089" y="5419803"/>
                </a:cubicBezTo>
                <a:cubicBezTo>
                  <a:pt x="4099143" y="5418706"/>
                  <a:pt x="4101142" y="5417527"/>
                  <a:pt x="4104084" y="5416267"/>
                </a:cubicBezTo>
                <a:cubicBezTo>
                  <a:pt x="4105887" y="5415480"/>
                  <a:pt x="4107033" y="5413031"/>
                  <a:pt x="4107520" y="5408917"/>
                </a:cubicBezTo>
                <a:cubicBezTo>
                  <a:pt x="4108542" y="5400620"/>
                  <a:pt x="4109052" y="5388880"/>
                  <a:pt x="4109052" y="5373699"/>
                </a:cubicBezTo>
                <a:cubicBezTo>
                  <a:pt x="4109052" y="5358284"/>
                  <a:pt x="4108638" y="5348509"/>
                  <a:pt x="4107812" y="5344374"/>
                </a:cubicBezTo>
                <a:cubicBezTo>
                  <a:pt x="4106984" y="5340238"/>
                  <a:pt x="4104985" y="5337207"/>
                  <a:pt x="4101813" y="5335281"/>
                </a:cubicBezTo>
                <a:cubicBezTo>
                  <a:pt x="4099003" y="5333676"/>
                  <a:pt x="4097002" y="5332046"/>
                  <a:pt x="4095809" y="5330390"/>
                </a:cubicBezTo>
                <a:cubicBezTo>
                  <a:pt x="4094615" y="5328735"/>
                  <a:pt x="4094017" y="5326700"/>
                  <a:pt x="4094017" y="5324286"/>
                </a:cubicBezTo>
                <a:cubicBezTo>
                  <a:pt x="4094017" y="5320521"/>
                  <a:pt x="4095691" y="5317339"/>
                  <a:pt x="4099036" y="5314741"/>
                </a:cubicBezTo>
                <a:cubicBezTo>
                  <a:pt x="4102381" y="5312143"/>
                  <a:pt x="4107454" y="5309821"/>
                  <a:pt x="4114256" y="5307774"/>
                </a:cubicBezTo>
                <a:cubicBezTo>
                  <a:pt x="4118755" y="5306405"/>
                  <a:pt x="4124562" y="5305105"/>
                  <a:pt x="4131679" y="5303876"/>
                </a:cubicBezTo>
                <a:cubicBezTo>
                  <a:pt x="4138795" y="5302646"/>
                  <a:pt x="4144002" y="5302031"/>
                  <a:pt x="4147299" y="5302031"/>
                </a:cubicBezTo>
                <a:close/>
                <a:moveTo>
                  <a:pt x="2202572" y="5302031"/>
                </a:moveTo>
                <a:cubicBezTo>
                  <a:pt x="2207642" y="5302031"/>
                  <a:pt x="2210100" y="5304357"/>
                  <a:pt x="2209947" y="5309009"/>
                </a:cubicBezTo>
                <a:lnTo>
                  <a:pt x="2208709" y="5348958"/>
                </a:lnTo>
                <a:cubicBezTo>
                  <a:pt x="2208602" y="5352403"/>
                  <a:pt x="2209396" y="5354125"/>
                  <a:pt x="2211093" y="5354125"/>
                </a:cubicBezTo>
                <a:cubicBezTo>
                  <a:pt x="2211945" y="5354125"/>
                  <a:pt x="2212906" y="5353357"/>
                  <a:pt x="2213978" y="5351821"/>
                </a:cubicBezTo>
                <a:cubicBezTo>
                  <a:pt x="2220561" y="5342249"/>
                  <a:pt x="2229367" y="5337464"/>
                  <a:pt x="2240397" y="5337464"/>
                </a:cubicBezTo>
                <a:cubicBezTo>
                  <a:pt x="2251115" y="5337464"/>
                  <a:pt x="2259670" y="5340764"/>
                  <a:pt x="2266067" y="5347363"/>
                </a:cubicBezTo>
                <a:cubicBezTo>
                  <a:pt x="2269014" y="5350380"/>
                  <a:pt x="2271074" y="5353868"/>
                  <a:pt x="2272248" y="5357828"/>
                </a:cubicBezTo>
                <a:cubicBezTo>
                  <a:pt x="2273423" y="5361788"/>
                  <a:pt x="2274076" y="5367388"/>
                  <a:pt x="2274208" y="5374627"/>
                </a:cubicBezTo>
                <a:lnTo>
                  <a:pt x="2275071" y="5409197"/>
                </a:lnTo>
                <a:cubicBezTo>
                  <a:pt x="2275128" y="5411901"/>
                  <a:pt x="2275457" y="5413826"/>
                  <a:pt x="2276056" y="5414974"/>
                </a:cubicBezTo>
                <a:cubicBezTo>
                  <a:pt x="2276655" y="5416121"/>
                  <a:pt x="2278178" y="5417655"/>
                  <a:pt x="2280622" y="5419575"/>
                </a:cubicBezTo>
                <a:cubicBezTo>
                  <a:pt x="2283006" y="5421467"/>
                  <a:pt x="2284200" y="5423731"/>
                  <a:pt x="2284200" y="5426368"/>
                </a:cubicBezTo>
                <a:cubicBezTo>
                  <a:pt x="2284200" y="5434565"/>
                  <a:pt x="2273110" y="5438663"/>
                  <a:pt x="2250930" y="5438663"/>
                </a:cubicBezTo>
                <a:cubicBezTo>
                  <a:pt x="2231115" y="5438663"/>
                  <a:pt x="2221206" y="5434788"/>
                  <a:pt x="2221206" y="5427038"/>
                </a:cubicBezTo>
                <a:cubicBezTo>
                  <a:pt x="2221206" y="5425615"/>
                  <a:pt x="2221422" y="5424515"/>
                  <a:pt x="2221854" y="5423738"/>
                </a:cubicBezTo>
                <a:cubicBezTo>
                  <a:pt x="2222284" y="5422962"/>
                  <a:pt x="2224435" y="5421049"/>
                  <a:pt x="2228306" y="5417999"/>
                </a:cubicBezTo>
                <a:cubicBezTo>
                  <a:pt x="2228808" y="5415363"/>
                  <a:pt x="2229058" y="5407236"/>
                  <a:pt x="2229058" y="5393617"/>
                </a:cubicBezTo>
                <a:cubicBezTo>
                  <a:pt x="2229058" y="5385437"/>
                  <a:pt x="2228438" y="5379831"/>
                  <a:pt x="2227194" y="5376798"/>
                </a:cubicBezTo>
                <a:cubicBezTo>
                  <a:pt x="2225139" y="5371630"/>
                  <a:pt x="2221847" y="5369046"/>
                  <a:pt x="2217318" y="5369046"/>
                </a:cubicBezTo>
                <a:cubicBezTo>
                  <a:pt x="2214181" y="5369046"/>
                  <a:pt x="2211875" y="5370165"/>
                  <a:pt x="2210399" y="5372405"/>
                </a:cubicBezTo>
                <a:cubicBezTo>
                  <a:pt x="2209293" y="5374090"/>
                  <a:pt x="2208740" y="5377555"/>
                  <a:pt x="2208740" y="5382797"/>
                </a:cubicBezTo>
                <a:lnTo>
                  <a:pt x="2208740" y="5401772"/>
                </a:lnTo>
                <a:cubicBezTo>
                  <a:pt x="2209156" y="5409359"/>
                  <a:pt x="2209498" y="5413610"/>
                  <a:pt x="2209767" y="5414526"/>
                </a:cubicBezTo>
                <a:cubicBezTo>
                  <a:pt x="2210037" y="5415443"/>
                  <a:pt x="2211364" y="5417238"/>
                  <a:pt x="2213749" y="5419914"/>
                </a:cubicBezTo>
                <a:cubicBezTo>
                  <a:pt x="2215325" y="5421657"/>
                  <a:pt x="2216114" y="5423648"/>
                  <a:pt x="2216114" y="5425889"/>
                </a:cubicBezTo>
                <a:cubicBezTo>
                  <a:pt x="2216114" y="5434405"/>
                  <a:pt x="2206046" y="5438663"/>
                  <a:pt x="2185908" y="5438663"/>
                </a:cubicBezTo>
                <a:cubicBezTo>
                  <a:pt x="2162646" y="5438663"/>
                  <a:pt x="2151014" y="5434278"/>
                  <a:pt x="2151014" y="5425506"/>
                </a:cubicBezTo>
                <a:cubicBezTo>
                  <a:pt x="2151014" y="5423358"/>
                  <a:pt x="2151465" y="5421688"/>
                  <a:pt x="2152370" y="5420497"/>
                </a:cubicBezTo>
                <a:cubicBezTo>
                  <a:pt x="2153274" y="5419306"/>
                  <a:pt x="2154897" y="5418079"/>
                  <a:pt x="2157238" y="5416816"/>
                </a:cubicBezTo>
                <a:cubicBezTo>
                  <a:pt x="2159737" y="5414661"/>
                  <a:pt x="2161430" y="5409950"/>
                  <a:pt x="2162320" y="5402681"/>
                </a:cubicBezTo>
                <a:cubicBezTo>
                  <a:pt x="2163209" y="5395412"/>
                  <a:pt x="2163655" y="5383102"/>
                  <a:pt x="2163655" y="5365751"/>
                </a:cubicBezTo>
                <a:cubicBezTo>
                  <a:pt x="2163655" y="5352229"/>
                  <a:pt x="2163284" y="5342908"/>
                  <a:pt x="2162543" y="5337787"/>
                </a:cubicBezTo>
                <a:cubicBezTo>
                  <a:pt x="2162302" y="5335917"/>
                  <a:pt x="2161942" y="5334652"/>
                  <a:pt x="2161463" y="5333991"/>
                </a:cubicBezTo>
                <a:cubicBezTo>
                  <a:pt x="2160985" y="5333330"/>
                  <a:pt x="2159954" y="5332590"/>
                  <a:pt x="2158372" y="5331771"/>
                </a:cubicBezTo>
                <a:cubicBezTo>
                  <a:pt x="2153722" y="5329371"/>
                  <a:pt x="2151397" y="5326430"/>
                  <a:pt x="2151397" y="5322946"/>
                </a:cubicBezTo>
                <a:cubicBezTo>
                  <a:pt x="2151397" y="5319051"/>
                  <a:pt x="2153077" y="5315995"/>
                  <a:pt x="2156436" y="5313779"/>
                </a:cubicBezTo>
                <a:cubicBezTo>
                  <a:pt x="2159797" y="5311563"/>
                  <a:pt x="2165472" y="5309374"/>
                  <a:pt x="2173460" y="5307211"/>
                </a:cubicBezTo>
                <a:cubicBezTo>
                  <a:pt x="2185890" y="5303758"/>
                  <a:pt x="2195594" y="5302031"/>
                  <a:pt x="2202572" y="5302031"/>
                </a:cubicBezTo>
                <a:close/>
                <a:moveTo>
                  <a:pt x="6782773" y="5301937"/>
                </a:moveTo>
                <a:cubicBezTo>
                  <a:pt x="6789631" y="5301937"/>
                  <a:pt x="6793059" y="5305205"/>
                  <a:pt x="6793059" y="5311742"/>
                </a:cubicBezTo>
                <a:lnTo>
                  <a:pt x="6793059" y="5399172"/>
                </a:lnTo>
                <a:cubicBezTo>
                  <a:pt x="6793059" y="5404001"/>
                  <a:pt x="6793222" y="5406964"/>
                  <a:pt x="6793546" y="5408060"/>
                </a:cubicBezTo>
                <a:cubicBezTo>
                  <a:pt x="6793869" y="5409155"/>
                  <a:pt x="6794781" y="5410228"/>
                  <a:pt x="6796281" y="5411278"/>
                </a:cubicBezTo>
                <a:cubicBezTo>
                  <a:pt x="6798829" y="5413048"/>
                  <a:pt x="6800589" y="5414672"/>
                  <a:pt x="6801561" y="5416150"/>
                </a:cubicBezTo>
                <a:cubicBezTo>
                  <a:pt x="6802533" y="5417628"/>
                  <a:pt x="6803019" y="5419406"/>
                  <a:pt x="6803019" y="5421484"/>
                </a:cubicBezTo>
                <a:cubicBezTo>
                  <a:pt x="6803019" y="5427586"/>
                  <a:pt x="6796545" y="5432131"/>
                  <a:pt x="6783598" y="5435120"/>
                </a:cubicBezTo>
                <a:cubicBezTo>
                  <a:pt x="6775882" y="5437482"/>
                  <a:pt x="6767276" y="5438663"/>
                  <a:pt x="6757780" y="5438663"/>
                </a:cubicBezTo>
                <a:cubicBezTo>
                  <a:pt x="6755167" y="5438663"/>
                  <a:pt x="6753385" y="5438187"/>
                  <a:pt x="6752432" y="5437235"/>
                </a:cubicBezTo>
                <a:cubicBezTo>
                  <a:pt x="6751480" y="5436283"/>
                  <a:pt x="6750895" y="5434491"/>
                  <a:pt x="6750676" y="5431860"/>
                </a:cubicBezTo>
                <a:cubicBezTo>
                  <a:pt x="6750457" y="5429628"/>
                  <a:pt x="6749953" y="5428512"/>
                  <a:pt x="6749162" y="5428512"/>
                </a:cubicBezTo>
                <a:cubicBezTo>
                  <a:pt x="6748590" y="5428512"/>
                  <a:pt x="6747324" y="5429327"/>
                  <a:pt x="6745368" y="5430958"/>
                </a:cubicBezTo>
                <a:cubicBezTo>
                  <a:pt x="6738505" y="5436542"/>
                  <a:pt x="6730832" y="5439333"/>
                  <a:pt x="6722349" y="5439333"/>
                </a:cubicBezTo>
                <a:cubicBezTo>
                  <a:pt x="6711931" y="5439333"/>
                  <a:pt x="6702577" y="5435490"/>
                  <a:pt x="6694288" y="5427802"/>
                </a:cubicBezTo>
                <a:cubicBezTo>
                  <a:pt x="6689435" y="5423214"/>
                  <a:pt x="6685465" y="5417565"/>
                  <a:pt x="6682378" y="5410854"/>
                </a:cubicBezTo>
                <a:cubicBezTo>
                  <a:pt x="6678548" y="5403910"/>
                  <a:pt x="6676632" y="5396441"/>
                  <a:pt x="6676632" y="5388447"/>
                </a:cubicBezTo>
                <a:cubicBezTo>
                  <a:pt x="6676632" y="5379101"/>
                  <a:pt x="6679214" y="5370093"/>
                  <a:pt x="6684376" y="5361423"/>
                </a:cubicBezTo>
                <a:cubicBezTo>
                  <a:pt x="6689165" y="5353375"/>
                  <a:pt x="6695675" y="5347194"/>
                  <a:pt x="6703908" y="5342878"/>
                </a:cubicBezTo>
                <a:cubicBezTo>
                  <a:pt x="6710862" y="5339268"/>
                  <a:pt x="6717711" y="5337464"/>
                  <a:pt x="6724455" y="5337464"/>
                </a:cubicBezTo>
                <a:cubicBezTo>
                  <a:pt x="6732199" y="5337464"/>
                  <a:pt x="6739031" y="5339137"/>
                  <a:pt x="6744951" y="5342483"/>
                </a:cubicBezTo>
                <a:cubicBezTo>
                  <a:pt x="6745859" y="5342967"/>
                  <a:pt x="6746432" y="5343209"/>
                  <a:pt x="6746672" y="5343209"/>
                </a:cubicBezTo>
                <a:cubicBezTo>
                  <a:pt x="6747412" y="5343209"/>
                  <a:pt x="6747783" y="5341115"/>
                  <a:pt x="6747783" y="5336926"/>
                </a:cubicBezTo>
                <a:cubicBezTo>
                  <a:pt x="6747783" y="5335077"/>
                  <a:pt x="6747369" y="5333691"/>
                  <a:pt x="6746540" y="5332768"/>
                </a:cubicBezTo>
                <a:cubicBezTo>
                  <a:pt x="6745712" y="5331845"/>
                  <a:pt x="6744907" y="5331010"/>
                  <a:pt x="6744126" y="5330262"/>
                </a:cubicBezTo>
                <a:cubicBezTo>
                  <a:pt x="6737434" y="5328640"/>
                  <a:pt x="6734089" y="5325755"/>
                  <a:pt x="6734089" y="5321605"/>
                </a:cubicBezTo>
                <a:cubicBezTo>
                  <a:pt x="6734089" y="5315968"/>
                  <a:pt x="6739185" y="5311709"/>
                  <a:pt x="6749379" y="5308827"/>
                </a:cubicBezTo>
                <a:cubicBezTo>
                  <a:pt x="6765941" y="5304233"/>
                  <a:pt x="6777073" y="5301937"/>
                  <a:pt x="6782773" y="5301937"/>
                </a:cubicBezTo>
                <a:close/>
                <a:moveTo>
                  <a:pt x="1705950" y="5301937"/>
                </a:moveTo>
                <a:cubicBezTo>
                  <a:pt x="1712807" y="5301937"/>
                  <a:pt x="1716235" y="5305205"/>
                  <a:pt x="1716235" y="5311742"/>
                </a:cubicBezTo>
                <a:lnTo>
                  <a:pt x="1716235" y="5399172"/>
                </a:lnTo>
                <a:cubicBezTo>
                  <a:pt x="1716235" y="5404001"/>
                  <a:pt x="1716398" y="5406964"/>
                  <a:pt x="1716722" y="5408060"/>
                </a:cubicBezTo>
                <a:cubicBezTo>
                  <a:pt x="1717046" y="5409155"/>
                  <a:pt x="1717958" y="5410228"/>
                  <a:pt x="1719457" y="5411278"/>
                </a:cubicBezTo>
                <a:cubicBezTo>
                  <a:pt x="1722006" y="5413048"/>
                  <a:pt x="1723766" y="5414672"/>
                  <a:pt x="1724737" y="5416150"/>
                </a:cubicBezTo>
                <a:cubicBezTo>
                  <a:pt x="1725709" y="5417628"/>
                  <a:pt x="1726195" y="5419406"/>
                  <a:pt x="1726195" y="5421484"/>
                </a:cubicBezTo>
                <a:cubicBezTo>
                  <a:pt x="1726195" y="5427586"/>
                  <a:pt x="1719721" y="5432131"/>
                  <a:pt x="1706774" y="5435120"/>
                </a:cubicBezTo>
                <a:cubicBezTo>
                  <a:pt x="1699058" y="5437482"/>
                  <a:pt x="1690452" y="5438663"/>
                  <a:pt x="1680956" y="5438663"/>
                </a:cubicBezTo>
                <a:cubicBezTo>
                  <a:pt x="1678343" y="5438663"/>
                  <a:pt x="1676561" y="5438187"/>
                  <a:pt x="1675609" y="5437235"/>
                </a:cubicBezTo>
                <a:cubicBezTo>
                  <a:pt x="1674656" y="5436283"/>
                  <a:pt x="1674071" y="5434491"/>
                  <a:pt x="1673852" y="5431860"/>
                </a:cubicBezTo>
                <a:cubicBezTo>
                  <a:pt x="1673633" y="5429628"/>
                  <a:pt x="1673129" y="5428512"/>
                  <a:pt x="1672339" y="5428512"/>
                </a:cubicBezTo>
                <a:cubicBezTo>
                  <a:pt x="1671766" y="5428512"/>
                  <a:pt x="1670501" y="5429327"/>
                  <a:pt x="1668544" y="5430958"/>
                </a:cubicBezTo>
                <a:cubicBezTo>
                  <a:pt x="1661681" y="5436542"/>
                  <a:pt x="1654008" y="5439333"/>
                  <a:pt x="1645525" y="5439333"/>
                </a:cubicBezTo>
                <a:cubicBezTo>
                  <a:pt x="1635107" y="5439333"/>
                  <a:pt x="1625753" y="5435490"/>
                  <a:pt x="1617464" y="5427802"/>
                </a:cubicBezTo>
                <a:cubicBezTo>
                  <a:pt x="1612611" y="5423214"/>
                  <a:pt x="1608641" y="5417565"/>
                  <a:pt x="1605554" y="5410854"/>
                </a:cubicBezTo>
                <a:cubicBezTo>
                  <a:pt x="1601724" y="5403910"/>
                  <a:pt x="1599809" y="5396441"/>
                  <a:pt x="1599809" y="5388447"/>
                </a:cubicBezTo>
                <a:cubicBezTo>
                  <a:pt x="1599809" y="5379101"/>
                  <a:pt x="1602390" y="5370093"/>
                  <a:pt x="1607552" y="5361423"/>
                </a:cubicBezTo>
                <a:cubicBezTo>
                  <a:pt x="1612341" y="5353375"/>
                  <a:pt x="1618851" y="5347194"/>
                  <a:pt x="1627084" y="5342878"/>
                </a:cubicBezTo>
                <a:cubicBezTo>
                  <a:pt x="1634038" y="5339268"/>
                  <a:pt x="1640887" y="5337464"/>
                  <a:pt x="1647631" y="5337464"/>
                </a:cubicBezTo>
                <a:cubicBezTo>
                  <a:pt x="1655375" y="5337464"/>
                  <a:pt x="1662208" y="5339137"/>
                  <a:pt x="1668128" y="5342483"/>
                </a:cubicBezTo>
                <a:cubicBezTo>
                  <a:pt x="1669035" y="5342967"/>
                  <a:pt x="1669609" y="5343209"/>
                  <a:pt x="1669848" y="5343209"/>
                </a:cubicBezTo>
                <a:cubicBezTo>
                  <a:pt x="1670588" y="5343209"/>
                  <a:pt x="1670959" y="5341115"/>
                  <a:pt x="1670959" y="5336926"/>
                </a:cubicBezTo>
                <a:cubicBezTo>
                  <a:pt x="1670959" y="5335077"/>
                  <a:pt x="1670545" y="5333691"/>
                  <a:pt x="1669716" y="5332768"/>
                </a:cubicBezTo>
                <a:cubicBezTo>
                  <a:pt x="1668888" y="5331845"/>
                  <a:pt x="1668084" y="5331010"/>
                  <a:pt x="1667302" y="5330262"/>
                </a:cubicBezTo>
                <a:cubicBezTo>
                  <a:pt x="1660611" y="5328640"/>
                  <a:pt x="1657265" y="5325755"/>
                  <a:pt x="1657265" y="5321605"/>
                </a:cubicBezTo>
                <a:cubicBezTo>
                  <a:pt x="1657265" y="5315968"/>
                  <a:pt x="1662362" y="5311709"/>
                  <a:pt x="1672555" y="5308827"/>
                </a:cubicBezTo>
                <a:cubicBezTo>
                  <a:pt x="1689118" y="5304233"/>
                  <a:pt x="1700249" y="5301937"/>
                  <a:pt x="1705950" y="5301937"/>
                </a:cubicBezTo>
                <a:close/>
                <a:moveTo>
                  <a:pt x="905850" y="5301937"/>
                </a:moveTo>
                <a:cubicBezTo>
                  <a:pt x="912707" y="5301937"/>
                  <a:pt x="916136" y="5305205"/>
                  <a:pt x="916136" y="5311742"/>
                </a:cubicBezTo>
                <a:lnTo>
                  <a:pt x="916136" y="5399172"/>
                </a:lnTo>
                <a:cubicBezTo>
                  <a:pt x="916136" y="5404001"/>
                  <a:pt x="916298" y="5406964"/>
                  <a:pt x="916622" y="5408060"/>
                </a:cubicBezTo>
                <a:cubicBezTo>
                  <a:pt x="916946" y="5409155"/>
                  <a:pt x="917858" y="5410228"/>
                  <a:pt x="919357" y="5411278"/>
                </a:cubicBezTo>
                <a:cubicBezTo>
                  <a:pt x="921906" y="5413048"/>
                  <a:pt x="923666" y="5414672"/>
                  <a:pt x="924637" y="5416150"/>
                </a:cubicBezTo>
                <a:cubicBezTo>
                  <a:pt x="925609" y="5417628"/>
                  <a:pt x="926095" y="5419406"/>
                  <a:pt x="926095" y="5421484"/>
                </a:cubicBezTo>
                <a:cubicBezTo>
                  <a:pt x="926095" y="5427586"/>
                  <a:pt x="919621" y="5432131"/>
                  <a:pt x="906674" y="5435120"/>
                </a:cubicBezTo>
                <a:cubicBezTo>
                  <a:pt x="898958" y="5437482"/>
                  <a:pt x="890352" y="5438663"/>
                  <a:pt x="880856" y="5438663"/>
                </a:cubicBezTo>
                <a:cubicBezTo>
                  <a:pt x="878243" y="5438663"/>
                  <a:pt x="876461" y="5438187"/>
                  <a:pt x="875509" y="5437235"/>
                </a:cubicBezTo>
                <a:cubicBezTo>
                  <a:pt x="874556" y="5436283"/>
                  <a:pt x="873971" y="5434491"/>
                  <a:pt x="873752" y="5431860"/>
                </a:cubicBezTo>
                <a:cubicBezTo>
                  <a:pt x="873533" y="5429628"/>
                  <a:pt x="873029" y="5428512"/>
                  <a:pt x="872238" y="5428512"/>
                </a:cubicBezTo>
                <a:cubicBezTo>
                  <a:pt x="871666" y="5428512"/>
                  <a:pt x="870401" y="5429327"/>
                  <a:pt x="868444" y="5430958"/>
                </a:cubicBezTo>
                <a:cubicBezTo>
                  <a:pt x="861581" y="5436542"/>
                  <a:pt x="853908" y="5439333"/>
                  <a:pt x="845425" y="5439333"/>
                </a:cubicBezTo>
                <a:cubicBezTo>
                  <a:pt x="835007" y="5439333"/>
                  <a:pt x="825653" y="5435490"/>
                  <a:pt x="817364" y="5427802"/>
                </a:cubicBezTo>
                <a:cubicBezTo>
                  <a:pt x="812511" y="5423214"/>
                  <a:pt x="808541" y="5417565"/>
                  <a:pt x="805454" y="5410854"/>
                </a:cubicBezTo>
                <a:cubicBezTo>
                  <a:pt x="801624" y="5403910"/>
                  <a:pt x="799709" y="5396441"/>
                  <a:pt x="799709" y="5388447"/>
                </a:cubicBezTo>
                <a:cubicBezTo>
                  <a:pt x="799709" y="5379101"/>
                  <a:pt x="802290" y="5370093"/>
                  <a:pt x="807452" y="5361423"/>
                </a:cubicBezTo>
                <a:cubicBezTo>
                  <a:pt x="812241" y="5353375"/>
                  <a:pt x="818752" y="5347194"/>
                  <a:pt x="826984" y="5342878"/>
                </a:cubicBezTo>
                <a:cubicBezTo>
                  <a:pt x="833938" y="5339268"/>
                  <a:pt x="840787" y="5337464"/>
                  <a:pt x="847531" y="5337464"/>
                </a:cubicBezTo>
                <a:cubicBezTo>
                  <a:pt x="855275" y="5337464"/>
                  <a:pt x="862108" y="5339137"/>
                  <a:pt x="868028" y="5342483"/>
                </a:cubicBezTo>
                <a:cubicBezTo>
                  <a:pt x="868935" y="5342967"/>
                  <a:pt x="869509" y="5343209"/>
                  <a:pt x="869748" y="5343209"/>
                </a:cubicBezTo>
                <a:cubicBezTo>
                  <a:pt x="870488" y="5343209"/>
                  <a:pt x="870859" y="5341115"/>
                  <a:pt x="870859" y="5336926"/>
                </a:cubicBezTo>
                <a:cubicBezTo>
                  <a:pt x="870859" y="5335077"/>
                  <a:pt x="870445" y="5333691"/>
                  <a:pt x="869616" y="5332768"/>
                </a:cubicBezTo>
                <a:cubicBezTo>
                  <a:pt x="868788" y="5331845"/>
                  <a:pt x="867983" y="5331010"/>
                  <a:pt x="867202" y="5330262"/>
                </a:cubicBezTo>
                <a:cubicBezTo>
                  <a:pt x="860511" y="5328640"/>
                  <a:pt x="857165" y="5325755"/>
                  <a:pt x="857165" y="5321605"/>
                </a:cubicBezTo>
                <a:cubicBezTo>
                  <a:pt x="857165" y="5315968"/>
                  <a:pt x="862262" y="5311709"/>
                  <a:pt x="872455" y="5308827"/>
                </a:cubicBezTo>
                <a:cubicBezTo>
                  <a:pt x="889018" y="5304233"/>
                  <a:pt x="900149" y="5301937"/>
                  <a:pt x="905850" y="5301937"/>
                </a:cubicBezTo>
                <a:close/>
                <a:moveTo>
                  <a:pt x="9445733" y="5301075"/>
                </a:moveTo>
                <a:cubicBezTo>
                  <a:pt x="9458269" y="5301075"/>
                  <a:pt x="9468325" y="5304058"/>
                  <a:pt x="9475901" y="5310025"/>
                </a:cubicBezTo>
                <a:cubicBezTo>
                  <a:pt x="9481990" y="5314852"/>
                  <a:pt x="9485033" y="5320436"/>
                  <a:pt x="9485033" y="5326777"/>
                </a:cubicBezTo>
                <a:cubicBezTo>
                  <a:pt x="9485033" y="5331444"/>
                  <a:pt x="9483472" y="5335395"/>
                  <a:pt x="9480348" y="5338627"/>
                </a:cubicBezTo>
                <a:cubicBezTo>
                  <a:pt x="9477224" y="5341860"/>
                  <a:pt x="9473314" y="5343476"/>
                  <a:pt x="9468619" y="5343476"/>
                </a:cubicBezTo>
                <a:cubicBezTo>
                  <a:pt x="9463551" y="5343476"/>
                  <a:pt x="9458820" y="5341812"/>
                  <a:pt x="9454425" y="5338485"/>
                </a:cubicBezTo>
                <a:cubicBezTo>
                  <a:pt x="9453100" y="5337407"/>
                  <a:pt x="9450350" y="5334348"/>
                  <a:pt x="9446172" y="5329307"/>
                </a:cubicBezTo>
                <a:cubicBezTo>
                  <a:pt x="9444154" y="5327581"/>
                  <a:pt x="9442060" y="5326719"/>
                  <a:pt x="9439891" y="5326719"/>
                </a:cubicBezTo>
                <a:cubicBezTo>
                  <a:pt x="9438698" y="5326719"/>
                  <a:pt x="9437657" y="5327164"/>
                  <a:pt x="9436766" y="5328055"/>
                </a:cubicBezTo>
                <a:cubicBezTo>
                  <a:pt x="9435876" y="5328945"/>
                  <a:pt x="9435430" y="5330052"/>
                  <a:pt x="9435430" y="5331373"/>
                </a:cubicBezTo>
                <a:cubicBezTo>
                  <a:pt x="9435430" y="5335728"/>
                  <a:pt x="9440218" y="5341038"/>
                  <a:pt x="9449794" y="5347304"/>
                </a:cubicBezTo>
                <a:cubicBezTo>
                  <a:pt x="9452193" y="5348238"/>
                  <a:pt x="9454003" y="5349296"/>
                  <a:pt x="9455223" y="5350479"/>
                </a:cubicBezTo>
                <a:cubicBezTo>
                  <a:pt x="9456443" y="5351661"/>
                  <a:pt x="9457493" y="5353236"/>
                  <a:pt x="9458373" y="5355203"/>
                </a:cubicBezTo>
                <a:cubicBezTo>
                  <a:pt x="9458401" y="5355251"/>
                  <a:pt x="9458816" y="5355274"/>
                  <a:pt x="9459617" y="5355274"/>
                </a:cubicBezTo>
                <a:lnTo>
                  <a:pt x="9471491" y="5355274"/>
                </a:lnTo>
                <a:cubicBezTo>
                  <a:pt x="9473893" y="5355274"/>
                  <a:pt x="9475761" y="5355752"/>
                  <a:pt x="9477095" y="5356707"/>
                </a:cubicBezTo>
                <a:cubicBezTo>
                  <a:pt x="9478430" y="5357663"/>
                  <a:pt x="9479019" y="5359238"/>
                  <a:pt x="9478863" y="5361434"/>
                </a:cubicBezTo>
                <a:lnTo>
                  <a:pt x="9478099" y="5372800"/>
                </a:lnTo>
                <a:cubicBezTo>
                  <a:pt x="9477950" y="5375491"/>
                  <a:pt x="9477413" y="5377325"/>
                  <a:pt x="9476487" y="5378304"/>
                </a:cubicBezTo>
                <a:cubicBezTo>
                  <a:pt x="9475561" y="5379282"/>
                  <a:pt x="9473799" y="5379771"/>
                  <a:pt x="9471204" y="5379771"/>
                </a:cubicBezTo>
                <a:cubicBezTo>
                  <a:pt x="9470656" y="5379771"/>
                  <a:pt x="9469514" y="5379704"/>
                  <a:pt x="9467778" y="5379571"/>
                </a:cubicBezTo>
                <a:cubicBezTo>
                  <a:pt x="9466734" y="5379512"/>
                  <a:pt x="9465865" y="5379482"/>
                  <a:pt x="9465172" y="5379482"/>
                </a:cubicBezTo>
                <a:cubicBezTo>
                  <a:pt x="9463320" y="5379482"/>
                  <a:pt x="9462050" y="5380114"/>
                  <a:pt x="9461361" y="5381378"/>
                </a:cubicBezTo>
                <a:cubicBezTo>
                  <a:pt x="9460672" y="5382641"/>
                  <a:pt x="9460328" y="5385572"/>
                  <a:pt x="9460328" y="5390170"/>
                </a:cubicBezTo>
                <a:cubicBezTo>
                  <a:pt x="9460328" y="5396754"/>
                  <a:pt x="9461062" y="5402372"/>
                  <a:pt x="9462530" y="5407025"/>
                </a:cubicBezTo>
                <a:cubicBezTo>
                  <a:pt x="9462938" y="5408367"/>
                  <a:pt x="9463551" y="5409387"/>
                  <a:pt x="9464368" y="5410085"/>
                </a:cubicBezTo>
                <a:cubicBezTo>
                  <a:pt x="9465185" y="5410783"/>
                  <a:pt x="9466921" y="5411506"/>
                  <a:pt x="9469574" y="5412253"/>
                </a:cubicBezTo>
                <a:cubicBezTo>
                  <a:pt x="9475732" y="5414072"/>
                  <a:pt x="9478810" y="5417724"/>
                  <a:pt x="9478810" y="5423207"/>
                </a:cubicBezTo>
                <a:cubicBezTo>
                  <a:pt x="9478810" y="5428927"/>
                  <a:pt x="9475250" y="5432933"/>
                  <a:pt x="9468130" y="5435225"/>
                </a:cubicBezTo>
                <a:cubicBezTo>
                  <a:pt x="9461010" y="5437517"/>
                  <a:pt x="9449873" y="5438663"/>
                  <a:pt x="9434719" y="5438663"/>
                </a:cubicBezTo>
                <a:cubicBezTo>
                  <a:pt x="9411264" y="5438663"/>
                  <a:pt x="9399537" y="5433607"/>
                  <a:pt x="9399537" y="5423494"/>
                </a:cubicBezTo>
                <a:cubicBezTo>
                  <a:pt x="9399537" y="5420829"/>
                  <a:pt x="9400130" y="5418841"/>
                  <a:pt x="9401319" y="5417530"/>
                </a:cubicBezTo>
                <a:cubicBezTo>
                  <a:pt x="9402506" y="5416220"/>
                  <a:pt x="9404591" y="5414926"/>
                  <a:pt x="9407573" y="5413648"/>
                </a:cubicBezTo>
                <a:cubicBezTo>
                  <a:pt x="9410695" y="5412234"/>
                  <a:pt x="9412550" y="5409796"/>
                  <a:pt x="9413136" y="5406335"/>
                </a:cubicBezTo>
                <a:cubicBezTo>
                  <a:pt x="9414220" y="5400077"/>
                  <a:pt x="9414763" y="5393476"/>
                  <a:pt x="9414763" y="5386531"/>
                </a:cubicBezTo>
                <a:cubicBezTo>
                  <a:pt x="9414763" y="5383851"/>
                  <a:pt x="9414384" y="5382085"/>
                  <a:pt x="9413628" y="5381236"/>
                </a:cubicBezTo>
                <a:cubicBezTo>
                  <a:pt x="9412872" y="5380386"/>
                  <a:pt x="9411316" y="5379994"/>
                  <a:pt x="9408961" y="5380058"/>
                </a:cubicBezTo>
                <a:cubicBezTo>
                  <a:pt x="9405211" y="5380058"/>
                  <a:pt x="9402608" y="5379786"/>
                  <a:pt x="9401150" y="5379243"/>
                </a:cubicBezTo>
                <a:cubicBezTo>
                  <a:pt x="9399692" y="5378700"/>
                  <a:pt x="9398997" y="5377227"/>
                  <a:pt x="9399064" y="5374825"/>
                </a:cubicBezTo>
                <a:lnTo>
                  <a:pt x="9399824" y="5362851"/>
                </a:lnTo>
                <a:cubicBezTo>
                  <a:pt x="9399988" y="5360323"/>
                  <a:pt x="9400518" y="5358663"/>
                  <a:pt x="9401416" y="5357871"/>
                </a:cubicBezTo>
                <a:cubicBezTo>
                  <a:pt x="9402315" y="5357079"/>
                  <a:pt x="9404246" y="5356607"/>
                  <a:pt x="9407210" y="5356454"/>
                </a:cubicBezTo>
                <a:cubicBezTo>
                  <a:pt x="9408351" y="5356393"/>
                  <a:pt x="9408922" y="5355885"/>
                  <a:pt x="9408922" y="5354930"/>
                </a:cubicBezTo>
                <a:cubicBezTo>
                  <a:pt x="9408922" y="5354404"/>
                  <a:pt x="9408060" y="5352360"/>
                  <a:pt x="9406336" y="5348798"/>
                </a:cubicBezTo>
                <a:cubicBezTo>
                  <a:pt x="9403399" y="5343859"/>
                  <a:pt x="9401931" y="5338562"/>
                  <a:pt x="9401931" y="5332905"/>
                </a:cubicBezTo>
                <a:cubicBezTo>
                  <a:pt x="9401931" y="5324533"/>
                  <a:pt x="9404816" y="5317703"/>
                  <a:pt x="9410586" y="5312415"/>
                </a:cubicBezTo>
                <a:cubicBezTo>
                  <a:pt x="9418814" y="5304855"/>
                  <a:pt x="9430530" y="5301075"/>
                  <a:pt x="9445733" y="5301075"/>
                </a:cubicBezTo>
                <a:close/>
                <a:moveTo>
                  <a:pt x="5083283" y="5301075"/>
                </a:moveTo>
                <a:cubicBezTo>
                  <a:pt x="5095819" y="5301075"/>
                  <a:pt x="5105876" y="5304058"/>
                  <a:pt x="5113453" y="5310025"/>
                </a:cubicBezTo>
                <a:cubicBezTo>
                  <a:pt x="5119540" y="5314852"/>
                  <a:pt x="5122584" y="5320436"/>
                  <a:pt x="5122584" y="5326777"/>
                </a:cubicBezTo>
                <a:cubicBezTo>
                  <a:pt x="5122584" y="5331444"/>
                  <a:pt x="5121023" y="5335395"/>
                  <a:pt x="5117898" y="5338627"/>
                </a:cubicBezTo>
                <a:cubicBezTo>
                  <a:pt x="5114774" y="5341860"/>
                  <a:pt x="5110865" y="5343476"/>
                  <a:pt x="5106170" y="5343476"/>
                </a:cubicBezTo>
                <a:cubicBezTo>
                  <a:pt x="5101102" y="5343476"/>
                  <a:pt x="5096371" y="5341812"/>
                  <a:pt x="5091976" y="5338485"/>
                </a:cubicBezTo>
                <a:cubicBezTo>
                  <a:pt x="5090651" y="5337407"/>
                  <a:pt x="5087900" y="5334348"/>
                  <a:pt x="5083723" y="5329307"/>
                </a:cubicBezTo>
                <a:cubicBezTo>
                  <a:pt x="5081704" y="5327581"/>
                  <a:pt x="5079611" y="5326719"/>
                  <a:pt x="5077442" y="5326719"/>
                </a:cubicBezTo>
                <a:cubicBezTo>
                  <a:pt x="5076249" y="5326719"/>
                  <a:pt x="5075208" y="5327164"/>
                  <a:pt x="5074318" y="5328055"/>
                </a:cubicBezTo>
                <a:cubicBezTo>
                  <a:pt x="5073426" y="5328945"/>
                  <a:pt x="5072981" y="5330052"/>
                  <a:pt x="5072981" y="5331373"/>
                </a:cubicBezTo>
                <a:cubicBezTo>
                  <a:pt x="5072981" y="5335728"/>
                  <a:pt x="5077769" y="5341038"/>
                  <a:pt x="5087345" y="5347304"/>
                </a:cubicBezTo>
                <a:cubicBezTo>
                  <a:pt x="5089745" y="5348238"/>
                  <a:pt x="5091554" y="5349296"/>
                  <a:pt x="5092774" y="5350479"/>
                </a:cubicBezTo>
                <a:cubicBezTo>
                  <a:pt x="5093994" y="5351661"/>
                  <a:pt x="5095044" y="5353236"/>
                  <a:pt x="5095924" y="5355203"/>
                </a:cubicBezTo>
                <a:cubicBezTo>
                  <a:pt x="5095952" y="5355251"/>
                  <a:pt x="5096367" y="5355274"/>
                  <a:pt x="5097168" y="5355274"/>
                </a:cubicBezTo>
                <a:lnTo>
                  <a:pt x="5109043" y="5355274"/>
                </a:lnTo>
                <a:cubicBezTo>
                  <a:pt x="5111444" y="5355274"/>
                  <a:pt x="5113312" y="5355752"/>
                  <a:pt x="5114646" y="5356707"/>
                </a:cubicBezTo>
                <a:cubicBezTo>
                  <a:pt x="5115981" y="5357663"/>
                  <a:pt x="5116570" y="5359238"/>
                  <a:pt x="5116415" y="5361434"/>
                </a:cubicBezTo>
                <a:lnTo>
                  <a:pt x="5115650" y="5372800"/>
                </a:lnTo>
                <a:cubicBezTo>
                  <a:pt x="5115501" y="5375491"/>
                  <a:pt x="5114964" y="5377325"/>
                  <a:pt x="5114038" y="5378304"/>
                </a:cubicBezTo>
                <a:cubicBezTo>
                  <a:pt x="5113111" y="5379282"/>
                  <a:pt x="5111351" y="5379771"/>
                  <a:pt x="5108755" y="5379771"/>
                </a:cubicBezTo>
                <a:cubicBezTo>
                  <a:pt x="5108206" y="5379771"/>
                  <a:pt x="5107065" y="5379704"/>
                  <a:pt x="5105329" y="5379571"/>
                </a:cubicBezTo>
                <a:cubicBezTo>
                  <a:pt x="5104284" y="5379512"/>
                  <a:pt x="5103416" y="5379482"/>
                  <a:pt x="5102723" y="5379482"/>
                </a:cubicBezTo>
                <a:cubicBezTo>
                  <a:pt x="5100871" y="5379482"/>
                  <a:pt x="5099601" y="5380114"/>
                  <a:pt x="5098912" y="5381378"/>
                </a:cubicBezTo>
                <a:cubicBezTo>
                  <a:pt x="5098223" y="5382641"/>
                  <a:pt x="5097879" y="5385572"/>
                  <a:pt x="5097879" y="5390170"/>
                </a:cubicBezTo>
                <a:cubicBezTo>
                  <a:pt x="5097879" y="5396754"/>
                  <a:pt x="5098613" y="5402372"/>
                  <a:pt x="5100081" y="5407025"/>
                </a:cubicBezTo>
                <a:cubicBezTo>
                  <a:pt x="5100489" y="5408367"/>
                  <a:pt x="5101102" y="5409387"/>
                  <a:pt x="5101919" y="5410085"/>
                </a:cubicBezTo>
                <a:cubicBezTo>
                  <a:pt x="5102736" y="5410783"/>
                  <a:pt x="5104472" y="5411506"/>
                  <a:pt x="5107125" y="5412253"/>
                </a:cubicBezTo>
                <a:cubicBezTo>
                  <a:pt x="5113282" y="5414072"/>
                  <a:pt x="5116361" y="5417724"/>
                  <a:pt x="5116361" y="5423207"/>
                </a:cubicBezTo>
                <a:cubicBezTo>
                  <a:pt x="5116361" y="5428927"/>
                  <a:pt x="5112801" y="5432933"/>
                  <a:pt x="5105681" y="5435225"/>
                </a:cubicBezTo>
                <a:cubicBezTo>
                  <a:pt x="5098561" y="5437517"/>
                  <a:pt x="5087424" y="5438663"/>
                  <a:pt x="5072270" y="5438663"/>
                </a:cubicBezTo>
                <a:cubicBezTo>
                  <a:pt x="5048815" y="5438663"/>
                  <a:pt x="5037088" y="5433607"/>
                  <a:pt x="5037088" y="5423494"/>
                </a:cubicBezTo>
                <a:cubicBezTo>
                  <a:pt x="5037088" y="5420829"/>
                  <a:pt x="5037681" y="5418841"/>
                  <a:pt x="5038870" y="5417530"/>
                </a:cubicBezTo>
                <a:cubicBezTo>
                  <a:pt x="5040057" y="5416220"/>
                  <a:pt x="5042143" y="5414926"/>
                  <a:pt x="5045124" y="5413648"/>
                </a:cubicBezTo>
                <a:cubicBezTo>
                  <a:pt x="5048246" y="5412234"/>
                  <a:pt x="5050101" y="5409796"/>
                  <a:pt x="5050687" y="5406335"/>
                </a:cubicBezTo>
                <a:cubicBezTo>
                  <a:pt x="5051771" y="5400077"/>
                  <a:pt x="5052313" y="5393476"/>
                  <a:pt x="5052313" y="5386531"/>
                </a:cubicBezTo>
                <a:cubicBezTo>
                  <a:pt x="5052313" y="5383851"/>
                  <a:pt x="5051935" y="5382085"/>
                  <a:pt x="5051179" y="5381236"/>
                </a:cubicBezTo>
                <a:cubicBezTo>
                  <a:pt x="5050422" y="5380386"/>
                  <a:pt x="5048867" y="5379994"/>
                  <a:pt x="5046511" y="5380058"/>
                </a:cubicBezTo>
                <a:cubicBezTo>
                  <a:pt x="5042762" y="5380058"/>
                  <a:pt x="5040159" y="5379786"/>
                  <a:pt x="5038701" y="5379243"/>
                </a:cubicBezTo>
                <a:cubicBezTo>
                  <a:pt x="5037243" y="5378700"/>
                  <a:pt x="5036548" y="5377227"/>
                  <a:pt x="5036615" y="5374825"/>
                </a:cubicBezTo>
                <a:lnTo>
                  <a:pt x="5037375" y="5362851"/>
                </a:lnTo>
                <a:cubicBezTo>
                  <a:pt x="5037539" y="5360323"/>
                  <a:pt x="5038069" y="5358663"/>
                  <a:pt x="5038967" y="5357871"/>
                </a:cubicBezTo>
                <a:cubicBezTo>
                  <a:pt x="5039865" y="5357079"/>
                  <a:pt x="5041796" y="5356607"/>
                  <a:pt x="5044761" y="5356454"/>
                </a:cubicBezTo>
                <a:cubicBezTo>
                  <a:pt x="5045902" y="5356393"/>
                  <a:pt x="5046473" y="5355885"/>
                  <a:pt x="5046473" y="5354930"/>
                </a:cubicBezTo>
                <a:cubicBezTo>
                  <a:pt x="5046473" y="5354404"/>
                  <a:pt x="5045611" y="5352360"/>
                  <a:pt x="5043886" y="5348798"/>
                </a:cubicBezTo>
                <a:cubicBezTo>
                  <a:pt x="5040951" y="5343859"/>
                  <a:pt x="5039483" y="5338562"/>
                  <a:pt x="5039483" y="5332905"/>
                </a:cubicBezTo>
                <a:cubicBezTo>
                  <a:pt x="5039483" y="5324533"/>
                  <a:pt x="5042367" y="5317703"/>
                  <a:pt x="5048137" y="5312415"/>
                </a:cubicBezTo>
                <a:cubicBezTo>
                  <a:pt x="5056365" y="5304855"/>
                  <a:pt x="5068081" y="5301075"/>
                  <a:pt x="5083283" y="5301075"/>
                </a:cubicBezTo>
                <a:close/>
                <a:moveTo>
                  <a:pt x="11499257" y="5149069"/>
                </a:moveTo>
                <a:cubicBezTo>
                  <a:pt x="11497131" y="5149069"/>
                  <a:pt x="11495218" y="5150011"/>
                  <a:pt x="11493517" y="5151894"/>
                </a:cubicBezTo>
                <a:cubicBezTo>
                  <a:pt x="11491816" y="5153777"/>
                  <a:pt x="11490966" y="5156079"/>
                  <a:pt x="11490966" y="5158800"/>
                </a:cubicBezTo>
                <a:cubicBezTo>
                  <a:pt x="11490966" y="5161454"/>
                  <a:pt x="11491527" y="5163500"/>
                  <a:pt x="11492646" y="5164937"/>
                </a:cubicBezTo>
                <a:cubicBezTo>
                  <a:pt x="11493767" y="5166374"/>
                  <a:pt x="11495204" y="5167092"/>
                  <a:pt x="11496959" y="5167092"/>
                </a:cubicBezTo>
                <a:cubicBezTo>
                  <a:pt x="11500764" y="5167092"/>
                  <a:pt x="11502667" y="5163434"/>
                  <a:pt x="11502667" y="5156118"/>
                </a:cubicBezTo>
                <a:cubicBezTo>
                  <a:pt x="11502667" y="5152996"/>
                  <a:pt x="11502435" y="5151051"/>
                  <a:pt x="11501970" y="5150283"/>
                </a:cubicBezTo>
                <a:cubicBezTo>
                  <a:pt x="11501505" y="5149516"/>
                  <a:pt x="11500602" y="5149111"/>
                  <a:pt x="11499257" y="5149069"/>
                </a:cubicBezTo>
                <a:close/>
                <a:moveTo>
                  <a:pt x="10794407" y="5149069"/>
                </a:moveTo>
                <a:cubicBezTo>
                  <a:pt x="10792281" y="5149069"/>
                  <a:pt x="10790368" y="5150011"/>
                  <a:pt x="10788667" y="5151894"/>
                </a:cubicBezTo>
                <a:cubicBezTo>
                  <a:pt x="10786966" y="5153777"/>
                  <a:pt x="10786116" y="5156079"/>
                  <a:pt x="10786116" y="5158800"/>
                </a:cubicBezTo>
                <a:cubicBezTo>
                  <a:pt x="10786116" y="5161454"/>
                  <a:pt x="10786677" y="5163500"/>
                  <a:pt x="10787796" y="5164937"/>
                </a:cubicBezTo>
                <a:cubicBezTo>
                  <a:pt x="10788917" y="5166374"/>
                  <a:pt x="10790354" y="5167092"/>
                  <a:pt x="10792109" y="5167092"/>
                </a:cubicBezTo>
                <a:cubicBezTo>
                  <a:pt x="10795914" y="5167092"/>
                  <a:pt x="10797817" y="5163434"/>
                  <a:pt x="10797817" y="5156118"/>
                </a:cubicBezTo>
                <a:cubicBezTo>
                  <a:pt x="10797817" y="5152996"/>
                  <a:pt x="10797585" y="5151051"/>
                  <a:pt x="10797120" y="5150283"/>
                </a:cubicBezTo>
                <a:cubicBezTo>
                  <a:pt x="10796656" y="5149516"/>
                  <a:pt x="10795752" y="5149111"/>
                  <a:pt x="10794407" y="5149069"/>
                </a:cubicBezTo>
                <a:close/>
                <a:moveTo>
                  <a:pt x="10080032" y="5149069"/>
                </a:moveTo>
                <a:cubicBezTo>
                  <a:pt x="10077906" y="5149069"/>
                  <a:pt x="10075992" y="5150011"/>
                  <a:pt x="10074292" y="5151894"/>
                </a:cubicBezTo>
                <a:cubicBezTo>
                  <a:pt x="10072592" y="5153777"/>
                  <a:pt x="10071741" y="5156079"/>
                  <a:pt x="10071741" y="5158800"/>
                </a:cubicBezTo>
                <a:cubicBezTo>
                  <a:pt x="10071741" y="5161454"/>
                  <a:pt x="10072301" y="5163500"/>
                  <a:pt x="10073421" y="5164937"/>
                </a:cubicBezTo>
                <a:cubicBezTo>
                  <a:pt x="10074541" y="5166374"/>
                  <a:pt x="10075979" y="5167092"/>
                  <a:pt x="10077734" y="5167092"/>
                </a:cubicBezTo>
                <a:cubicBezTo>
                  <a:pt x="10081539" y="5167092"/>
                  <a:pt x="10083442" y="5163434"/>
                  <a:pt x="10083442" y="5156118"/>
                </a:cubicBezTo>
                <a:cubicBezTo>
                  <a:pt x="10083442" y="5152996"/>
                  <a:pt x="10083209" y="5151051"/>
                  <a:pt x="10082744" y="5150283"/>
                </a:cubicBezTo>
                <a:cubicBezTo>
                  <a:pt x="10082281" y="5149516"/>
                  <a:pt x="10081376" y="5149111"/>
                  <a:pt x="10080032" y="5149069"/>
                </a:cubicBezTo>
                <a:close/>
                <a:moveTo>
                  <a:pt x="8937032" y="5149069"/>
                </a:moveTo>
                <a:cubicBezTo>
                  <a:pt x="8934906" y="5149069"/>
                  <a:pt x="8932993" y="5150011"/>
                  <a:pt x="8931292" y="5151894"/>
                </a:cubicBezTo>
                <a:cubicBezTo>
                  <a:pt x="8929591" y="5153777"/>
                  <a:pt x="8928741" y="5156079"/>
                  <a:pt x="8928741" y="5158800"/>
                </a:cubicBezTo>
                <a:cubicBezTo>
                  <a:pt x="8928741" y="5161454"/>
                  <a:pt x="8929302" y="5163500"/>
                  <a:pt x="8930421" y="5164937"/>
                </a:cubicBezTo>
                <a:cubicBezTo>
                  <a:pt x="8931541" y="5166374"/>
                  <a:pt x="8932979" y="5167092"/>
                  <a:pt x="8934734" y="5167092"/>
                </a:cubicBezTo>
                <a:cubicBezTo>
                  <a:pt x="8938539" y="5167092"/>
                  <a:pt x="8940442" y="5163434"/>
                  <a:pt x="8940442" y="5156118"/>
                </a:cubicBezTo>
                <a:cubicBezTo>
                  <a:pt x="8940442" y="5152996"/>
                  <a:pt x="8940210" y="5151051"/>
                  <a:pt x="8939745" y="5150283"/>
                </a:cubicBezTo>
                <a:cubicBezTo>
                  <a:pt x="8939281" y="5149516"/>
                  <a:pt x="8938376" y="5149111"/>
                  <a:pt x="8937032" y="5149069"/>
                </a:cubicBezTo>
                <a:close/>
                <a:moveTo>
                  <a:pt x="7355883" y="5149069"/>
                </a:moveTo>
                <a:cubicBezTo>
                  <a:pt x="7353756" y="5149069"/>
                  <a:pt x="7351843" y="5150011"/>
                  <a:pt x="7350142" y="5151894"/>
                </a:cubicBezTo>
                <a:cubicBezTo>
                  <a:pt x="7348442" y="5153777"/>
                  <a:pt x="7347591" y="5156079"/>
                  <a:pt x="7347591" y="5158800"/>
                </a:cubicBezTo>
                <a:cubicBezTo>
                  <a:pt x="7347591" y="5161454"/>
                  <a:pt x="7348152" y="5163500"/>
                  <a:pt x="7349271" y="5164937"/>
                </a:cubicBezTo>
                <a:cubicBezTo>
                  <a:pt x="7350392" y="5166374"/>
                  <a:pt x="7351829" y="5167092"/>
                  <a:pt x="7353585" y="5167092"/>
                </a:cubicBezTo>
                <a:cubicBezTo>
                  <a:pt x="7357389" y="5167092"/>
                  <a:pt x="7359292" y="5163434"/>
                  <a:pt x="7359292" y="5156118"/>
                </a:cubicBezTo>
                <a:cubicBezTo>
                  <a:pt x="7359292" y="5152996"/>
                  <a:pt x="7359059" y="5151051"/>
                  <a:pt x="7358595" y="5150283"/>
                </a:cubicBezTo>
                <a:cubicBezTo>
                  <a:pt x="7358131" y="5149516"/>
                  <a:pt x="7357226" y="5149111"/>
                  <a:pt x="7355883" y="5149069"/>
                </a:cubicBezTo>
                <a:close/>
                <a:moveTo>
                  <a:pt x="4469808" y="5149069"/>
                </a:moveTo>
                <a:cubicBezTo>
                  <a:pt x="4467681" y="5149069"/>
                  <a:pt x="4465768" y="5150011"/>
                  <a:pt x="4464068" y="5151894"/>
                </a:cubicBezTo>
                <a:cubicBezTo>
                  <a:pt x="4462367" y="5153777"/>
                  <a:pt x="4461517" y="5156079"/>
                  <a:pt x="4461517" y="5158800"/>
                </a:cubicBezTo>
                <a:cubicBezTo>
                  <a:pt x="4461517" y="5161454"/>
                  <a:pt x="4462077" y="5163500"/>
                  <a:pt x="4463197" y="5164937"/>
                </a:cubicBezTo>
                <a:cubicBezTo>
                  <a:pt x="4464318" y="5166374"/>
                  <a:pt x="4465754" y="5167092"/>
                  <a:pt x="4467509" y="5167092"/>
                </a:cubicBezTo>
                <a:cubicBezTo>
                  <a:pt x="4471314" y="5167092"/>
                  <a:pt x="4473217" y="5163434"/>
                  <a:pt x="4473217" y="5156118"/>
                </a:cubicBezTo>
                <a:cubicBezTo>
                  <a:pt x="4473217" y="5152996"/>
                  <a:pt x="4472985" y="5151051"/>
                  <a:pt x="4472520" y="5150283"/>
                </a:cubicBezTo>
                <a:cubicBezTo>
                  <a:pt x="4472056" y="5149516"/>
                  <a:pt x="4471152" y="5149111"/>
                  <a:pt x="4469808" y="5149069"/>
                </a:cubicBezTo>
                <a:close/>
                <a:moveTo>
                  <a:pt x="1774234" y="5149069"/>
                </a:moveTo>
                <a:cubicBezTo>
                  <a:pt x="1772107" y="5149069"/>
                  <a:pt x="1770194" y="5150011"/>
                  <a:pt x="1768493" y="5151894"/>
                </a:cubicBezTo>
                <a:cubicBezTo>
                  <a:pt x="1766793" y="5153777"/>
                  <a:pt x="1765942" y="5156079"/>
                  <a:pt x="1765942" y="5158800"/>
                </a:cubicBezTo>
                <a:cubicBezTo>
                  <a:pt x="1765942" y="5161454"/>
                  <a:pt x="1766503" y="5163500"/>
                  <a:pt x="1767623" y="5164937"/>
                </a:cubicBezTo>
                <a:cubicBezTo>
                  <a:pt x="1768743" y="5166374"/>
                  <a:pt x="1770181" y="5167092"/>
                  <a:pt x="1771935" y="5167092"/>
                </a:cubicBezTo>
                <a:cubicBezTo>
                  <a:pt x="1775740" y="5167092"/>
                  <a:pt x="1777643" y="5163434"/>
                  <a:pt x="1777643" y="5156118"/>
                </a:cubicBezTo>
                <a:cubicBezTo>
                  <a:pt x="1777643" y="5152996"/>
                  <a:pt x="1777411" y="5151051"/>
                  <a:pt x="1776946" y="5150283"/>
                </a:cubicBezTo>
                <a:cubicBezTo>
                  <a:pt x="1776482" y="5149516"/>
                  <a:pt x="1775578" y="5149111"/>
                  <a:pt x="1774234" y="5149069"/>
                </a:cubicBezTo>
                <a:close/>
                <a:moveTo>
                  <a:pt x="9812121" y="5142578"/>
                </a:moveTo>
                <a:cubicBezTo>
                  <a:pt x="9817348" y="5142578"/>
                  <a:pt x="9822391" y="5144868"/>
                  <a:pt x="9827248" y="5149448"/>
                </a:cubicBezTo>
                <a:cubicBezTo>
                  <a:pt x="9832230" y="5154148"/>
                  <a:pt x="9834720" y="5160138"/>
                  <a:pt x="9834720" y="5167417"/>
                </a:cubicBezTo>
                <a:cubicBezTo>
                  <a:pt x="9834720" y="5174286"/>
                  <a:pt x="9832454" y="5179466"/>
                  <a:pt x="9827922" y="5182959"/>
                </a:cubicBezTo>
                <a:cubicBezTo>
                  <a:pt x="9822636" y="5188775"/>
                  <a:pt x="9816686" y="5191683"/>
                  <a:pt x="9810070" y="5191683"/>
                </a:cubicBezTo>
                <a:cubicBezTo>
                  <a:pt x="9803477" y="5191683"/>
                  <a:pt x="9797559" y="5188798"/>
                  <a:pt x="9792315" y="5183026"/>
                </a:cubicBezTo>
                <a:cubicBezTo>
                  <a:pt x="9787783" y="5179527"/>
                  <a:pt x="9785517" y="5174229"/>
                  <a:pt x="9785517" y="5167130"/>
                </a:cubicBezTo>
                <a:cubicBezTo>
                  <a:pt x="9785517" y="5159934"/>
                  <a:pt x="9787986" y="5154039"/>
                  <a:pt x="9792926" y="5149448"/>
                </a:cubicBezTo>
                <a:cubicBezTo>
                  <a:pt x="9797761" y="5144957"/>
                  <a:pt x="9804160" y="5142667"/>
                  <a:pt x="9812121" y="5142578"/>
                </a:cubicBezTo>
                <a:close/>
                <a:moveTo>
                  <a:pt x="7236692" y="5141332"/>
                </a:moveTo>
                <a:cubicBezTo>
                  <a:pt x="7240127" y="5141332"/>
                  <a:pt x="7243514" y="5142149"/>
                  <a:pt x="7246852" y="5143784"/>
                </a:cubicBezTo>
                <a:cubicBezTo>
                  <a:pt x="7250190" y="5145418"/>
                  <a:pt x="7252977" y="5147633"/>
                  <a:pt x="7255212" y="5150428"/>
                </a:cubicBezTo>
                <a:cubicBezTo>
                  <a:pt x="7260384" y="5156893"/>
                  <a:pt x="7262970" y="5164951"/>
                  <a:pt x="7262970" y="5174601"/>
                </a:cubicBezTo>
                <a:cubicBezTo>
                  <a:pt x="7262970" y="5179878"/>
                  <a:pt x="7262003" y="5185781"/>
                  <a:pt x="7260068" y="5192310"/>
                </a:cubicBezTo>
                <a:cubicBezTo>
                  <a:pt x="7258132" y="5198839"/>
                  <a:pt x="7255684" y="5203776"/>
                  <a:pt x="7252724" y="5207121"/>
                </a:cubicBezTo>
                <a:cubicBezTo>
                  <a:pt x="7247090" y="5218153"/>
                  <a:pt x="7241140" y="5223668"/>
                  <a:pt x="7234873" y="5223668"/>
                </a:cubicBezTo>
                <a:cubicBezTo>
                  <a:pt x="7231977" y="5223668"/>
                  <a:pt x="7229347" y="5222777"/>
                  <a:pt x="7226984" y="5220995"/>
                </a:cubicBezTo>
                <a:cubicBezTo>
                  <a:pt x="7224621" y="5219212"/>
                  <a:pt x="7223439" y="5217026"/>
                  <a:pt x="7223439" y="5214437"/>
                </a:cubicBezTo>
                <a:cubicBezTo>
                  <a:pt x="7223439" y="5213038"/>
                  <a:pt x="7224652" y="5210483"/>
                  <a:pt x="7227077" y="5206770"/>
                </a:cubicBezTo>
                <a:cubicBezTo>
                  <a:pt x="7228661" y="5204114"/>
                  <a:pt x="7229983" y="5201423"/>
                  <a:pt x="7231043" y="5198696"/>
                </a:cubicBezTo>
                <a:cubicBezTo>
                  <a:pt x="7232102" y="5195970"/>
                  <a:pt x="7232632" y="5194003"/>
                  <a:pt x="7232632" y="5192794"/>
                </a:cubicBezTo>
                <a:cubicBezTo>
                  <a:pt x="7232632" y="5191398"/>
                  <a:pt x="7231964" y="5190444"/>
                  <a:pt x="7230627" y="5189933"/>
                </a:cubicBezTo>
                <a:cubicBezTo>
                  <a:pt x="7226127" y="5188254"/>
                  <a:pt x="7222901" y="5186579"/>
                  <a:pt x="7220950" y="5184906"/>
                </a:cubicBezTo>
                <a:cubicBezTo>
                  <a:pt x="7215140" y="5179926"/>
                  <a:pt x="7212235" y="5173522"/>
                  <a:pt x="7212235" y="5165694"/>
                </a:cubicBezTo>
                <a:cubicBezTo>
                  <a:pt x="7212235" y="5159426"/>
                  <a:pt x="7214281" y="5154073"/>
                  <a:pt x="7218373" y="5149634"/>
                </a:cubicBezTo>
                <a:cubicBezTo>
                  <a:pt x="7223423" y="5144100"/>
                  <a:pt x="7229529" y="5141332"/>
                  <a:pt x="7236692" y="5141332"/>
                </a:cubicBezTo>
                <a:close/>
                <a:moveTo>
                  <a:pt x="6293717" y="5141332"/>
                </a:moveTo>
                <a:cubicBezTo>
                  <a:pt x="6297153" y="5141332"/>
                  <a:pt x="6300540" y="5142149"/>
                  <a:pt x="6303877" y="5143784"/>
                </a:cubicBezTo>
                <a:cubicBezTo>
                  <a:pt x="6307215" y="5145418"/>
                  <a:pt x="6310002" y="5147633"/>
                  <a:pt x="6312237" y="5150428"/>
                </a:cubicBezTo>
                <a:cubicBezTo>
                  <a:pt x="6317409" y="5156893"/>
                  <a:pt x="6319996" y="5164951"/>
                  <a:pt x="6319996" y="5174601"/>
                </a:cubicBezTo>
                <a:cubicBezTo>
                  <a:pt x="6319996" y="5179878"/>
                  <a:pt x="6319028" y="5185781"/>
                  <a:pt x="6317093" y="5192310"/>
                </a:cubicBezTo>
                <a:cubicBezTo>
                  <a:pt x="6315157" y="5198839"/>
                  <a:pt x="6312709" y="5203776"/>
                  <a:pt x="6309749" y="5207121"/>
                </a:cubicBezTo>
                <a:cubicBezTo>
                  <a:pt x="6304115" y="5218153"/>
                  <a:pt x="6298165" y="5223668"/>
                  <a:pt x="6291898" y="5223668"/>
                </a:cubicBezTo>
                <a:cubicBezTo>
                  <a:pt x="6289002" y="5223668"/>
                  <a:pt x="6286373" y="5222777"/>
                  <a:pt x="6284010" y="5220995"/>
                </a:cubicBezTo>
                <a:cubicBezTo>
                  <a:pt x="6281646" y="5219212"/>
                  <a:pt x="6280465" y="5217026"/>
                  <a:pt x="6280465" y="5214437"/>
                </a:cubicBezTo>
                <a:cubicBezTo>
                  <a:pt x="6280465" y="5213038"/>
                  <a:pt x="6281677" y="5210483"/>
                  <a:pt x="6284103" y="5206770"/>
                </a:cubicBezTo>
                <a:cubicBezTo>
                  <a:pt x="6285686" y="5204114"/>
                  <a:pt x="6287008" y="5201423"/>
                  <a:pt x="6288068" y="5198696"/>
                </a:cubicBezTo>
                <a:cubicBezTo>
                  <a:pt x="6289127" y="5195970"/>
                  <a:pt x="6289658" y="5194003"/>
                  <a:pt x="6289658" y="5192794"/>
                </a:cubicBezTo>
                <a:cubicBezTo>
                  <a:pt x="6289658" y="5191398"/>
                  <a:pt x="6288989" y="5190444"/>
                  <a:pt x="6287652" y="5189933"/>
                </a:cubicBezTo>
                <a:cubicBezTo>
                  <a:pt x="6283152" y="5188254"/>
                  <a:pt x="6279927" y="5186579"/>
                  <a:pt x="6277975" y="5184906"/>
                </a:cubicBezTo>
                <a:cubicBezTo>
                  <a:pt x="6272165" y="5179926"/>
                  <a:pt x="6269260" y="5173522"/>
                  <a:pt x="6269260" y="5165694"/>
                </a:cubicBezTo>
                <a:cubicBezTo>
                  <a:pt x="6269260" y="5159426"/>
                  <a:pt x="6271306" y="5154073"/>
                  <a:pt x="6275398" y="5149634"/>
                </a:cubicBezTo>
                <a:cubicBezTo>
                  <a:pt x="6280448" y="5144100"/>
                  <a:pt x="6286554" y="5141332"/>
                  <a:pt x="6293717" y="5141332"/>
                </a:cubicBezTo>
                <a:close/>
                <a:moveTo>
                  <a:pt x="4255368" y="5141332"/>
                </a:moveTo>
                <a:cubicBezTo>
                  <a:pt x="4258802" y="5141332"/>
                  <a:pt x="4262189" y="5142149"/>
                  <a:pt x="4265527" y="5143784"/>
                </a:cubicBezTo>
                <a:cubicBezTo>
                  <a:pt x="4268865" y="5145418"/>
                  <a:pt x="4271652" y="5147633"/>
                  <a:pt x="4273887" y="5150428"/>
                </a:cubicBezTo>
                <a:cubicBezTo>
                  <a:pt x="4279059" y="5156893"/>
                  <a:pt x="4281646" y="5164951"/>
                  <a:pt x="4281646" y="5174601"/>
                </a:cubicBezTo>
                <a:cubicBezTo>
                  <a:pt x="4281646" y="5179878"/>
                  <a:pt x="4280678" y="5185781"/>
                  <a:pt x="4278743" y="5192310"/>
                </a:cubicBezTo>
                <a:cubicBezTo>
                  <a:pt x="4276807" y="5198839"/>
                  <a:pt x="4274359" y="5203776"/>
                  <a:pt x="4271400" y="5207121"/>
                </a:cubicBezTo>
                <a:cubicBezTo>
                  <a:pt x="4265765" y="5218153"/>
                  <a:pt x="4259815" y="5223668"/>
                  <a:pt x="4253548" y="5223668"/>
                </a:cubicBezTo>
                <a:cubicBezTo>
                  <a:pt x="4250652" y="5223668"/>
                  <a:pt x="4248023" y="5222777"/>
                  <a:pt x="4245659" y="5220995"/>
                </a:cubicBezTo>
                <a:cubicBezTo>
                  <a:pt x="4243296" y="5219212"/>
                  <a:pt x="4242114" y="5217026"/>
                  <a:pt x="4242114" y="5214437"/>
                </a:cubicBezTo>
                <a:cubicBezTo>
                  <a:pt x="4242114" y="5213038"/>
                  <a:pt x="4243327" y="5210483"/>
                  <a:pt x="4245752" y="5206770"/>
                </a:cubicBezTo>
                <a:cubicBezTo>
                  <a:pt x="4247336" y="5204114"/>
                  <a:pt x="4248658" y="5201423"/>
                  <a:pt x="4249719" y="5198696"/>
                </a:cubicBezTo>
                <a:cubicBezTo>
                  <a:pt x="4250777" y="5195970"/>
                  <a:pt x="4251307" y="5194003"/>
                  <a:pt x="4251307" y="5192794"/>
                </a:cubicBezTo>
                <a:cubicBezTo>
                  <a:pt x="4251307" y="5191398"/>
                  <a:pt x="4250639" y="5190444"/>
                  <a:pt x="4249302" y="5189933"/>
                </a:cubicBezTo>
                <a:cubicBezTo>
                  <a:pt x="4244802" y="5188254"/>
                  <a:pt x="4241577" y="5186579"/>
                  <a:pt x="4239625" y="5184906"/>
                </a:cubicBezTo>
                <a:cubicBezTo>
                  <a:pt x="4233815" y="5179926"/>
                  <a:pt x="4230910" y="5173522"/>
                  <a:pt x="4230910" y="5165694"/>
                </a:cubicBezTo>
                <a:cubicBezTo>
                  <a:pt x="4230910" y="5159426"/>
                  <a:pt x="4232956" y="5154073"/>
                  <a:pt x="4237048" y="5149634"/>
                </a:cubicBezTo>
                <a:cubicBezTo>
                  <a:pt x="4242099" y="5144100"/>
                  <a:pt x="4248204" y="5141332"/>
                  <a:pt x="4255368" y="5141332"/>
                </a:cubicBezTo>
                <a:close/>
                <a:moveTo>
                  <a:pt x="8581166" y="5121396"/>
                </a:moveTo>
                <a:cubicBezTo>
                  <a:pt x="8577903" y="5121396"/>
                  <a:pt x="8576115" y="5123840"/>
                  <a:pt x="8575802" y="5128728"/>
                </a:cubicBezTo>
                <a:lnTo>
                  <a:pt x="8574375" y="5154899"/>
                </a:lnTo>
                <a:cubicBezTo>
                  <a:pt x="8574332" y="5155626"/>
                  <a:pt x="8574311" y="5156639"/>
                  <a:pt x="8574311" y="5157937"/>
                </a:cubicBezTo>
                <a:cubicBezTo>
                  <a:pt x="8574311" y="5159279"/>
                  <a:pt x="8574936" y="5160391"/>
                  <a:pt x="8576188" y="5161271"/>
                </a:cubicBezTo>
                <a:cubicBezTo>
                  <a:pt x="8577440" y="5162152"/>
                  <a:pt x="8579290" y="5162592"/>
                  <a:pt x="8581742" y="5162592"/>
                </a:cubicBezTo>
                <a:cubicBezTo>
                  <a:pt x="8589248" y="5162592"/>
                  <a:pt x="8593002" y="5155997"/>
                  <a:pt x="8593002" y="5142808"/>
                </a:cubicBezTo>
                <a:cubicBezTo>
                  <a:pt x="8593002" y="5133980"/>
                  <a:pt x="8591329" y="5127830"/>
                  <a:pt x="8587983" y="5124358"/>
                </a:cubicBezTo>
                <a:cubicBezTo>
                  <a:pt x="8586072" y="5122383"/>
                  <a:pt x="8583799" y="5121396"/>
                  <a:pt x="8581166" y="5121396"/>
                </a:cubicBezTo>
                <a:close/>
                <a:moveTo>
                  <a:pt x="10588214" y="5115745"/>
                </a:moveTo>
                <a:cubicBezTo>
                  <a:pt x="10586132" y="5115745"/>
                  <a:pt x="10584419" y="5116567"/>
                  <a:pt x="10583078" y="5118212"/>
                </a:cubicBezTo>
                <a:cubicBezTo>
                  <a:pt x="10581737" y="5119856"/>
                  <a:pt x="10581067" y="5122182"/>
                  <a:pt x="10581067" y="5125188"/>
                </a:cubicBezTo>
                <a:cubicBezTo>
                  <a:pt x="10581067" y="5128950"/>
                  <a:pt x="10581769" y="5134065"/>
                  <a:pt x="10583176" y="5140533"/>
                </a:cubicBezTo>
                <a:cubicBezTo>
                  <a:pt x="10584583" y="5147000"/>
                  <a:pt x="10586088" y="5152310"/>
                  <a:pt x="10587690" y="5156463"/>
                </a:cubicBezTo>
                <a:cubicBezTo>
                  <a:pt x="10589675" y="5161698"/>
                  <a:pt x="10592434" y="5164315"/>
                  <a:pt x="10595966" y="5164315"/>
                </a:cubicBezTo>
                <a:cubicBezTo>
                  <a:pt x="10600346" y="5164315"/>
                  <a:pt x="10602535" y="5161359"/>
                  <a:pt x="10602535" y="5155448"/>
                </a:cubicBezTo>
                <a:cubicBezTo>
                  <a:pt x="10602535" y="5150274"/>
                  <a:pt x="10601830" y="5144328"/>
                  <a:pt x="10600417" y="5137609"/>
                </a:cubicBezTo>
                <a:cubicBezTo>
                  <a:pt x="10599003" y="5130891"/>
                  <a:pt x="10597314" y="5125471"/>
                  <a:pt x="10595344" y="5121350"/>
                </a:cubicBezTo>
                <a:cubicBezTo>
                  <a:pt x="10593579" y="5117715"/>
                  <a:pt x="10591202" y="5115846"/>
                  <a:pt x="10588214" y="5115745"/>
                </a:cubicBezTo>
                <a:close/>
                <a:moveTo>
                  <a:pt x="8702265" y="5115745"/>
                </a:moveTo>
                <a:cubicBezTo>
                  <a:pt x="8700181" y="5115745"/>
                  <a:pt x="8698469" y="5116567"/>
                  <a:pt x="8697128" y="5118212"/>
                </a:cubicBezTo>
                <a:cubicBezTo>
                  <a:pt x="8695788" y="5119856"/>
                  <a:pt x="8695116" y="5122182"/>
                  <a:pt x="8695116" y="5125188"/>
                </a:cubicBezTo>
                <a:cubicBezTo>
                  <a:pt x="8695116" y="5128950"/>
                  <a:pt x="8695820" y="5134065"/>
                  <a:pt x="8697226" y="5140533"/>
                </a:cubicBezTo>
                <a:cubicBezTo>
                  <a:pt x="8698633" y="5147000"/>
                  <a:pt x="8700137" y="5152310"/>
                  <a:pt x="8701740" y="5156463"/>
                </a:cubicBezTo>
                <a:cubicBezTo>
                  <a:pt x="8703724" y="5161698"/>
                  <a:pt x="8706483" y="5164315"/>
                  <a:pt x="8710016" y="5164315"/>
                </a:cubicBezTo>
                <a:cubicBezTo>
                  <a:pt x="8714396" y="5164315"/>
                  <a:pt x="8716586" y="5161359"/>
                  <a:pt x="8716586" y="5155448"/>
                </a:cubicBezTo>
                <a:cubicBezTo>
                  <a:pt x="8716586" y="5150274"/>
                  <a:pt x="8715879" y="5144328"/>
                  <a:pt x="8714466" y="5137609"/>
                </a:cubicBezTo>
                <a:cubicBezTo>
                  <a:pt x="8713054" y="5130891"/>
                  <a:pt x="8711363" y="5125471"/>
                  <a:pt x="8709394" y="5121350"/>
                </a:cubicBezTo>
                <a:cubicBezTo>
                  <a:pt x="8707630" y="5117715"/>
                  <a:pt x="8705252" y="5115846"/>
                  <a:pt x="8702265" y="5115745"/>
                </a:cubicBezTo>
                <a:close/>
                <a:moveTo>
                  <a:pt x="7911690" y="5115745"/>
                </a:moveTo>
                <a:cubicBezTo>
                  <a:pt x="7909606" y="5115745"/>
                  <a:pt x="7907894" y="5116567"/>
                  <a:pt x="7906553" y="5118212"/>
                </a:cubicBezTo>
                <a:cubicBezTo>
                  <a:pt x="7905213" y="5119856"/>
                  <a:pt x="7904542" y="5122182"/>
                  <a:pt x="7904542" y="5125188"/>
                </a:cubicBezTo>
                <a:cubicBezTo>
                  <a:pt x="7904542" y="5128950"/>
                  <a:pt x="7905245" y="5134065"/>
                  <a:pt x="7906651" y="5140533"/>
                </a:cubicBezTo>
                <a:cubicBezTo>
                  <a:pt x="7908058" y="5147000"/>
                  <a:pt x="7909563" y="5152310"/>
                  <a:pt x="7911164" y="5156463"/>
                </a:cubicBezTo>
                <a:cubicBezTo>
                  <a:pt x="7913150" y="5161698"/>
                  <a:pt x="7915908" y="5164315"/>
                  <a:pt x="7919441" y="5164315"/>
                </a:cubicBezTo>
                <a:cubicBezTo>
                  <a:pt x="7923821" y="5164315"/>
                  <a:pt x="7926010" y="5161359"/>
                  <a:pt x="7926010" y="5155448"/>
                </a:cubicBezTo>
                <a:cubicBezTo>
                  <a:pt x="7926010" y="5150274"/>
                  <a:pt x="7925304" y="5144328"/>
                  <a:pt x="7923892" y="5137609"/>
                </a:cubicBezTo>
                <a:cubicBezTo>
                  <a:pt x="7922479" y="5130891"/>
                  <a:pt x="7920788" y="5125471"/>
                  <a:pt x="7918819" y="5121350"/>
                </a:cubicBezTo>
                <a:cubicBezTo>
                  <a:pt x="7917055" y="5117715"/>
                  <a:pt x="7914678" y="5115846"/>
                  <a:pt x="7911690" y="5115745"/>
                </a:cubicBezTo>
                <a:close/>
                <a:moveTo>
                  <a:pt x="6940140" y="5115745"/>
                </a:moveTo>
                <a:cubicBezTo>
                  <a:pt x="6938056" y="5115745"/>
                  <a:pt x="6936344" y="5116567"/>
                  <a:pt x="6935003" y="5118212"/>
                </a:cubicBezTo>
                <a:cubicBezTo>
                  <a:pt x="6933663" y="5119856"/>
                  <a:pt x="6932992" y="5122182"/>
                  <a:pt x="6932992" y="5125188"/>
                </a:cubicBezTo>
                <a:cubicBezTo>
                  <a:pt x="6932992" y="5128950"/>
                  <a:pt x="6933695" y="5134065"/>
                  <a:pt x="6935102" y="5140533"/>
                </a:cubicBezTo>
                <a:cubicBezTo>
                  <a:pt x="6936508" y="5147000"/>
                  <a:pt x="6938012" y="5152310"/>
                  <a:pt x="6939615" y="5156463"/>
                </a:cubicBezTo>
                <a:cubicBezTo>
                  <a:pt x="6941600" y="5161698"/>
                  <a:pt x="6944358" y="5164315"/>
                  <a:pt x="6947891" y="5164315"/>
                </a:cubicBezTo>
                <a:cubicBezTo>
                  <a:pt x="6952271" y="5164315"/>
                  <a:pt x="6954461" y="5161359"/>
                  <a:pt x="6954461" y="5155448"/>
                </a:cubicBezTo>
                <a:cubicBezTo>
                  <a:pt x="6954461" y="5150274"/>
                  <a:pt x="6953754" y="5144328"/>
                  <a:pt x="6952342" y="5137609"/>
                </a:cubicBezTo>
                <a:cubicBezTo>
                  <a:pt x="6950929" y="5130891"/>
                  <a:pt x="6949238" y="5125471"/>
                  <a:pt x="6947270" y="5121350"/>
                </a:cubicBezTo>
                <a:cubicBezTo>
                  <a:pt x="6945504" y="5117715"/>
                  <a:pt x="6943128" y="5115846"/>
                  <a:pt x="6940140" y="5115745"/>
                </a:cubicBezTo>
                <a:close/>
                <a:moveTo>
                  <a:pt x="6530565" y="5115745"/>
                </a:moveTo>
                <a:cubicBezTo>
                  <a:pt x="6528481" y="5115745"/>
                  <a:pt x="6526769" y="5116567"/>
                  <a:pt x="6525428" y="5118212"/>
                </a:cubicBezTo>
                <a:cubicBezTo>
                  <a:pt x="6524088" y="5119856"/>
                  <a:pt x="6523417" y="5122182"/>
                  <a:pt x="6523417" y="5125188"/>
                </a:cubicBezTo>
                <a:cubicBezTo>
                  <a:pt x="6523417" y="5128950"/>
                  <a:pt x="6524120" y="5134065"/>
                  <a:pt x="6525527" y="5140533"/>
                </a:cubicBezTo>
                <a:cubicBezTo>
                  <a:pt x="6526933" y="5147000"/>
                  <a:pt x="6528438" y="5152310"/>
                  <a:pt x="6530040" y="5156463"/>
                </a:cubicBezTo>
                <a:cubicBezTo>
                  <a:pt x="6532025" y="5161698"/>
                  <a:pt x="6534784" y="5164315"/>
                  <a:pt x="6538316" y="5164315"/>
                </a:cubicBezTo>
                <a:cubicBezTo>
                  <a:pt x="6542696" y="5164315"/>
                  <a:pt x="6544886" y="5161359"/>
                  <a:pt x="6544886" y="5155448"/>
                </a:cubicBezTo>
                <a:cubicBezTo>
                  <a:pt x="6544886" y="5150274"/>
                  <a:pt x="6544179" y="5144328"/>
                  <a:pt x="6542767" y="5137609"/>
                </a:cubicBezTo>
                <a:cubicBezTo>
                  <a:pt x="6541354" y="5130891"/>
                  <a:pt x="6539663" y="5125471"/>
                  <a:pt x="6537695" y="5121350"/>
                </a:cubicBezTo>
                <a:cubicBezTo>
                  <a:pt x="6535930" y="5117715"/>
                  <a:pt x="6533553" y="5115846"/>
                  <a:pt x="6530565" y="5115745"/>
                </a:cubicBezTo>
                <a:close/>
                <a:moveTo>
                  <a:pt x="5349466" y="5115745"/>
                </a:moveTo>
                <a:cubicBezTo>
                  <a:pt x="5347382" y="5115745"/>
                  <a:pt x="5345669" y="5116567"/>
                  <a:pt x="5344328" y="5118212"/>
                </a:cubicBezTo>
                <a:cubicBezTo>
                  <a:pt x="5342988" y="5119856"/>
                  <a:pt x="5342317" y="5122182"/>
                  <a:pt x="5342317" y="5125188"/>
                </a:cubicBezTo>
                <a:cubicBezTo>
                  <a:pt x="5342317" y="5128950"/>
                  <a:pt x="5343020" y="5134065"/>
                  <a:pt x="5344427" y="5140533"/>
                </a:cubicBezTo>
                <a:cubicBezTo>
                  <a:pt x="5345833" y="5147000"/>
                  <a:pt x="5347338" y="5152310"/>
                  <a:pt x="5348940" y="5156463"/>
                </a:cubicBezTo>
                <a:cubicBezTo>
                  <a:pt x="5350925" y="5161698"/>
                  <a:pt x="5353684" y="5164315"/>
                  <a:pt x="5357216" y="5164315"/>
                </a:cubicBezTo>
                <a:cubicBezTo>
                  <a:pt x="5361596" y="5164315"/>
                  <a:pt x="5363786" y="5161359"/>
                  <a:pt x="5363786" y="5155448"/>
                </a:cubicBezTo>
                <a:cubicBezTo>
                  <a:pt x="5363786" y="5150274"/>
                  <a:pt x="5363080" y="5144328"/>
                  <a:pt x="5361667" y="5137609"/>
                </a:cubicBezTo>
                <a:cubicBezTo>
                  <a:pt x="5360254" y="5130891"/>
                  <a:pt x="5358564" y="5125471"/>
                  <a:pt x="5356595" y="5121350"/>
                </a:cubicBezTo>
                <a:cubicBezTo>
                  <a:pt x="5354830" y="5117715"/>
                  <a:pt x="5352454" y="5115846"/>
                  <a:pt x="5349466" y="5115745"/>
                </a:cubicBezTo>
                <a:close/>
                <a:moveTo>
                  <a:pt x="5044665" y="5115745"/>
                </a:moveTo>
                <a:cubicBezTo>
                  <a:pt x="5042581" y="5115745"/>
                  <a:pt x="5040869" y="5116567"/>
                  <a:pt x="5039528" y="5118212"/>
                </a:cubicBezTo>
                <a:cubicBezTo>
                  <a:pt x="5038188" y="5119856"/>
                  <a:pt x="5037517" y="5122182"/>
                  <a:pt x="5037517" y="5125188"/>
                </a:cubicBezTo>
                <a:cubicBezTo>
                  <a:pt x="5037517" y="5128950"/>
                  <a:pt x="5038221" y="5134065"/>
                  <a:pt x="5039627" y="5140533"/>
                </a:cubicBezTo>
                <a:cubicBezTo>
                  <a:pt x="5041033" y="5147000"/>
                  <a:pt x="5042538" y="5152310"/>
                  <a:pt x="5044140" y="5156463"/>
                </a:cubicBezTo>
                <a:cubicBezTo>
                  <a:pt x="5046125" y="5161698"/>
                  <a:pt x="5048884" y="5164315"/>
                  <a:pt x="5052416" y="5164315"/>
                </a:cubicBezTo>
                <a:cubicBezTo>
                  <a:pt x="5056797" y="5164315"/>
                  <a:pt x="5058986" y="5161359"/>
                  <a:pt x="5058986" y="5155448"/>
                </a:cubicBezTo>
                <a:cubicBezTo>
                  <a:pt x="5058986" y="5150274"/>
                  <a:pt x="5058279" y="5144328"/>
                  <a:pt x="5056867" y="5137609"/>
                </a:cubicBezTo>
                <a:cubicBezTo>
                  <a:pt x="5055454" y="5130891"/>
                  <a:pt x="5053764" y="5125471"/>
                  <a:pt x="5051795" y="5121350"/>
                </a:cubicBezTo>
                <a:cubicBezTo>
                  <a:pt x="5050030" y="5117715"/>
                  <a:pt x="5047653" y="5115846"/>
                  <a:pt x="5044665" y="5115745"/>
                </a:cubicBezTo>
                <a:close/>
                <a:moveTo>
                  <a:pt x="2549116" y="5115745"/>
                </a:moveTo>
                <a:cubicBezTo>
                  <a:pt x="2547033" y="5115745"/>
                  <a:pt x="2545321" y="5116567"/>
                  <a:pt x="2543980" y="5118212"/>
                </a:cubicBezTo>
                <a:cubicBezTo>
                  <a:pt x="2542639" y="5119856"/>
                  <a:pt x="2541968" y="5122182"/>
                  <a:pt x="2541968" y="5125188"/>
                </a:cubicBezTo>
                <a:cubicBezTo>
                  <a:pt x="2541968" y="5128950"/>
                  <a:pt x="2542671" y="5134065"/>
                  <a:pt x="2544078" y="5140533"/>
                </a:cubicBezTo>
                <a:cubicBezTo>
                  <a:pt x="2545484" y="5147000"/>
                  <a:pt x="2546989" y="5152310"/>
                  <a:pt x="2548591" y="5156463"/>
                </a:cubicBezTo>
                <a:cubicBezTo>
                  <a:pt x="2550577" y="5161698"/>
                  <a:pt x="2553335" y="5164315"/>
                  <a:pt x="2556867" y="5164315"/>
                </a:cubicBezTo>
                <a:cubicBezTo>
                  <a:pt x="2561247" y="5164315"/>
                  <a:pt x="2563437" y="5161359"/>
                  <a:pt x="2563437" y="5155448"/>
                </a:cubicBezTo>
                <a:cubicBezTo>
                  <a:pt x="2563437" y="5150274"/>
                  <a:pt x="2562731" y="5144328"/>
                  <a:pt x="2561318" y="5137609"/>
                </a:cubicBezTo>
                <a:cubicBezTo>
                  <a:pt x="2559905" y="5130891"/>
                  <a:pt x="2558215" y="5125471"/>
                  <a:pt x="2556246" y="5121350"/>
                </a:cubicBezTo>
                <a:cubicBezTo>
                  <a:pt x="2554480" y="5117715"/>
                  <a:pt x="2552105" y="5115846"/>
                  <a:pt x="2549116" y="5115745"/>
                </a:cubicBezTo>
                <a:close/>
                <a:moveTo>
                  <a:pt x="2291941" y="5115745"/>
                </a:moveTo>
                <a:cubicBezTo>
                  <a:pt x="2289857" y="5115745"/>
                  <a:pt x="2288145" y="5116567"/>
                  <a:pt x="2286805" y="5118212"/>
                </a:cubicBezTo>
                <a:cubicBezTo>
                  <a:pt x="2285464" y="5119856"/>
                  <a:pt x="2284793" y="5122182"/>
                  <a:pt x="2284793" y="5125188"/>
                </a:cubicBezTo>
                <a:cubicBezTo>
                  <a:pt x="2284793" y="5128950"/>
                  <a:pt x="2285496" y="5134065"/>
                  <a:pt x="2286903" y="5140533"/>
                </a:cubicBezTo>
                <a:cubicBezTo>
                  <a:pt x="2288309" y="5147000"/>
                  <a:pt x="2289814" y="5152310"/>
                  <a:pt x="2291416" y="5156463"/>
                </a:cubicBezTo>
                <a:cubicBezTo>
                  <a:pt x="2293401" y="5161698"/>
                  <a:pt x="2296160" y="5164315"/>
                  <a:pt x="2299692" y="5164315"/>
                </a:cubicBezTo>
                <a:cubicBezTo>
                  <a:pt x="2304072" y="5164315"/>
                  <a:pt x="2306262" y="5161359"/>
                  <a:pt x="2306262" y="5155448"/>
                </a:cubicBezTo>
                <a:cubicBezTo>
                  <a:pt x="2306262" y="5150274"/>
                  <a:pt x="2305555" y="5144328"/>
                  <a:pt x="2304143" y="5137609"/>
                </a:cubicBezTo>
                <a:cubicBezTo>
                  <a:pt x="2302730" y="5130891"/>
                  <a:pt x="2301040" y="5125471"/>
                  <a:pt x="2299071" y="5121350"/>
                </a:cubicBezTo>
                <a:cubicBezTo>
                  <a:pt x="2297306" y="5117715"/>
                  <a:pt x="2294930" y="5115846"/>
                  <a:pt x="2291941" y="5115745"/>
                </a:cubicBezTo>
                <a:close/>
                <a:moveTo>
                  <a:pt x="1568041" y="5115745"/>
                </a:moveTo>
                <a:cubicBezTo>
                  <a:pt x="1565958" y="5115745"/>
                  <a:pt x="1564245" y="5116567"/>
                  <a:pt x="1562904" y="5118212"/>
                </a:cubicBezTo>
                <a:cubicBezTo>
                  <a:pt x="1561564" y="5119856"/>
                  <a:pt x="1560893" y="5122182"/>
                  <a:pt x="1560893" y="5125188"/>
                </a:cubicBezTo>
                <a:cubicBezTo>
                  <a:pt x="1560893" y="5128950"/>
                  <a:pt x="1561596" y="5134065"/>
                  <a:pt x="1563003" y="5140533"/>
                </a:cubicBezTo>
                <a:cubicBezTo>
                  <a:pt x="1564409" y="5147000"/>
                  <a:pt x="1565914" y="5152310"/>
                  <a:pt x="1567516" y="5156463"/>
                </a:cubicBezTo>
                <a:cubicBezTo>
                  <a:pt x="1569501" y="5161698"/>
                  <a:pt x="1572260" y="5164315"/>
                  <a:pt x="1575792" y="5164315"/>
                </a:cubicBezTo>
                <a:cubicBezTo>
                  <a:pt x="1580172" y="5164315"/>
                  <a:pt x="1582362" y="5161359"/>
                  <a:pt x="1582362" y="5155448"/>
                </a:cubicBezTo>
                <a:cubicBezTo>
                  <a:pt x="1582362" y="5150274"/>
                  <a:pt x="1581655" y="5144328"/>
                  <a:pt x="1580243" y="5137609"/>
                </a:cubicBezTo>
                <a:cubicBezTo>
                  <a:pt x="1578830" y="5130891"/>
                  <a:pt x="1577139" y="5125471"/>
                  <a:pt x="1575171" y="5121350"/>
                </a:cubicBezTo>
                <a:cubicBezTo>
                  <a:pt x="1573406" y="5117715"/>
                  <a:pt x="1571029" y="5115846"/>
                  <a:pt x="1568041" y="5115745"/>
                </a:cubicBezTo>
                <a:close/>
                <a:moveTo>
                  <a:pt x="1025116" y="5115745"/>
                </a:moveTo>
                <a:cubicBezTo>
                  <a:pt x="1023032" y="5115745"/>
                  <a:pt x="1021320" y="5116567"/>
                  <a:pt x="1019979" y="5118212"/>
                </a:cubicBezTo>
                <a:cubicBezTo>
                  <a:pt x="1018638" y="5119856"/>
                  <a:pt x="1017968" y="5122182"/>
                  <a:pt x="1017968" y="5125188"/>
                </a:cubicBezTo>
                <a:cubicBezTo>
                  <a:pt x="1017968" y="5128950"/>
                  <a:pt x="1018671" y="5134065"/>
                  <a:pt x="1020078" y="5140533"/>
                </a:cubicBezTo>
                <a:cubicBezTo>
                  <a:pt x="1021484" y="5147000"/>
                  <a:pt x="1022989" y="5152310"/>
                  <a:pt x="1024591" y="5156463"/>
                </a:cubicBezTo>
                <a:cubicBezTo>
                  <a:pt x="1026576" y="5161698"/>
                  <a:pt x="1029335" y="5164315"/>
                  <a:pt x="1032867" y="5164315"/>
                </a:cubicBezTo>
                <a:cubicBezTo>
                  <a:pt x="1037247" y="5164315"/>
                  <a:pt x="1039436" y="5161359"/>
                  <a:pt x="1039436" y="5155448"/>
                </a:cubicBezTo>
                <a:cubicBezTo>
                  <a:pt x="1039436" y="5150274"/>
                  <a:pt x="1038730" y="5144328"/>
                  <a:pt x="1037318" y="5137609"/>
                </a:cubicBezTo>
                <a:cubicBezTo>
                  <a:pt x="1035905" y="5130891"/>
                  <a:pt x="1034215" y="5125471"/>
                  <a:pt x="1032246" y="5121350"/>
                </a:cubicBezTo>
                <a:cubicBezTo>
                  <a:pt x="1030481" y="5117715"/>
                  <a:pt x="1028104" y="5115846"/>
                  <a:pt x="1025116" y="5115745"/>
                </a:cubicBezTo>
                <a:close/>
                <a:moveTo>
                  <a:pt x="7634281" y="5114212"/>
                </a:moveTo>
                <a:cubicBezTo>
                  <a:pt x="7631012" y="5114212"/>
                  <a:pt x="7628434" y="5115113"/>
                  <a:pt x="7626549" y="5116914"/>
                </a:cubicBezTo>
                <a:cubicBezTo>
                  <a:pt x="7623293" y="5124393"/>
                  <a:pt x="7621665" y="5132769"/>
                  <a:pt x="7621665" y="5142042"/>
                </a:cubicBezTo>
                <a:cubicBezTo>
                  <a:pt x="7621665" y="5150333"/>
                  <a:pt x="7622597" y="5156225"/>
                  <a:pt x="7624459" y="5159718"/>
                </a:cubicBezTo>
                <a:cubicBezTo>
                  <a:pt x="7627303" y="5162911"/>
                  <a:pt x="7630286" y="5164507"/>
                  <a:pt x="7633404" y="5164507"/>
                </a:cubicBezTo>
                <a:cubicBezTo>
                  <a:pt x="7636657" y="5164507"/>
                  <a:pt x="7639125" y="5162358"/>
                  <a:pt x="7640805" y="5158059"/>
                </a:cubicBezTo>
                <a:cubicBezTo>
                  <a:pt x="7642485" y="5153760"/>
                  <a:pt x="7643325" y="5146378"/>
                  <a:pt x="7643325" y="5135913"/>
                </a:cubicBezTo>
                <a:cubicBezTo>
                  <a:pt x="7643325" y="5126509"/>
                  <a:pt x="7642208" y="5120067"/>
                  <a:pt x="7639972" y="5116589"/>
                </a:cubicBezTo>
                <a:cubicBezTo>
                  <a:pt x="7638819" y="5115107"/>
                  <a:pt x="7636923" y="5114315"/>
                  <a:pt x="7634281" y="5114212"/>
                </a:cubicBezTo>
                <a:close/>
                <a:moveTo>
                  <a:pt x="1262057" y="5114212"/>
                </a:moveTo>
                <a:cubicBezTo>
                  <a:pt x="1258788" y="5114212"/>
                  <a:pt x="1256210" y="5115113"/>
                  <a:pt x="1254325" y="5116914"/>
                </a:cubicBezTo>
                <a:cubicBezTo>
                  <a:pt x="1251069" y="5124393"/>
                  <a:pt x="1249441" y="5132769"/>
                  <a:pt x="1249441" y="5142042"/>
                </a:cubicBezTo>
                <a:cubicBezTo>
                  <a:pt x="1249441" y="5150333"/>
                  <a:pt x="1250372" y="5156225"/>
                  <a:pt x="1252234" y="5159718"/>
                </a:cubicBezTo>
                <a:cubicBezTo>
                  <a:pt x="1255080" y="5162911"/>
                  <a:pt x="1258062" y="5164507"/>
                  <a:pt x="1261180" y="5164507"/>
                </a:cubicBezTo>
                <a:cubicBezTo>
                  <a:pt x="1264433" y="5164507"/>
                  <a:pt x="1266901" y="5162358"/>
                  <a:pt x="1268581" y="5158059"/>
                </a:cubicBezTo>
                <a:cubicBezTo>
                  <a:pt x="1270261" y="5153760"/>
                  <a:pt x="1271101" y="5146378"/>
                  <a:pt x="1271101" y="5135913"/>
                </a:cubicBezTo>
                <a:cubicBezTo>
                  <a:pt x="1271101" y="5126509"/>
                  <a:pt x="1269983" y="5120067"/>
                  <a:pt x="1267748" y="5116589"/>
                </a:cubicBezTo>
                <a:cubicBezTo>
                  <a:pt x="1266596" y="5115107"/>
                  <a:pt x="1264699" y="5114315"/>
                  <a:pt x="1262057" y="5114212"/>
                </a:cubicBezTo>
                <a:close/>
                <a:moveTo>
                  <a:pt x="11778354" y="5110957"/>
                </a:moveTo>
                <a:cubicBezTo>
                  <a:pt x="11775485" y="5110957"/>
                  <a:pt x="11773221" y="5112097"/>
                  <a:pt x="11771562" y="5114377"/>
                </a:cubicBezTo>
                <a:cubicBezTo>
                  <a:pt x="11769925" y="5116616"/>
                  <a:pt x="11769107" y="5118878"/>
                  <a:pt x="11769107" y="5121165"/>
                </a:cubicBezTo>
                <a:cubicBezTo>
                  <a:pt x="11769107" y="5122508"/>
                  <a:pt x="11769349" y="5123380"/>
                  <a:pt x="11769834" y="5123782"/>
                </a:cubicBezTo>
                <a:cubicBezTo>
                  <a:pt x="11770319" y="5124183"/>
                  <a:pt x="11771468" y="5124384"/>
                  <a:pt x="11773280" y="5124384"/>
                </a:cubicBezTo>
                <a:lnTo>
                  <a:pt x="11782952" y="5124384"/>
                </a:lnTo>
                <a:cubicBezTo>
                  <a:pt x="11785735" y="5124384"/>
                  <a:pt x="11787127" y="5123151"/>
                  <a:pt x="11787127" y="5120686"/>
                </a:cubicBezTo>
                <a:cubicBezTo>
                  <a:pt x="11787127" y="5117777"/>
                  <a:pt x="11786311" y="5115429"/>
                  <a:pt x="11784681" y="5113640"/>
                </a:cubicBezTo>
                <a:cubicBezTo>
                  <a:pt x="11783051" y="5111852"/>
                  <a:pt x="11780941" y="5110957"/>
                  <a:pt x="11778354" y="5110957"/>
                </a:cubicBezTo>
                <a:close/>
                <a:moveTo>
                  <a:pt x="11149704" y="5110957"/>
                </a:moveTo>
                <a:cubicBezTo>
                  <a:pt x="11146835" y="5110957"/>
                  <a:pt x="11144571" y="5112097"/>
                  <a:pt x="11142912" y="5114377"/>
                </a:cubicBezTo>
                <a:cubicBezTo>
                  <a:pt x="11141275" y="5116616"/>
                  <a:pt x="11140456" y="5118878"/>
                  <a:pt x="11140456" y="5121165"/>
                </a:cubicBezTo>
                <a:cubicBezTo>
                  <a:pt x="11140456" y="5122508"/>
                  <a:pt x="11140699" y="5123380"/>
                  <a:pt x="11141184" y="5123782"/>
                </a:cubicBezTo>
                <a:cubicBezTo>
                  <a:pt x="11141669" y="5124183"/>
                  <a:pt x="11142818" y="5124384"/>
                  <a:pt x="11144630" y="5124384"/>
                </a:cubicBezTo>
                <a:lnTo>
                  <a:pt x="11154301" y="5124384"/>
                </a:lnTo>
                <a:cubicBezTo>
                  <a:pt x="11157084" y="5124384"/>
                  <a:pt x="11158476" y="5123151"/>
                  <a:pt x="11158476" y="5120686"/>
                </a:cubicBezTo>
                <a:cubicBezTo>
                  <a:pt x="11158476" y="5117777"/>
                  <a:pt x="11157661" y="5115429"/>
                  <a:pt x="11156031" y="5113640"/>
                </a:cubicBezTo>
                <a:cubicBezTo>
                  <a:pt x="11154401" y="5111852"/>
                  <a:pt x="11152291" y="5110957"/>
                  <a:pt x="11149704" y="5110957"/>
                </a:cubicBezTo>
                <a:close/>
                <a:moveTo>
                  <a:pt x="9730479" y="5110957"/>
                </a:moveTo>
                <a:cubicBezTo>
                  <a:pt x="9727609" y="5110957"/>
                  <a:pt x="9725345" y="5112097"/>
                  <a:pt x="9723687" y="5114377"/>
                </a:cubicBezTo>
                <a:cubicBezTo>
                  <a:pt x="9722050" y="5116616"/>
                  <a:pt x="9721232" y="5118878"/>
                  <a:pt x="9721232" y="5121165"/>
                </a:cubicBezTo>
                <a:cubicBezTo>
                  <a:pt x="9721232" y="5122508"/>
                  <a:pt x="9721474" y="5123380"/>
                  <a:pt x="9721958" y="5123782"/>
                </a:cubicBezTo>
                <a:cubicBezTo>
                  <a:pt x="9722443" y="5124183"/>
                  <a:pt x="9723592" y="5124384"/>
                  <a:pt x="9725405" y="5124384"/>
                </a:cubicBezTo>
                <a:lnTo>
                  <a:pt x="9735076" y="5124384"/>
                </a:lnTo>
                <a:cubicBezTo>
                  <a:pt x="9737860" y="5124384"/>
                  <a:pt x="9739251" y="5123151"/>
                  <a:pt x="9739251" y="5120686"/>
                </a:cubicBezTo>
                <a:cubicBezTo>
                  <a:pt x="9739251" y="5117777"/>
                  <a:pt x="9738436" y="5115429"/>
                  <a:pt x="9736806" y="5113640"/>
                </a:cubicBezTo>
                <a:cubicBezTo>
                  <a:pt x="9735175" y="5111852"/>
                  <a:pt x="9733066" y="5110957"/>
                  <a:pt x="9730479" y="5110957"/>
                </a:cubicBezTo>
                <a:close/>
                <a:moveTo>
                  <a:pt x="8263630" y="5110957"/>
                </a:moveTo>
                <a:cubicBezTo>
                  <a:pt x="8260759" y="5110957"/>
                  <a:pt x="8258496" y="5112097"/>
                  <a:pt x="8256837" y="5114377"/>
                </a:cubicBezTo>
                <a:cubicBezTo>
                  <a:pt x="8255200" y="5116616"/>
                  <a:pt x="8254382" y="5118878"/>
                  <a:pt x="8254382" y="5121165"/>
                </a:cubicBezTo>
                <a:cubicBezTo>
                  <a:pt x="8254382" y="5122508"/>
                  <a:pt x="8254624" y="5123380"/>
                  <a:pt x="8255109" y="5123782"/>
                </a:cubicBezTo>
                <a:cubicBezTo>
                  <a:pt x="8255593" y="5124183"/>
                  <a:pt x="8256742" y="5124384"/>
                  <a:pt x="8258555" y="5124384"/>
                </a:cubicBezTo>
                <a:lnTo>
                  <a:pt x="8268226" y="5124384"/>
                </a:lnTo>
                <a:cubicBezTo>
                  <a:pt x="8271010" y="5124384"/>
                  <a:pt x="8272402" y="5123151"/>
                  <a:pt x="8272402" y="5120686"/>
                </a:cubicBezTo>
                <a:cubicBezTo>
                  <a:pt x="8272402" y="5117777"/>
                  <a:pt x="8271586" y="5115429"/>
                  <a:pt x="8269956" y="5113640"/>
                </a:cubicBezTo>
                <a:cubicBezTo>
                  <a:pt x="8268326" y="5111852"/>
                  <a:pt x="8266217" y="5110957"/>
                  <a:pt x="8263630" y="5110957"/>
                </a:cubicBezTo>
                <a:close/>
                <a:moveTo>
                  <a:pt x="3958331" y="5110957"/>
                </a:moveTo>
                <a:cubicBezTo>
                  <a:pt x="3955461" y="5110957"/>
                  <a:pt x="3953197" y="5112097"/>
                  <a:pt x="3951538" y="5114377"/>
                </a:cubicBezTo>
                <a:cubicBezTo>
                  <a:pt x="3949901" y="5116616"/>
                  <a:pt x="3949083" y="5118878"/>
                  <a:pt x="3949083" y="5121165"/>
                </a:cubicBezTo>
                <a:cubicBezTo>
                  <a:pt x="3949083" y="5122508"/>
                  <a:pt x="3949325" y="5123380"/>
                  <a:pt x="3949810" y="5123782"/>
                </a:cubicBezTo>
                <a:cubicBezTo>
                  <a:pt x="3950295" y="5124183"/>
                  <a:pt x="3951443" y="5124384"/>
                  <a:pt x="3953257" y="5124384"/>
                </a:cubicBezTo>
                <a:lnTo>
                  <a:pt x="3962928" y="5124384"/>
                </a:lnTo>
                <a:cubicBezTo>
                  <a:pt x="3965711" y="5124384"/>
                  <a:pt x="3967103" y="5123151"/>
                  <a:pt x="3967103" y="5120686"/>
                </a:cubicBezTo>
                <a:cubicBezTo>
                  <a:pt x="3967103" y="5117777"/>
                  <a:pt x="3966288" y="5115429"/>
                  <a:pt x="3964657" y="5113640"/>
                </a:cubicBezTo>
                <a:cubicBezTo>
                  <a:pt x="3963027" y="5111852"/>
                  <a:pt x="3960919" y="5110957"/>
                  <a:pt x="3958331" y="5110957"/>
                </a:cubicBezTo>
                <a:close/>
                <a:moveTo>
                  <a:pt x="11299559" y="5090484"/>
                </a:moveTo>
                <a:cubicBezTo>
                  <a:pt x="11303197" y="5090484"/>
                  <a:pt x="11305018" y="5093720"/>
                  <a:pt x="11305018" y="5100194"/>
                </a:cubicBezTo>
                <a:cubicBezTo>
                  <a:pt x="11305018" y="5100258"/>
                  <a:pt x="11305018" y="5100681"/>
                  <a:pt x="11305018" y="5101464"/>
                </a:cubicBezTo>
                <a:cubicBezTo>
                  <a:pt x="11304953" y="5102479"/>
                  <a:pt x="11304922" y="5103428"/>
                  <a:pt x="11304922" y="5104311"/>
                </a:cubicBezTo>
                <a:cubicBezTo>
                  <a:pt x="11304922" y="5106457"/>
                  <a:pt x="11305260" y="5107530"/>
                  <a:pt x="11305934" y="5107530"/>
                </a:cubicBezTo>
                <a:cubicBezTo>
                  <a:pt x="11306395" y="5107530"/>
                  <a:pt x="11307549" y="5106425"/>
                  <a:pt x="11309399" y="5104217"/>
                </a:cubicBezTo>
                <a:cubicBezTo>
                  <a:pt x="11313105" y="5099963"/>
                  <a:pt x="11317710" y="5096611"/>
                  <a:pt x="11323216" y="5094160"/>
                </a:cubicBezTo>
                <a:cubicBezTo>
                  <a:pt x="11328722" y="5091709"/>
                  <a:pt x="11334357" y="5090484"/>
                  <a:pt x="11340122" y="5090484"/>
                </a:cubicBezTo>
                <a:cubicBezTo>
                  <a:pt x="11351611" y="5090484"/>
                  <a:pt x="11359701" y="5094935"/>
                  <a:pt x="11364389" y="5103837"/>
                </a:cubicBezTo>
                <a:cubicBezTo>
                  <a:pt x="11365420" y="5105596"/>
                  <a:pt x="11366045" y="5106475"/>
                  <a:pt x="11366264" y="5106475"/>
                </a:cubicBezTo>
                <a:cubicBezTo>
                  <a:pt x="11366448" y="5106475"/>
                  <a:pt x="11367650" y="5105392"/>
                  <a:pt x="11369871" y="5103225"/>
                </a:cubicBezTo>
                <a:cubicBezTo>
                  <a:pt x="11378566" y="5094731"/>
                  <a:pt x="11388440" y="5090484"/>
                  <a:pt x="11399494" y="5090484"/>
                </a:cubicBezTo>
                <a:cubicBezTo>
                  <a:pt x="11408229" y="5090484"/>
                  <a:pt x="11415402" y="5092913"/>
                  <a:pt x="11421012" y="5097771"/>
                </a:cubicBezTo>
                <a:cubicBezTo>
                  <a:pt x="11426994" y="5102919"/>
                  <a:pt x="11429986" y="5110493"/>
                  <a:pt x="11429986" y="5120495"/>
                </a:cubicBezTo>
                <a:cubicBezTo>
                  <a:pt x="11429986" y="5121770"/>
                  <a:pt x="11429909" y="5125289"/>
                  <a:pt x="11429757" y="5131051"/>
                </a:cubicBezTo>
                <a:cubicBezTo>
                  <a:pt x="11429654" y="5132395"/>
                  <a:pt x="11429602" y="5137335"/>
                  <a:pt x="11429602" y="5145872"/>
                </a:cubicBezTo>
                <a:cubicBezTo>
                  <a:pt x="11429602" y="5150552"/>
                  <a:pt x="11429558" y="5154387"/>
                  <a:pt x="11429470" y="5157377"/>
                </a:cubicBezTo>
                <a:cubicBezTo>
                  <a:pt x="11429430" y="5158219"/>
                  <a:pt x="11429411" y="5159108"/>
                  <a:pt x="11429411" y="5160045"/>
                </a:cubicBezTo>
                <a:cubicBezTo>
                  <a:pt x="11429411" y="5163701"/>
                  <a:pt x="11430527" y="5166870"/>
                  <a:pt x="11432760" y="5169549"/>
                </a:cubicBezTo>
                <a:cubicBezTo>
                  <a:pt x="11434407" y="5171538"/>
                  <a:pt x="11435457" y="5172925"/>
                  <a:pt x="11435911" y="5173710"/>
                </a:cubicBezTo>
                <a:cubicBezTo>
                  <a:pt x="11436366" y="5174495"/>
                  <a:pt x="11436594" y="5175558"/>
                  <a:pt x="11436594" y="5176899"/>
                </a:cubicBezTo>
                <a:cubicBezTo>
                  <a:pt x="11436594" y="5186373"/>
                  <a:pt x="11426303" y="5191110"/>
                  <a:pt x="11405719" y="5191110"/>
                </a:cubicBezTo>
                <a:cubicBezTo>
                  <a:pt x="11396946" y="5191110"/>
                  <a:pt x="11389704" y="5189988"/>
                  <a:pt x="11383990" y="5187745"/>
                </a:cubicBezTo>
                <a:cubicBezTo>
                  <a:pt x="11378276" y="5185501"/>
                  <a:pt x="11375420" y="5182269"/>
                  <a:pt x="11375420" y="5178048"/>
                </a:cubicBezTo>
                <a:cubicBezTo>
                  <a:pt x="11375420" y="5176453"/>
                  <a:pt x="11375642" y="5175231"/>
                  <a:pt x="11376087" y="5174382"/>
                </a:cubicBezTo>
                <a:cubicBezTo>
                  <a:pt x="11376531" y="5173533"/>
                  <a:pt x="11378092" y="5171358"/>
                  <a:pt x="11380767" y="5167858"/>
                </a:cubicBezTo>
                <a:cubicBezTo>
                  <a:pt x="11381990" y="5166092"/>
                  <a:pt x="11382602" y="5158029"/>
                  <a:pt x="11382602" y="5143669"/>
                </a:cubicBezTo>
                <a:cubicBezTo>
                  <a:pt x="11382602" y="5135328"/>
                  <a:pt x="11382025" y="5129551"/>
                  <a:pt x="11380874" y="5126337"/>
                </a:cubicBezTo>
                <a:cubicBezTo>
                  <a:pt x="11379767" y="5123170"/>
                  <a:pt x="11377579" y="5121586"/>
                  <a:pt x="11374309" y="5121586"/>
                </a:cubicBezTo>
                <a:cubicBezTo>
                  <a:pt x="11372702" y="5121586"/>
                  <a:pt x="11371259" y="5122101"/>
                  <a:pt x="11369978" y="5123130"/>
                </a:cubicBezTo>
                <a:cubicBezTo>
                  <a:pt x="11368698" y="5124159"/>
                  <a:pt x="11367889" y="5124641"/>
                  <a:pt x="11367550" y="5124574"/>
                </a:cubicBezTo>
                <a:cubicBezTo>
                  <a:pt x="11366974" y="5128333"/>
                  <a:pt x="11366652" y="5135540"/>
                  <a:pt x="11366582" y="5146197"/>
                </a:cubicBezTo>
                <a:cubicBezTo>
                  <a:pt x="11366757" y="5155893"/>
                  <a:pt x="11367067" y="5161809"/>
                  <a:pt x="11367512" y="5163944"/>
                </a:cubicBezTo>
                <a:cubicBezTo>
                  <a:pt x="11367956" y="5166080"/>
                  <a:pt x="11369479" y="5169084"/>
                  <a:pt x="11372080" y="5172957"/>
                </a:cubicBezTo>
                <a:cubicBezTo>
                  <a:pt x="11372955" y="5174266"/>
                  <a:pt x="11373392" y="5175836"/>
                  <a:pt x="11373392" y="5177665"/>
                </a:cubicBezTo>
                <a:cubicBezTo>
                  <a:pt x="11373392" y="5186564"/>
                  <a:pt x="11362780" y="5191013"/>
                  <a:pt x="11341558" y="5191013"/>
                </a:cubicBezTo>
                <a:cubicBezTo>
                  <a:pt x="11329327" y="5191013"/>
                  <a:pt x="11320631" y="5189816"/>
                  <a:pt x="11315473" y="5187421"/>
                </a:cubicBezTo>
                <a:cubicBezTo>
                  <a:pt x="11312153" y="5186186"/>
                  <a:pt x="11310493" y="5183349"/>
                  <a:pt x="11310493" y="5178909"/>
                </a:cubicBezTo>
                <a:cubicBezTo>
                  <a:pt x="11310493" y="5176935"/>
                  <a:pt x="11310782" y="5175505"/>
                  <a:pt x="11311358" y="5174617"/>
                </a:cubicBezTo>
                <a:cubicBezTo>
                  <a:pt x="11311935" y="5173730"/>
                  <a:pt x="11313469" y="5172107"/>
                  <a:pt x="11315958" y="5169749"/>
                </a:cubicBezTo>
                <a:cubicBezTo>
                  <a:pt x="11317142" y="5168620"/>
                  <a:pt x="11317902" y="5167572"/>
                  <a:pt x="11318242" y="5166605"/>
                </a:cubicBezTo>
                <a:cubicBezTo>
                  <a:pt x="11318581" y="5165638"/>
                  <a:pt x="11318852" y="5163491"/>
                  <a:pt x="11319056" y="5160164"/>
                </a:cubicBezTo>
                <a:cubicBezTo>
                  <a:pt x="11319477" y="5153556"/>
                  <a:pt x="11319686" y="5146717"/>
                  <a:pt x="11319686" y="5139647"/>
                </a:cubicBezTo>
                <a:cubicBezTo>
                  <a:pt x="11319686" y="5128437"/>
                  <a:pt x="11317145" y="5122832"/>
                  <a:pt x="11312063" y="5122832"/>
                </a:cubicBezTo>
                <a:cubicBezTo>
                  <a:pt x="11308441" y="5122832"/>
                  <a:pt x="11306259" y="5125067"/>
                  <a:pt x="11305513" y="5129539"/>
                </a:cubicBezTo>
                <a:cubicBezTo>
                  <a:pt x="11304801" y="5134231"/>
                  <a:pt x="11304444" y="5141239"/>
                  <a:pt x="11304444" y="5150563"/>
                </a:cubicBezTo>
                <a:cubicBezTo>
                  <a:pt x="11304444" y="5157585"/>
                  <a:pt x="11304574" y="5162085"/>
                  <a:pt x="11304836" y="5164062"/>
                </a:cubicBezTo>
                <a:cubicBezTo>
                  <a:pt x="11305097" y="5166038"/>
                  <a:pt x="11305892" y="5168373"/>
                  <a:pt x="11307220" y="5171065"/>
                </a:cubicBezTo>
                <a:cubicBezTo>
                  <a:pt x="11308752" y="5173583"/>
                  <a:pt x="11309518" y="5175846"/>
                  <a:pt x="11309518" y="5177856"/>
                </a:cubicBezTo>
                <a:cubicBezTo>
                  <a:pt x="11309518" y="5182985"/>
                  <a:pt x="11306101" y="5186489"/>
                  <a:pt x="11299266" y="5188367"/>
                </a:cubicBezTo>
                <a:cubicBezTo>
                  <a:pt x="11292798" y="5190131"/>
                  <a:pt x="11285669" y="5191013"/>
                  <a:pt x="11277878" y="5191013"/>
                </a:cubicBezTo>
                <a:cubicBezTo>
                  <a:pt x="11267797" y="5191013"/>
                  <a:pt x="11260196" y="5190142"/>
                  <a:pt x="11255072" y="5188398"/>
                </a:cubicBezTo>
                <a:cubicBezTo>
                  <a:pt x="11249948" y="5186654"/>
                  <a:pt x="11247387" y="5183619"/>
                  <a:pt x="11247387" y="5179292"/>
                </a:cubicBezTo>
                <a:cubicBezTo>
                  <a:pt x="11247387" y="5177632"/>
                  <a:pt x="11247782" y="5176221"/>
                  <a:pt x="11248572" y="5175057"/>
                </a:cubicBezTo>
                <a:cubicBezTo>
                  <a:pt x="11249361" y="5173893"/>
                  <a:pt x="11250896" y="5172305"/>
                  <a:pt x="11253178" y="5170292"/>
                </a:cubicBezTo>
                <a:cubicBezTo>
                  <a:pt x="11255625" y="5168064"/>
                  <a:pt x="11257056" y="5164797"/>
                  <a:pt x="11257475" y="5160489"/>
                </a:cubicBezTo>
                <a:cubicBezTo>
                  <a:pt x="11258155" y="5152811"/>
                  <a:pt x="11258495" y="5144778"/>
                  <a:pt x="11258495" y="5136391"/>
                </a:cubicBezTo>
                <a:cubicBezTo>
                  <a:pt x="11258495" y="5130571"/>
                  <a:pt x="11258226" y="5126599"/>
                  <a:pt x="11257687" y="5124473"/>
                </a:cubicBezTo>
                <a:cubicBezTo>
                  <a:pt x="11257149" y="5122347"/>
                  <a:pt x="11256484" y="5120811"/>
                  <a:pt x="11255693" y="5119864"/>
                </a:cubicBezTo>
                <a:cubicBezTo>
                  <a:pt x="11252781" y="5117989"/>
                  <a:pt x="11250971" y="5116554"/>
                  <a:pt x="11250266" y="5115558"/>
                </a:cubicBezTo>
                <a:cubicBezTo>
                  <a:pt x="11249560" y="5114561"/>
                  <a:pt x="11249206" y="5113175"/>
                  <a:pt x="11249206" y="5111398"/>
                </a:cubicBezTo>
                <a:cubicBezTo>
                  <a:pt x="11249206" y="5106230"/>
                  <a:pt x="11253550" y="5102195"/>
                  <a:pt x="11262237" y="5099294"/>
                </a:cubicBezTo>
                <a:cubicBezTo>
                  <a:pt x="11277424" y="5093507"/>
                  <a:pt x="11289864" y="5090570"/>
                  <a:pt x="11299559" y="5090484"/>
                </a:cubicBezTo>
                <a:close/>
                <a:moveTo>
                  <a:pt x="8375384" y="5090484"/>
                </a:moveTo>
                <a:cubicBezTo>
                  <a:pt x="8379023" y="5090484"/>
                  <a:pt x="8380843" y="5093720"/>
                  <a:pt x="8380843" y="5100194"/>
                </a:cubicBezTo>
                <a:cubicBezTo>
                  <a:pt x="8380843" y="5100258"/>
                  <a:pt x="8380843" y="5100681"/>
                  <a:pt x="8380843" y="5101464"/>
                </a:cubicBezTo>
                <a:cubicBezTo>
                  <a:pt x="8380779" y="5102479"/>
                  <a:pt x="8380747" y="5103428"/>
                  <a:pt x="8380747" y="5104311"/>
                </a:cubicBezTo>
                <a:cubicBezTo>
                  <a:pt x="8380747" y="5106457"/>
                  <a:pt x="8381084" y="5107530"/>
                  <a:pt x="8381760" y="5107530"/>
                </a:cubicBezTo>
                <a:cubicBezTo>
                  <a:pt x="8382219" y="5107530"/>
                  <a:pt x="8383375" y="5106425"/>
                  <a:pt x="8385224" y="5104217"/>
                </a:cubicBezTo>
                <a:cubicBezTo>
                  <a:pt x="8388930" y="5099963"/>
                  <a:pt x="8393535" y="5096611"/>
                  <a:pt x="8399041" y="5094160"/>
                </a:cubicBezTo>
                <a:cubicBezTo>
                  <a:pt x="8404547" y="5091709"/>
                  <a:pt x="8410182" y="5090484"/>
                  <a:pt x="8415947" y="5090484"/>
                </a:cubicBezTo>
                <a:cubicBezTo>
                  <a:pt x="8427436" y="5090484"/>
                  <a:pt x="8435526" y="5094935"/>
                  <a:pt x="8440214" y="5103837"/>
                </a:cubicBezTo>
                <a:cubicBezTo>
                  <a:pt x="8441244" y="5105596"/>
                  <a:pt x="8441870" y="5106475"/>
                  <a:pt x="8442090" y="5106475"/>
                </a:cubicBezTo>
                <a:cubicBezTo>
                  <a:pt x="8442273" y="5106475"/>
                  <a:pt x="8443476" y="5105392"/>
                  <a:pt x="8445696" y="5103225"/>
                </a:cubicBezTo>
                <a:cubicBezTo>
                  <a:pt x="8454390" y="5094731"/>
                  <a:pt x="8464265" y="5090484"/>
                  <a:pt x="8475319" y="5090484"/>
                </a:cubicBezTo>
                <a:cubicBezTo>
                  <a:pt x="8484054" y="5090484"/>
                  <a:pt x="8491226" y="5092913"/>
                  <a:pt x="8496838" y="5097771"/>
                </a:cubicBezTo>
                <a:cubicBezTo>
                  <a:pt x="8502820" y="5102919"/>
                  <a:pt x="8505811" y="5110493"/>
                  <a:pt x="8505811" y="5120495"/>
                </a:cubicBezTo>
                <a:cubicBezTo>
                  <a:pt x="8505811" y="5121770"/>
                  <a:pt x="8505734" y="5125289"/>
                  <a:pt x="8505582" y="5131051"/>
                </a:cubicBezTo>
                <a:cubicBezTo>
                  <a:pt x="8505479" y="5132395"/>
                  <a:pt x="8505428" y="5137335"/>
                  <a:pt x="8505428" y="5145872"/>
                </a:cubicBezTo>
                <a:cubicBezTo>
                  <a:pt x="8505428" y="5150552"/>
                  <a:pt x="8505384" y="5154387"/>
                  <a:pt x="8505295" y="5157377"/>
                </a:cubicBezTo>
                <a:cubicBezTo>
                  <a:pt x="8505256" y="5158219"/>
                  <a:pt x="8505236" y="5159108"/>
                  <a:pt x="8505236" y="5160045"/>
                </a:cubicBezTo>
                <a:cubicBezTo>
                  <a:pt x="8505236" y="5163701"/>
                  <a:pt x="8506352" y="5166870"/>
                  <a:pt x="8508586" y="5169549"/>
                </a:cubicBezTo>
                <a:cubicBezTo>
                  <a:pt x="8510232" y="5171538"/>
                  <a:pt x="8511282" y="5172925"/>
                  <a:pt x="8511737" y="5173710"/>
                </a:cubicBezTo>
                <a:cubicBezTo>
                  <a:pt x="8512192" y="5174495"/>
                  <a:pt x="8512419" y="5175558"/>
                  <a:pt x="8512419" y="5176899"/>
                </a:cubicBezTo>
                <a:cubicBezTo>
                  <a:pt x="8512419" y="5186373"/>
                  <a:pt x="8502127" y="5191110"/>
                  <a:pt x="8481544" y="5191110"/>
                </a:cubicBezTo>
                <a:cubicBezTo>
                  <a:pt x="8472771" y="5191110"/>
                  <a:pt x="8465528" y="5189988"/>
                  <a:pt x="8459815" y="5187745"/>
                </a:cubicBezTo>
                <a:cubicBezTo>
                  <a:pt x="8454102" y="5185501"/>
                  <a:pt x="8451244" y="5182269"/>
                  <a:pt x="8451244" y="5178048"/>
                </a:cubicBezTo>
                <a:cubicBezTo>
                  <a:pt x="8451244" y="5176453"/>
                  <a:pt x="8451468" y="5175231"/>
                  <a:pt x="8451912" y="5174382"/>
                </a:cubicBezTo>
                <a:cubicBezTo>
                  <a:pt x="8452356" y="5173533"/>
                  <a:pt x="8453916" y="5171358"/>
                  <a:pt x="8456592" y="5167858"/>
                </a:cubicBezTo>
                <a:cubicBezTo>
                  <a:pt x="8457814" y="5166092"/>
                  <a:pt x="8458426" y="5158029"/>
                  <a:pt x="8458426" y="5143669"/>
                </a:cubicBezTo>
                <a:cubicBezTo>
                  <a:pt x="8458426" y="5135328"/>
                  <a:pt x="8457850" y="5129551"/>
                  <a:pt x="8456699" y="5126337"/>
                </a:cubicBezTo>
                <a:cubicBezTo>
                  <a:pt x="8455592" y="5123170"/>
                  <a:pt x="8453404" y="5121586"/>
                  <a:pt x="8450134" y="5121586"/>
                </a:cubicBezTo>
                <a:cubicBezTo>
                  <a:pt x="8448528" y="5121586"/>
                  <a:pt x="8447084" y="5122101"/>
                  <a:pt x="8445804" y="5123130"/>
                </a:cubicBezTo>
                <a:cubicBezTo>
                  <a:pt x="8444523" y="5124159"/>
                  <a:pt x="8443714" y="5124641"/>
                  <a:pt x="8443375" y="5124574"/>
                </a:cubicBezTo>
                <a:cubicBezTo>
                  <a:pt x="8442799" y="5128333"/>
                  <a:pt x="8442476" y="5135540"/>
                  <a:pt x="8442408" y="5146197"/>
                </a:cubicBezTo>
                <a:cubicBezTo>
                  <a:pt x="8442582" y="5155893"/>
                  <a:pt x="8442892" y="5161809"/>
                  <a:pt x="8443336" y="5163944"/>
                </a:cubicBezTo>
                <a:cubicBezTo>
                  <a:pt x="8443781" y="5166080"/>
                  <a:pt x="8445304" y="5169084"/>
                  <a:pt x="8447906" y="5172957"/>
                </a:cubicBezTo>
                <a:cubicBezTo>
                  <a:pt x="8448780" y="5174266"/>
                  <a:pt x="8449217" y="5175836"/>
                  <a:pt x="8449217" y="5177665"/>
                </a:cubicBezTo>
                <a:cubicBezTo>
                  <a:pt x="8449217" y="5186564"/>
                  <a:pt x="8438606" y="5191013"/>
                  <a:pt x="8417383" y="5191013"/>
                </a:cubicBezTo>
                <a:cubicBezTo>
                  <a:pt x="8405152" y="5191013"/>
                  <a:pt x="8396456" y="5189816"/>
                  <a:pt x="8391298" y="5187421"/>
                </a:cubicBezTo>
                <a:cubicBezTo>
                  <a:pt x="8387978" y="5186186"/>
                  <a:pt x="8386319" y="5183349"/>
                  <a:pt x="8386319" y="5178909"/>
                </a:cubicBezTo>
                <a:cubicBezTo>
                  <a:pt x="8386319" y="5176935"/>
                  <a:pt x="8386607" y="5175505"/>
                  <a:pt x="8387184" y="5174617"/>
                </a:cubicBezTo>
                <a:cubicBezTo>
                  <a:pt x="8387760" y="5173730"/>
                  <a:pt x="8389294" y="5172107"/>
                  <a:pt x="8391783" y="5169749"/>
                </a:cubicBezTo>
                <a:cubicBezTo>
                  <a:pt x="8392966" y="5168620"/>
                  <a:pt x="8393728" y="5167572"/>
                  <a:pt x="8394066" y="5166605"/>
                </a:cubicBezTo>
                <a:cubicBezTo>
                  <a:pt x="8394406" y="5165638"/>
                  <a:pt x="8394678" y="5163491"/>
                  <a:pt x="8394880" y="5160164"/>
                </a:cubicBezTo>
                <a:cubicBezTo>
                  <a:pt x="8395301" y="5153556"/>
                  <a:pt x="8395512" y="5146717"/>
                  <a:pt x="8395512" y="5139647"/>
                </a:cubicBezTo>
                <a:cubicBezTo>
                  <a:pt x="8395512" y="5128437"/>
                  <a:pt x="8392970" y="5122832"/>
                  <a:pt x="8387889" y="5122832"/>
                </a:cubicBezTo>
                <a:cubicBezTo>
                  <a:pt x="8384267" y="5122832"/>
                  <a:pt x="8382083" y="5125067"/>
                  <a:pt x="8381339" y="5129539"/>
                </a:cubicBezTo>
                <a:cubicBezTo>
                  <a:pt x="8380626" y="5134231"/>
                  <a:pt x="8380269" y="5141239"/>
                  <a:pt x="8380269" y="5150563"/>
                </a:cubicBezTo>
                <a:cubicBezTo>
                  <a:pt x="8380269" y="5157585"/>
                  <a:pt x="8380400" y="5162085"/>
                  <a:pt x="8380661" y="5164062"/>
                </a:cubicBezTo>
                <a:cubicBezTo>
                  <a:pt x="8380922" y="5166038"/>
                  <a:pt x="8381717" y="5168373"/>
                  <a:pt x="8383045" y="5171065"/>
                </a:cubicBezTo>
                <a:cubicBezTo>
                  <a:pt x="8384577" y="5173583"/>
                  <a:pt x="8385343" y="5175846"/>
                  <a:pt x="8385343" y="5177856"/>
                </a:cubicBezTo>
                <a:cubicBezTo>
                  <a:pt x="8385343" y="5182985"/>
                  <a:pt x="8381926" y="5186489"/>
                  <a:pt x="8375091" y="5188367"/>
                </a:cubicBezTo>
                <a:cubicBezTo>
                  <a:pt x="8368624" y="5190131"/>
                  <a:pt x="8361494" y="5191013"/>
                  <a:pt x="8353703" y="5191013"/>
                </a:cubicBezTo>
                <a:cubicBezTo>
                  <a:pt x="8343623" y="5191013"/>
                  <a:pt x="8336021" y="5190142"/>
                  <a:pt x="8330898" y="5188398"/>
                </a:cubicBezTo>
                <a:cubicBezTo>
                  <a:pt x="8325774" y="5186654"/>
                  <a:pt x="8323213" y="5183619"/>
                  <a:pt x="8323213" y="5179292"/>
                </a:cubicBezTo>
                <a:cubicBezTo>
                  <a:pt x="8323213" y="5177632"/>
                  <a:pt x="8323607" y="5176221"/>
                  <a:pt x="8324397" y="5175057"/>
                </a:cubicBezTo>
                <a:cubicBezTo>
                  <a:pt x="8325186" y="5173893"/>
                  <a:pt x="8326722" y="5172305"/>
                  <a:pt x="8329004" y="5170292"/>
                </a:cubicBezTo>
                <a:cubicBezTo>
                  <a:pt x="8331450" y="5168064"/>
                  <a:pt x="8332882" y="5164797"/>
                  <a:pt x="8333300" y="5160489"/>
                </a:cubicBezTo>
                <a:cubicBezTo>
                  <a:pt x="8333981" y="5152811"/>
                  <a:pt x="8334321" y="5144778"/>
                  <a:pt x="8334321" y="5136391"/>
                </a:cubicBezTo>
                <a:cubicBezTo>
                  <a:pt x="8334321" y="5130571"/>
                  <a:pt x="8334051" y="5126599"/>
                  <a:pt x="8333513" y="5124473"/>
                </a:cubicBezTo>
                <a:cubicBezTo>
                  <a:pt x="8332974" y="5122347"/>
                  <a:pt x="8332309" y="5120811"/>
                  <a:pt x="8331518" y="5119864"/>
                </a:cubicBezTo>
                <a:cubicBezTo>
                  <a:pt x="8328606" y="5117989"/>
                  <a:pt x="8326797" y="5116554"/>
                  <a:pt x="8326090" y="5115558"/>
                </a:cubicBezTo>
                <a:cubicBezTo>
                  <a:pt x="8325385" y="5114561"/>
                  <a:pt x="8325032" y="5113175"/>
                  <a:pt x="8325032" y="5111398"/>
                </a:cubicBezTo>
                <a:cubicBezTo>
                  <a:pt x="8325032" y="5106230"/>
                  <a:pt x="8329375" y="5102195"/>
                  <a:pt x="8338062" y="5099294"/>
                </a:cubicBezTo>
                <a:cubicBezTo>
                  <a:pt x="8353249" y="5093507"/>
                  <a:pt x="8365689" y="5090570"/>
                  <a:pt x="8375384" y="5090484"/>
                </a:cubicBezTo>
                <a:close/>
                <a:moveTo>
                  <a:pt x="6651359" y="5090484"/>
                </a:moveTo>
                <a:cubicBezTo>
                  <a:pt x="6654999" y="5090484"/>
                  <a:pt x="6656818" y="5093720"/>
                  <a:pt x="6656818" y="5100194"/>
                </a:cubicBezTo>
                <a:cubicBezTo>
                  <a:pt x="6656818" y="5100258"/>
                  <a:pt x="6656818" y="5100681"/>
                  <a:pt x="6656818" y="5101464"/>
                </a:cubicBezTo>
                <a:cubicBezTo>
                  <a:pt x="6656754" y="5102479"/>
                  <a:pt x="6656722" y="5103428"/>
                  <a:pt x="6656722" y="5104311"/>
                </a:cubicBezTo>
                <a:cubicBezTo>
                  <a:pt x="6656722" y="5106457"/>
                  <a:pt x="6657060" y="5107530"/>
                  <a:pt x="6657735" y="5107530"/>
                </a:cubicBezTo>
                <a:cubicBezTo>
                  <a:pt x="6658195" y="5107530"/>
                  <a:pt x="6659350" y="5106425"/>
                  <a:pt x="6661200" y="5104217"/>
                </a:cubicBezTo>
                <a:cubicBezTo>
                  <a:pt x="6664905" y="5099963"/>
                  <a:pt x="6669511" y="5096611"/>
                  <a:pt x="6675017" y="5094160"/>
                </a:cubicBezTo>
                <a:cubicBezTo>
                  <a:pt x="6680523" y="5091709"/>
                  <a:pt x="6686158" y="5090484"/>
                  <a:pt x="6691923" y="5090484"/>
                </a:cubicBezTo>
                <a:cubicBezTo>
                  <a:pt x="6703411" y="5090484"/>
                  <a:pt x="6711501" y="5094935"/>
                  <a:pt x="6716190" y="5103837"/>
                </a:cubicBezTo>
                <a:cubicBezTo>
                  <a:pt x="6717221" y="5105596"/>
                  <a:pt x="6717845" y="5106475"/>
                  <a:pt x="6718065" y="5106475"/>
                </a:cubicBezTo>
                <a:cubicBezTo>
                  <a:pt x="6718248" y="5106475"/>
                  <a:pt x="6719451" y="5105392"/>
                  <a:pt x="6721671" y="5103225"/>
                </a:cubicBezTo>
                <a:cubicBezTo>
                  <a:pt x="6730366" y="5094731"/>
                  <a:pt x="6740240" y="5090484"/>
                  <a:pt x="6751294" y="5090484"/>
                </a:cubicBezTo>
                <a:cubicBezTo>
                  <a:pt x="6760030" y="5090484"/>
                  <a:pt x="6767202" y="5092913"/>
                  <a:pt x="6772813" y="5097771"/>
                </a:cubicBezTo>
                <a:cubicBezTo>
                  <a:pt x="6778795" y="5102919"/>
                  <a:pt x="6781786" y="5110493"/>
                  <a:pt x="6781786" y="5120495"/>
                </a:cubicBezTo>
                <a:cubicBezTo>
                  <a:pt x="6781786" y="5121770"/>
                  <a:pt x="6781710" y="5125289"/>
                  <a:pt x="6781558" y="5131051"/>
                </a:cubicBezTo>
                <a:cubicBezTo>
                  <a:pt x="6781454" y="5132395"/>
                  <a:pt x="6781403" y="5137335"/>
                  <a:pt x="6781403" y="5145872"/>
                </a:cubicBezTo>
                <a:cubicBezTo>
                  <a:pt x="6781403" y="5150552"/>
                  <a:pt x="6781359" y="5154387"/>
                  <a:pt x="6781271" y="5157377"/>
                </a:cubicBezTo>
                <a:cubicBezTo>
                  <a:pt x="6781231" y="5158219"/>
                  <a:pt x="6781211" y="5159108"/>
                  <a:pt x="6781211" y="5160045"/>
                </a:cubicBezTo>
                <a:cubicBezTo>
                  <a:pt x="6781211" y="5163701"/>
                  <a:pt x="6782328" y="5166870"/>
                  <a:pt x="6784561" y="5169549"/>
                </a:cubicBezTo>
                <a:cubicBezTo>
                  <a:pt x="6786207" y="5171538"/>
                  <a:pt x="6787258" y="5172925"/>
                  <a:pt x="6787712" y="5173710"/>
                </a:cubicBezTo>
                <a:cubicBezTo>
                  <a:pt x="6788167" y="5174495"/>
                  <a:pt x="6788395" y="5175558"/>
                  <a:pt x="6788395" y="5176899"/>
                </a:cubicBezTo>
                <a:cubicBezTo>
                  <a:pt x="6788395" y="5186373"/>
                  <a:pt x="6778103" y="5191110"/>
                  <a:pt x="6757519" y="5191110"/>
                </a:cubicBezTo>
                <a:cubicBezTo>
                  <a:pt x="6748747" y="5191110"/>
                  <a:pt x="6741504" y="5189988"/>
                  <a:pt x="6735791" y="5187745"/>
                </a:cubicBezTo>
                <a:cubicBezTo>
                  <a:pt x="6730077" y="5185501"/>
                  <a:pt x="6727220" y="5182269"/>
                  <a:pt x="6727220" y="5178048"/>
                </a:cubicBezTo>
                <a:cubicBezTo>
                  <a:pt x="6727220" y="5176453"/>
                  <a:pt x="6727443" y="5175231"/>
                  <a:pt x="6727887" y="5174382"/>
                </a:cubicBezTo>
                <a:cubicBezTo>
                  <a:pt x="6728331" y="5173533"/>
                  <a:pt x="6729892" y="5171358"/>
                  <a:pt x="6732568" y="5167858"/>
                </a:cubicBezTo>
                <a:cubicBezTo>
                  <a:pt x="6733790" y="5166092"/>
                  <a:pt x="6734402" y="5158029"/>
                  <a:pt x="6734402" y="5143669"/>
                </a:cubicBezTo>
                <a:cubicBezTo>
                  <a:pt x="6734402" y="5135328"/>
                  <a:pt x="6733826" y="5129551"/>
                  <a:pt x="6732674" y="5126337"/>
                </a:cubicBezTo>
                <a:cubicBezTo>
                  <a:pt x="6731567" y="5123170"/>
                  <a:pt x="6729379" y="5121586"/>
                  <a:pt x="6726110" y="5121586"/>
                </a:cubicBezTo>
                <a:cubicBezTo>
                  <a:pt x="6724503" y="5121586"/>
                  <a:pt x="6723059" y="5122101"/>
                  <a:pt x="6721779" y="5123130"/>
                </a:cubicBezTo>
                <a:cubicBezTo>
                  <a:pt x="6720499" y="5124159"/>
                  <a:pt x="6719689" y="5124641"/>
                  <a:pt x="6719351" y="5124574"/>
                </a:cubicBezTo>
                <a:cubicBezTo>
                  <a:pt x="6718774" y="5128333"/>
                  <a:pt x="6718452" y="5135540"/>
                  <a:pt x="6718383" y="5146197"/>
                </a:cubicBezTo>
                <a:cubicBezTo>
                  <a:pt x="6718558" y="5155893"/>
                  <a:pt x="6718868" y="5161809"/>
                  <a:pt x="6719312" y="5163944"/>
                </a:cubicBezTo>
                <a:cubicBezTo>
                  <a:pt x="6719757" y="5166080"/>
                  <a:pt x="6721280" y="5169084"/>
                  <a:pt x="6723881" y="5172957"/>
                </a:cubicBezTo>
                <a:cubicBezTo>
                  <a:pt x="6724755" y="5174266"/>
                  <a:pt x="6725192" y="5175836"/>
                  <a:pt x="6725192" y="5177665"/>
                </a:cubicBezTo>
                <a:cubicBezTo>
                  <a:pt x="6725192" y="5186564"/>
                  <a:pt x="6714581" y="5191013"/>
                  <a:pt x="6693358" y="5191013"/>
                </a:cubicBezTo>
                <a:cubicBezTo>
                  <a:pt x="6681127" y="5191013"/>
                  <a:pt x="6672433" y="5189816"/>
                  <a:pt x="6667274" y="5187421"/>
                </a:cubicBezTo>
                <a:cubicBezTo>
                  <a:pt x="6663953" y="5186186"/>
                  <a:pt x="6662294" y="5183349"/>
                  <a:pt x="6662294" y="5178909"/>
                </a:cubicBezTo>
                <a:cubicBezTo>
                  <a:pt x="6662294" y="5176935"/>
                  <a:pt x="6662582" y="5175505"/>
                  <a:pt x="6663159" y="5174617"/>
                </a:cubicBezTo>
                <a:cubicBezTo>
                  <a:pt x="6663736" y="5173730"/>
                  <a:pt x="6665269" y="5172107"/>
                  <a:pt x="6667758" y="5169749"/>
                </a:cubicBezTo>
                <a:cubicBezTo>
                  <a:pt x="6668941" y="5168620"/>
                  <a:pt x="6669703" y="5167572"/>
                  <a:pt x="6670043" y="5166605"/>
                </a:cubicBezTo>
                <a:cubicBezTo>
                  <a:pt x="6670382" y="5165638"/>
                  <a:pt x="6670653" y="5163491"/>
                  <a:pt x="6670856" y="5160164"/>
                </a:cubicBezTo>
                <a:cubicBezTo>
                  <a:pt x="6671277" y="5153556"/>
                  <a:pt x="6671487" y="5146717"/>
                  <a:pt x="6671487" y="5139647"/>
                </a:cubicBezTo>
                <a:cubicBezTo>
                  <a:pt x="6671487" y="5128437"/>
                  <a:pt x="6668946" y="5122832"/>
                  <a:pt x="6663864" y="5122832"/>
                </a:cubicBezTo>
                <a:cubicBezTo>
                  <a:pt x="6660242" y="5122832"/>
                  <a:pt x="6658059" y="5125067"/>
                  <a:pt x="6657314" y="5129539"/>
                </a:cubicBezTo>
                <a:cubicBezTo>
                  <a:pt x="6656601" y="5134231"/>
                  <a:pt x="6656244" y="5141239"/>
                  <a:pt x="6656244" y="5150563"/>
                </a:cubicBezTo>
                <a:cubicBezTo>
                  <a:pt x="6656244" y="5157585"/>
                  <a:pt x="6656375" y="5162085"/>
                  <a:pt x="6656636" y="5164062"/>
                </a:cubicBezTo>
                <a:cubicBezTo>
                  <a:pt x="6656898" y="5166038"/>
                  <a:pt x="6657692" y="5168373"/>
                  <a:pt x="6659020" y="5171065"/>
                </a:cubicBezTo>
                <a:cubicBezTo>
                  <a:pt x="6660552" y="5173583"/>
                  <a:pt x="6661319" y="5175846"/>
                  <a:pt x="6661319" y="5177856"/>
                </a:cubicBezTo>
                <a:cubicBezTo>
                  <a:pt x="6661319" y="5182985"/>
                  <a:pt x="6657901" y="5186489"/>
                  <a:pt x="6651066" y="5188367"/>
                </a:cubicBezTo>
                <a:cubicBezTo>
                  <a:pt x="6644599" y="5190131"/>
                  <a:pt x="6637470" y="5191013"/>
                  <a:pt x="6629679" y="5191013"/>
                </a:cubicBezTo>
                <a:cubicBezTo>
                  <a:pt x="6619599" y="5191013"/>
                  <a:pt x="6611996" y="5190142"/>
                  <a:pt x="6606873" y="5188398"/>
                </a:cubicBezTo>
                <a:cubicBezTo>
                  <a:pt x="6601750" y="5186654"/>
                  <a:pt x="6599188" y="5183619"/>
                  <a:pt x="6599188" y="5179292"/>
                </a:cubicBezTo>
                <a:cubicBezTo>
                  <a:pt x="6599188" y="5177632"/>
                  <a:pt x="6599582" y="5176221"/>
                  <a:pt x="6600372" y="5175057"/>
                </a:cubicBezTo>
                <a:cubicBezTo>
                  <a:pt x="6601161" y="5173893"/>
                  <a:pt x="6602697" y="5172305"/>
                  <a:pt x="6604979" y="5170292"/>
                </a:cubicBezTo>
                <a:cubicBezTo>
                  <a:pt x="6607425" y="5168064"/>
                  <a:pt x="6608857" y="5164797"/>
                  <a:pt x="6609275" y="5160489"/>
                </a:cubicBezTo>
                <a:cubicBezTo>
                  <a:pt x="6609956" y="5152811"/>
                  <a:pt x="6610296" y="5144778"/>
                  <a:pt x="6610296" y="5136391"/>
                </a:cubicBezTo>
                <a:cubicBezTo>
                  <a:pt x="6610296" y="5130571"/>
                  <a:pt x="6610026" y="5126599"/>
                  <a:pt x="6609488" y="5124473"/>
                </a:cubicBezTo>
                <a:cubicBezTo>
                  <a:pt x="6608949" y="5122347"/>
                  <a:pt x="6608285" y="5120811"/>
                  <a:pt x="6607494" y="5119864"/>
                </a:cubicBezTo>
                <a:cubicBezTo>
                  <a:pt x="6604581" y="5117989"/>
                  <a:pt x="6602772" y="5116554"/>
                  <a:pt x="6602066" y="5115558"/>
                </a:cubicBezTo>
                <a:cubicBezTo>
                  <a:pt x="6601360" y="5114561"/>
                  <a:pt x="6601007" y="5113175"/>
                  <a:pt x="6601007" y="5111398"/>
                </a:cubicBezTo>
                <a:cubicBezTo>
                  <a:pt x="6601007" y="5106230"/>
                  <a:pt x="6605351" y="5102195"/>
                  <a:pt x="6614038" y="5099294"/>
                </a:cubicBezTo>
                <a:cubicBezTo>
                  <a:pt x="6629224" y="5093507"/>
                  <a:pt x="6641665" y="5090570"/>
                  <a:pt x="6651359" y="5090484"/>
                </a:cubicBezTo>
                <a:close/>
                <a:moveTo>
                  <a:pt x="5944841" y="5090484"/>
                </a:moveTo>
                <a:cubicBezTo>
                  <a:pt x="5949976" y="5090484"/>
                  <a:pt x="5952543" y="5092731"/>
                  <a:pt x="5952543" y="5097226"/>
                </a:cubicBezTo>
                <a:lnTo>
                  <a:pt x="5952543" y="5149127"/>
                </a:lnTo>
                <a:cubicBezTo>
                  <a:pt x="5952543" y="5158934"/>
                  <a:pt x="5955530" y="5163837"/>
                  <a:pt x="5961504" y="5163837"/>
                </a:cubicBezTo>
                <a:cubicBezTo>
                  <a:pt x="5962995" y="5163837"/>
                  <a:pt x="5964468" y="5163408"/>
                  <a:pt x="5965923" y="5162551"/>
                </a:cubicBezTo>
                <a:cubicBezTo>
                  <a:pt x="5967378" y="5161693"/>
                  <a:pt x="5968370" y="5160689"/>
                  <a:pt x="5968896" y="5159538"/>
                </a:cubicBezTo>
                <a:cubicBezTo>
                  <a:pt x="5970199" y="5156697"/>
                  <a:pt x="5970850" y="5150130"/>
                  <a:pt x="5970850" y="5139838"/>
                </a:cubicBezTo>
                <a:cubicBezTo>
                  <a:pt x="5970850" y="5129502"/>
                  <a:pt x="5970499" y="5122109"/>
                  <a:pt x="5969797" y="5117660"/>
                </a:cubicBezTo>
                <a:cubicBezTo>
                  <a:pt x="5969597" y="5117117"/>
                  <a:pt x="5969285" y="5116601"/>
                  <a:pt x="5968860" y="5116112"/>
                </a:cubicBezTo>
                <a:cubicBezTo>
                  <a:pt x="5968436" y="5115624"/>
                  <a:pt x="5967088" y="5114642"/>
                  <a:pt x="5964818" y="5113166"/>
                </a:cubicBezTo>
                <a:cubicBezTo>
                  <a:pt x="5961178" y="5111506"/>
                  <a:pt x="5959359" y="5108810"/>
                  <a:pt x="5959359" y="5105077"/>
                </a:cubicBezTo>
                <a:cubicBezTo>
                  <a:pt x="5959359" y="5100097"/>
                  <a:pt x="5962976" y="5096722"/>
                  <a:pt x="5970209" y="5094950"/>
                </a:cubicBezTo>
                <a:cubicBezTo>
                  <a:pt x="5982248" y="5091973"/>
                  <a:pt x="5994125" y="5090484"/>
                  <a:pt x="6005842" y="5090484"/>
                </a:cubicBezTo>
                <a:cubicBezTo>
                  <a:pt x="6013657" y="5090484"/>
                  <a:pt x="6017565" y="5094550"/>
                  <a:pt x="6017565" y="5102683"/>
                </a:cubicBezTo>
                <a:cubicBezTo>
                  <a:pt x="6017565" y="5102703"/>
                  <a:pt x="6017521" y="5104213"/>
                  <a:pt x="6017432" y="5107212"/>
                </a:cubicBezTo>
                <a:cubicBezTo>
                  <a:pt x="6017307" y="5110226"/>
                  <a:pt x="6017223" y="5113236"/>
                  <a:pt x="6017182" y="5116244"/>
                </a:cubicBezTo>
                <a:lnTo>
                  <a:pt x="6017182" y="5160428"/>
                </a:lnTo>
                <a:cubicBezTo>
                  <a:pt x="6017182" y="5161820"/>
                  <a:pt x="6019033" y="5163583"/>
                  <a:pt x="6022735" y="5165719"/>
                </a:cubicBezTo>
                <a:cubicBezTo>
                  <a:pt x="6025863" y="5166898"/>
                  <a:pt x="6027428" y="5169348"/>
                  <a:pt x="6027428" y="5173068"/>
                </a:cubicBezTo>
                <a:cubicBezTo>
                  <a:pt x="6027428" y="5179849"/>
                  <a:pt x="6020094" y="5184927"/>
                  <a:pt x="6005428" y="5188302"/>
                </a:cubicBezTo>
                <a:cubicBezTo>
                  <a:pt x="5997360" y="5190174"/>
                  <a:pt x="5989486" y="5191110"/>
                  <a:pt x="5981806" y="5191110"/>
                </a:cubicBezTo>
                <a:cubicBezTo>
                  <a:pt x="5978320" y="5191110"/>
                  <a:pt x="5975814" y="5190630"/>
                  <a:pt x="5974289" y="5189670"/>
                </a:cubicBezTo>
                <a:cubicBezTo>
                  <a:pt x="5972762" y="5188710"/>
                  <a:pt x="5971871" y="5186876"/>
                  <a:pt x="5971616" y="5184168"/>
                </a:cubicBezTo>
                <a:cubicBezTo>
                  <a:pt x="5971392" y="5181390"/>
                  <a:pt x="5970831" y="5180001"/>
                  <a:pt x="5969931" y="5180001"/>
                </a:cubicBezTo>
                <a:cubicBezTo>
                  <a:pt x="5969547" y="5180001"/>
                  <a:pt x="5969112" y="5180135"/>
                  <a:pt x="5968626" y="5180402"/>
                </a:cubicBezTo>
                <a:cubicBezTo>
                  <a:pt x="5968141" y="5180669"/>
                  <a:pt x="5966311" y="5181892"/>
                  <a:pt x="5963137" y="5184070"/>
                </a:cubicBezTo>
                <a:cubicBezTo>
                  <a:pt x="5956361" y="5188699"/>
                  <a:pt x="5949050" y="5191013"/>
                  <a:pt x="5941203" y="5191013"/>
                </a:cubicBezTo>
                <a:cubicBezTo>
                  <a:pt x="5928244" y="5191013"/>
                  <a:pt x="5918942" y="5186168"/>
                  <a:pt x="5913299" y="5176478"/>
                </a:cubicBezTo>
                <a:cubicBezTo>
                  <a:pt x="5909021" y="5172277"/>
                  <a:pt x="5906882" y="5162937"/>
                  <a:pt x="5906882" y="5148457"/>
                </a:cubicBezTo>
                <a:cubicBezTo>
                  <a:pt x="5906882" y="5143202"/>
                  <a:pt x="5906914" y="5138733"/>
                  <a:pt x="5906978" y="5135051"/>
                </a:cubicBezTo>
                <a:cubicBezTo>
                  <a:pt x="5906978" y="5132880"/>
                  <a:pt x="5906978" y="5131411"/>
                  <a:pt x="5906978" y="5130645"/>
                </a:cubicBezTo>
                <a:cubicBezTo>
                  <a:pt x="5906978" y="5125411"/>
                  <a:pt x="5906547" y="5121666"/>
                  <a:pt x="5905684" y="5119411"/>
                </a:cubicBezTo>
                <a:cubicBezTo>
                  <a:pt x="5904822" y="5117156"/>
                  <a:pt x="5903279" y="5115405"/>
                  <a:pt x="5901057" y="5114159"/>
                </a:cubicBezTo>
                <a:cubicBezTo>
                  <a:pt x="5898361" y="5112775"/>
                  <a:pt x="5896567" y="5111574"/>
                  <a:pt x="5895675" y="5110556"/>
                </a:cubicBezTo>
                <a:cubicBezTo>
                  <a:pt x="5894784" y="5109538"/>
                  <a:pt x="5894338" y="5108094"/>
                  <a:pt x="5894338" y="5106227"/>
                </a:cubicBezTo>
                <a:cubicBezTo>
                  <a:pt x="5894338" y="5100334"/>
                  <a:pt x="5898517" y="5096479"/>
                  <a:pt x="5906876" y="5094662"/>
                </a:cubicBezTo>
                <a:cubicBezTo>
                  <a:pt x="5919576" y="5091876"/>
                  <a:pt x="5932231" y="5090484"/>
                  <a:pt x="5944841" y="5090484"/>
                </a:cubicBezTo>
                <a:close/>
                <a:moveTo>
                  <a:pt x="5678141" y="5090484"/>
                </a:moveTo>
                <a:cubicBezTo>
                  <a:pt x="5683276" y="5090484"/>
                  <a:pt x="5685843" y="5092731"/>
                  <a:pt x="5685843" y="5097226"/>
                </a:cubicBezTo>
                <a:lnTo>
                  <a:pt x="5685843" y="5149127"/>
                </a:lnTo>
                <a:cubicBezTo>
                  <a:pt x="5685843" y="5158934"/>
                  <a:pt x="5688831" y="5163837"/>
                  <a:pt x="5694804" y="5163837"/>
                </a:cubicBezTo>
                <a:cubicBezTo>
                  <a:pt x="5696295" y="5163837"/>
                  <a:pt x="5697768" y="5163408"/>
                  <a:pt x="5699223" y="5162551"/>
                </a:cubicBezTo>
                <a:cubicBezTo>
                  <a:pt x="5700678" y="5161693"/>
                  <a:pt x="5701670" y="5160689"/>
                  <a:pt x="5702197" y="5159538"/>
                </a:cubicBezTo>
                <a:cubicBezTo>
                  <a:pt x="5703499" y="5156697"/>
                  <a:pt x="5704150" y="5150130"/>
                  <a:pt x="5704150" y="5139838"/>
                </a:cubicBezTo>
                <a:cubicBezTo>
                  <a:pt x="5704150" y="5129502"/>
                  <a:pt x="5703799" y="5122109"/>
                  <a:pt x="5703097" y="5117660"/>
                </a:cubicBezTo>
                <a:cubicBezTo>
                  <a:pt x="5702897" y="5117117"/>
                  <a:pt x="5702584" y="5116601"/>
                  <a:pt x="5702160" y="5116112"/>
                </a:cubicBezTo>
                <a:cubicBezTo>
                  <a:pt x="5701736" y="5115624"/>
                  <a:pt x="5700388" y="5114642"/>
                  <a:pt x="5698118" y="5113166"/>
                </a:cubicBezTo>
                <a:cubicBezTo>
                  <a:pt x="5694478" y="5111506"/>
                  <a:pt x="5692659" y="5108810"/>
                  <a:pt x="5692659" y="5105077"/>
                </a:cubicBezTo>
                <a:cubicBezTo>
                  <a:pt x="5692659" y="5100097"/>
                  <a:pt x="5696275" y="5096722"/>
                  <a:pt x="5703509" y="5094950"/>
                </a:cubicBezTo>
                <a:cubicBezTo>
                  <a:pt x="5715548" y="5091973"/>
                  <a:pt x="5727425" y="5090484"/>
                  <a:pt x="5739141" y="5090484"/>
                </a:cubicBezTo>
                <a:cubicBezTo>
                  <a:pt x="5746957" y="5090484"/>
                  <a:pt x="5750865" y="5094550"/>
                  <a:pt x="5750865" y="5102683"/>
                </a:cubicBezTo>
                <a:cubicBezTo>
                  <a:pt x="5750865" y="5102703"/>
                  <a:pt x="5750820" y="5104213"/>
                  <a:pt x="5750732" y="5107212"/>
                </a:cubicBezTo>
                <a:cubicBezTo>
                  <a:pt x="5750607" y="5110226"/>
                  <a:pt x="5750524" y="5113236"/>
                  <a:pt x="5750481" y="5116244"/>
                </a:cubicBezTo>
                <a:lnTo>
                  <a:pt x="5750481" y="5160428"/>
                </a:lnTo>
                <a:cubicBezTo>
                  <a:pt x="5750481" y="5161820"/>
                  <a:pt x="5752333" y="5163583"/>
                  <a:pt x="5756035" y="5165719"/>
                </a:cubicBezTo>
                <a:cubicBezTo>
                  <a:pt x="5759163" y="5166898"/>
                  <a:pt x="5760728" y="5169348"/>
                  <a:pt x="5760728" y="5173068"/>
                </a:cubicBezTo>
                <a:cubicBezTo>
                  <a:pt x="5760728" y="5179849"/>
                  <a:pt x="5753394" y="5184927"/>
                  <a:pt x="5738728" y="5188302"/>
                </a:cubicBezTo>
                <a:cubicBezTo>
                  <a:pt x="5730660" y="5190174"/>
                  <a:pt x="5722786" y="5191110"/>
                  <a:pt x="5715106" y="5191110"/>
                </a:cubicBezTo>
                <a:cubicBezTo>
                  <a:pt x="5711620" y="5191110"/>
                  <a:pt x="5709115" y="5190630"/>
                  <a:pt x="5707589" y="5189670"/>
                </a:cubicBezTo>
                <a:cubicBezTo>
                  <a:pt x="5706062" y="5188710"/>
                  <a:pt x="5705172" y="5186876"/>
                  <a:pt x="5704916" y="5184168"/>
                </a:cubicBezTo>
                <a:cubicBezTo>
                  <a:pt x="5704692" y="5181390"/>
                  <a:pt x="5704131" y="5180001"/>
                  <a:pt x="5703231" y="5180001"/>
                </a:cubicBezTo>
                <a:cubicBezTo>
                  <a:pt x="5702847" y="5180001"/>
                  <a:pt x="5702412" y="5180135"/>
                  <a:pt x="5701926" y="5180402"/>
                </a:cubicBezTo>
                <a:cubicBezTo>
                  <a:pt x="5701440" y="5180669"/>
                  <a:pt x="5699611" y="5181892"/>
                  <a:pt x="5696437" y="5184070"/>
                </a:cubicBezTo>
                <a:cubicBezTo>
                  <a:pt x="5689661" y="5188699"/>
                  <a:pt x="5682350" y="5191013"/>
                  <a:pt x="5674503" y="5191013"/>
                </a:cubicBezTo>
                <a:cubicBezTo>
                  <a:pt x="5661544" y="5191013"/>
                  <a:pt x="5652242" y="5186168"/>
                  <a:pt x="5646599" y="5176478"/>
                </a:cubicBezTo>
                <a:cubicBezTo>
                  <a:pt x="5642321" y="5172277"/>
                  <a:pt x="5640182" y="5162937"/>
                  <a:pt x="5640182" y="5148457"/>
                </a:cubicBezTo>
                <a:cubicBezTo>
                  <a:pt x="5640182" y="5143202"/>
                  <a:pt x="5640214" y="5138733"/>
                  <a:pt x="5640278" y="5135051"/>
                </a:cubicBezTo>
                <a:cubicBezTo>
                  <a:pt x="5640278" y="5132880"/>
                  <a:pt x="5640278" y="5131411"/>
                  <a:pt x="5640278" y="5130645"/>
                </a:cubicBezTo>
                <a:cubicBezTo>
                  <a:pt x="5640278" y="5125411"/>
                  <a:pt x="5639847" y="5121666"/>
                  <a:pt x="5638984" y="5119411"/>
                </a:cubicBezTo>
                <a:cubicBezTo>
                  <a:pt x="5638121" y="5117156"/>
                  <a:pt x="5636579" y="5115405"/>
                  <a:pt x="5634357" y="5114159"/>
                </a:cubicBezTo>
                <a:cubicBezTo>
                  <a:pt x="5631661" y="5112775"/>
                  <a:pt x="5629867" y="5111574"/>
                  <a:pt x="5628975" y="5110556"/>
                </a:cubicBezTo>
                <a:cubicBezTo>
                  <a:pt x="5628084" y="5109538"/>
                  <a:pt x="5627638" y="5108094"/>
                  <a:pt x="5627638" y="5106227"/>
                </a:cubicBezTo>
                <a:cubicBezTo>
                  <a:pt x="5627638" y="5100334"/>
                  <a:pt x="5631817" y="5096479"/>
                  <a:pt x="5640176" y="5094662"/>
                </a:cubicBezTo>
                <a:cubicBezTo>
                  <a:pt x="5652876" y="5091876"/>
                  <a:pt x="5665531" y="5090484"/>
                  <a:pt x="5678141" y="5090484"/>
                </a:cubicBezTo>
                <a:close/>
                <a:moveTo>
                  <a:pt x="4974441" y="5090484"/>
                </a:moveTo>
                <a:cubicBezTo>
                  <a:pt x="4979320" y="5090484"/>
                  <a:pt x="4981760" y="5093114"/>
                  <a:pt x="4981760" y="5098375"/>
                </a:cubicBezTo>
                <a:lnTo>
                  <a:pt x="4981760" y="5154011"/>
                </a:lnTo>
                <a:cubicBezTo>
                  <a:pt x="4981760" y="5158222"/>
                  <a:pt x="4982097" y="5161192"/>
                  <a:pt x="4982772" y="5162921"/>
                </a:cubicBezTo>
                <a:cubicBezTo>
                  <a:pt x="4983447" y="5164650"/>
                  <a:pt x="4984832" y="5166258"/>
                  <a:pt x="4986927" y="5167745"/>
                </a:cubicBezTo>
                <a:cubicBezTo>
                  <a:pt x="4989071" y="5169268"/>
                  <a:pt x="4990582" y="5170677"/>
                  <a:pt x="4991458" y="5171970"/>
                </a:cubicBezTo>
                <a:cubicBezTo>
                  <a:pt x="4992334" y="5173263"/>
                  <a:pt x="4992772" y="5174842"/>
                  <a:pt x="4992772" y="5176707"/>
                </a:cubicBezTo>
                <a:cubicBezTo>
                  <a:pt x="4992772" y="5186244"/>
                  <a:pt x="4981650" y="5191013"/>
                  <a:pt x="4959407" y="5191013"/>
                </a:cubicBezTo>
                <a:cubicBezTo>
                  <a:pt x="4947975" y="5191013"/>
                  <a:pt x="4938706" y="5190048"/>
                  <a:pt x="4931599" y="5188117"/>
                </a:cubicBezTo>
                <a:cubicBezTo>
                  <a:pt x="4929353" y="5187475"/>
                  <a:pt x="4927402" y="5186192"/>
                  <a:pt x="4925748" y="5184268"/>
                </a:cubicBezTo>
                <a:cubicBezTo>
                  <a:pt x="4924094" y="5182344"/>
                  <a:pt x="4923267" y="5180111"/>
                  <a:pt x="4923267" y="5177569"/>
                </a:cubicBezTo>
                <a:cubicBezTo>
                  <a:pt x="4923267" y="5175425"/>
                  <a:pt x="4923709" y="5173750"/>
                  <a:pt x="4924593" y="5172544"/>
                </a:cubicBezTo>
                <a:cubicBezTo>
                  <a:pt x="4925477" y="5171338"/>
                  <a:pt x="4927174" y="5170269"/>
                  <a:pt x="4929682" y="5169336"/>
                </a:cubicBezTo>
                <a:cubicBezTo>
                  <a:pt x="4931796" y="5166850"/>
                  <a:pt x="4933233" y="5164082"/>
                  <a:pt x="4933997" y="5161030"/>
                </a:cubicBezTo>
                <a:cubicBezTo>
                  <a:pt x="4934760" y="5157978"/>
                  <a:pt x="4935141" y="5153277"/>
                  <a:pt x="4935141" y="5146925"/>
                </a:cubicBezTo>
                <a:cubicBezTo>
                  <a:pt x="4935141" y="5144900"/>
                  <a:pt x="4935000" y="5141039"/>
                  <a:pt x="4934716" y="5135342"/>
                </a:cubicBezTo>
                <a:cubicBezTo>
                  <a:pt x="4934433" y="5129646"/>
                  <a:pt x="4934240" y="5126411"/>
                  <a:pt x="4934137" y="5125638"/>
                </a:cubicBezTo>
                <a:cubicBezTo>
                  <a:pt x="4933825" y="5123498"/>
                  <a:pt x="4932407" y="5121873"/>
                  <a:pt x="4929885" y="5120764"/>
                </a:cubicBezTo>
                <a:cubicBezTo>
                  <a:pt x="4925153" y="5118704"/>
                  <a:pt x="4922788" y="5115550"/>
                  <a:pt x="4922788" y="5111302"/>
                </a:cubicBezTo>
                <a:cubicBezTo>
                  <a:pt x="4922788" y="5106400"/>
                  <a:pt x="4925790" y="5102798"/>
                  <a:pt x="4931796" y="5100499"/>
                </a:cubicBezTo>
                <a:cubicBezTo>
                  <a:pt x="4939102" y="5097695"/>
                  <a:pt x="4946886" y="5095325"/>
                  <a:pt x="4955149" y="5093388"/>
                </a:cubicBezTo>
                <a:cubicBezTo>
                  <a:pt x="4963411" y="5091452"/>
                  <a:pt x="4969842" y="5090484"/>
                  <a:pt x="4974441" y="5090484"/>
                </a:cubicBezTo>
                <a:close/>
                <a:moveTo>
                  <a:pt x="4725641" y="5090484"/>
                </a:moveTo>
                <a:cubicBezTo>
                  <a:pt x="4730776" y="5090484"/>
                  <a:pt x="4733343" y="5092731"/>
                  <a:pt x="4733343" y="5097226"/>
                </a:cubicBezTo>
                <a:lnTo>
                  <a:pt x="4733343" y="5149127"/>
                </a:lnTo>
                <a:cubicBezTo>
                  <a:pt x="4733343" y="5158934"/>
                  <a:pt x="4736331" y="5163837"/>
                  <a:pt x="4742304" y="5163837"/>
                </a:cubicBezTo>
                <a:cubicBezTo>
                  <a:pt x="4743795" y="5163837"/>
                  <a:pt x="4745268" y="5163408"/>
                  <a:pt x="4746723" y="5162551"/>
                </a:cubicBezTo>
                <a:cubicBezTo>
                  <a:pt x="4748178" y="5161693"/>
                  <a:pt x="4749170" y="5160689"/>
                  <a:pt x="4749697" y="5159538"/>
                </a:cubicBezTo>
                <a:cubicBezTo>
                  <a:pt x="4750999" y="5156697"/>
                  <a:pt x="4751650" y="5150130"/>
                  <a:pt x="4751650" y="5139838"/>
                </a:cubicBezTo>
                <a:cubicBezTo>
                  <a:pt x="4751650" y="5129502"/>
                  <a:pt x="4751299" y="5122109"/>
                  <a:pt x="4750597" y="5117660"/>
                </a:cubicBezTo>
                <a:cubicBezTo>
                  <a:pt x="4750397" y="5117117"/>
                  <a:pt x="4750084" y="5116601"/>
                  <a:pt x="4749660" y="5116112"/>
                </a:cubicBezTo>
                <a:cubicBezTo>
                  <a:pt x="4749236" y="5115624"/>
                  <a:pt x="4747888" y="5114642"/>
                  <a:pt x="4745618" y="5113166"/>
                </a:cubicBezTo>
                <a:cubicBezTo>
                  <a:pt x="4741978" y="5111506"/>
                  <a:pt x="4740159" y="5108810"/>
                  <a:pt x="4740159" y="5105077"/>
                </a:cubicBezTo>
                <a:cubicBezTo>
                  <a:pt x="4740159" y="5100097"/>
                  <a:pt x="4743776" y="5096722"/>
                  <a:pt x="4751009" y="5094950"/>
                </a:cubicBezTo>
                <a:cubicBezTo>
                  <a:pt x="4763048" y="5091973"/>
                  <a:pt x="4774925" y="5090484"/>
                  <a:pt x="4786641" y="5090484"/>
                </a:cubicBezTo>
                <a:cubicBezTo>
                  <a:pt x="4794457" y="5090484"/>
                  <a:pt x="4798365" y="5094550"/>
                  <a:pt x="4798365" y="5102683"/>
                </a:cubicBezTo>
                <a:cubicBezTo>
                  <a:pt x="4798365" y="5102703"/>
                  <a:pt x="4798320" y="5104213"/>
                  <a:pt x="4798232" y="5107212"/>
                </a:cubicBezTo>
                <a:cubicBezTo>
                  <a:pt x="4798107" y="5110226"/>
                  <a:pt x="4798024" y="5113236"/>
                  <a:pt x="4797982" y="5116244"/>
                </a:cubicBezTo>
                <a:lnTo>
                  <a:pt x="4797982" y="5160428"/>
                </a:lnTo>
                <a:cubicBezTo>
                  <a:pt x="4797982" y="5161820"/>
                  <a:pt x="4799833" y="5163583"/>
                  <a:pt x="4803535" y="5165719"/>
                </a:cubicBezTo>
                <a:cubicBezTo>
                  <a:pt x="4806664" y="5166898"/>
                  <a:pt x="4808228" y="5169348"/>
                  <a:pt x="4808228" y="5173068"/>
                </a:cubicBezTo>
                <a:cubicBezTo>
                  <a:pt x="4808228" y="5179849"/>
                  <a:pt x="4800894" y="5184927"/>
                  <a:pt x="4786228" y="5188302"/>
                </a:cubicBezTo>
                <a:cubicBezTo>
                  <a:pt x="4778160" y="5190174"/>
                  <a:pt x="4770286" y="5191110"/>
                  <a:pt x="4762606" y="5191110"/>
                </a:cubicBezTo>
                <a:cubicBezTo>
                  <a:pt x="4759120" y="5191110"/>
                  <a:pt x="4756614" y="5190630"/>
                  <a:pt x="4755089" y="5189670"/>
                </a:cubicBezTo>
                <a:cubicBezTo>
                  <a:pt x="4753562" y="5188710"/>
                  <a:pt x="4752672" y="5186876"/>
                  <a:pt x="4752416" y="5184168"/>
                </a:cubicBezTo>
                <a:cubicBezTo>
                  <a:pt x="4752192" y="5181390"/>
                  <a:pt x="4751631" y="5180001"/>
                  <a:pt x="4750732" y="5180001"/>
                </a:cubicBezTo>
                <a:cubicBezTo>
                  <a:pt x="4750347" y="5180001"/>
                  <a:pt x="4749912" y="5180135"/>
                  <a:pt x="4749426" y="5180402"/>
                </a:cubicBezTo>
                <a:cubicBezTo>
                  <a:pt x="4748940" y="5180669"/>
                  <a:pt x="4747111" y="5181892"/>
                  <a:pt x="4743937" y="5184070"/>
                </a:cubicBezTo>
                <a:cubicBezTo>
                  <a:pt x="4737161" y="5188699"/>
                  <a:pt x="4729849" y="5191013"/>
                  <a:pt x="4722003" y="5191013"/>
                </a:cubicBezTo>
                <a:cubicBezTo>
                  <a:pt x="4709044" y="5191013"/>
                  <a:pt x="4699742" y="5186168"/>
                  <a:pt x="4694099" y="5176478"/>
                </a:cubicBezTo>
                <a:cubicBezTo>
                  <a:pt x="4689821" y="5172277"/>
                  <a:pt x="4687682" y="5162937"/>
                  <a:pt x="4687682" y="5148457"/>
                </a:cubicBezTo>
                <a:cubicBezTo>
                  <a:pt x="4687682" y="5143202"/>
                  <a:pt x="4687714" y="5138733"/>
                  <a:pt x="4687778" y="5135051"/>
                </a:cubicBezTo>
                <a:cubicBezTo>
                  <a:pt x="4687778" y="5132880"/>
                  <a:pt x="4687778" y="5131411"/>
                  <a:pt x="4687778" y="5130645"/>
                </a:cubicBezTo>
                <a:cubicBezTo>
                  <a:pt x="4687778" y="5125411"/>
                  <a:pt x="4687347" y="5121666"/>
                  <a:pt x="4686484" y="5119411"/>
                </a:cubicBezTo>
                <a:cubicBezTo>
                  <a:pt x="4685621" y="5117156"/>
                  <a:pt x="4684079" y="5115405"/>
                  <a:pt x="4681857" y="5114159"/>
                </a:cubicBezTo>
                <a:cubicBezTo>
                  <a:pt x="4679161" y="5112775"/>
                  <a:pt x="4677367" y="5111574"/>
                  <a:pt x="4676475" y="5110556"/>
                </a:cubicBezTo>
                <a:cubicBezTo>
                  <a:pt x="4675583" y="5109538"/>
                  <a:pt x="4675137" y="5108094"/>
                  <a:pt x="4675137" y="5106227"/>
                </a:cubicBezTo>
                <a:cubicBezTo>
                  <a:pt x="4675137" y="5100334"/>
                  <a:pt x="4679317" y="5096479"/>
                  <a:pt x="4687676" y="5094662"/>
                </a:cubicBezTo>
                <a:cubicBezTo>
                  <a:pt x="4700376" y="5091876"/>
                  <a:pt x="4713031" y="5090484"/>
                  <a:pt x="4725641" y="5090484"/>
                </a:cubicBezTo>
                <a:close/>
                <a:moveTo>
                  <a:pt x="4098141" y="5090484"/>
                </a:moveTo>
                <a:cubicBezTo>
                  <a:pt x="4103021" y="5090484"/>
                  <a:pt x="4105460" y="5093114"/>
                  <a:pt x="4105460" y="5098375"/>
                </a:cubicBezTo>
                <a:lnTo>
                  <a:pt x="4105460" y="5154011"/>
                </a:lnTo>
                <a:cubicBezTo>
                  <a:pt x="4105460" y="5158222"/>
                  <a:pt x="4105798" y="5161192"/>
                  <a:pt x="4106473" y="5162921"/>
                </a:cubicBezTo>
                <a:cubicBezTo>
                  <a:pt x="4107148" y="5164650"/>
                  <a:pt x="4108533" y="5166258"/>
                  <a:pt x="4110628" y="5167745"/>
                </a:cubicBezTo>
                <a:cubicBezTo>
                  <a:pt x="4112773" y="5169269"/>
                  <a:pt x="4114283" y="5170677"/>
                  <a:pt x="4115159" y="5171970"/>
                </a:cubicBezTo>
                <a:cubicBezTo>
                  <a:pt x="4116035" y="5173263"/>
                  <a:pt x="4116472" y="5174842"/>
                  <a:pt x="4116472" y="5176707"/>
                </a:cubicBezTo>
                <a:cubicBezTo>
                  <a:pt x="4116472" y="5186244"/>
                  <a:pt x="4105351" y="5191013"/>
                  <a:pt x="4083109" y="5191013"/>
                </a:cubicBezTo>
                <a:cubicBezTo>
                  <a:pt x="4071676" y="5191013"/>
                  <a:pt x="4062407" y="5190048"/>
                  <a:pt x="4055300" y="5188117"/>
                </a:cubicBezTo>
                <a:cubicBezTo>
                  <a:pt x="4053054" y="5187475"/>
                  <a:pt x="4051104" y="5186192"/>
                  <a:pt x="4049450" y="5184268"/>
                </a:cubicBezTo>
                <a:cubicBezTo>
                  <a:pt x="4047796" y="5182344"/>
                  <a:pt x="4046968" y="5180111"/>
                  <a:pt x="4046968" y="5177569"/>
                </a:cubicBezTo>
                <a:cubicBezTo>
                  <a:pt x="4046968" y="5175425"/>
                  <a:pt x="4047410" y="5173750"/>
                  <a:pt x="4048294" y="5172544"/>
                </a:cubicBezTo>
                <a:cubicBezTo>
                  <a:pt x="4049178" y="5171338"/>
                  <a:pt x="4050875" y="5170269"/>
                  <a:pt x="4053383" y="5169336"/>
                </a:cubicBezTo>
                <a:cubicBezTo>
                  <a:pt x="4055497" y="5166850"/>
                  <a:pt x="4056935" y="5164082"/>
                  <a:pt x="4057698" y="5161030"/>
                </a:cubicBezTo>
                <a:cubicBezTo>
                  <a:pt x="4058461" y="5157978"/>
                  <a:pt x="4058842" y="5153277"/>
                  <a:pt x="4058842" y="5146925"/>
                </a:cubicBezTo>
                <a:cubicBezTo>
                  <a:pt x="4058842" y="5144900"/>
                  <a:pt x="4058701" y="5141039"/>
                  <a:pt x="4058417" y="5135342"/>
                </a:cubicBezTo>
                <a:cubicBezTo>
                  <a:pt x="4058134" y="5129646"/>
                  <a:pt x="4057941" y="5126411"/>
                  <a:pt x="4057839" y="5125638"/>
                </a:cubicBezTo>
                <a:cubicBezTo>
                  <a:pt x="4057526" y="5123498"/>
                  <a:pt x="4056108" y="5121873"/>
                  <a:pt x="4053587" y="5120764"/>
                </a:cubicBezTo>
                <a:cubicBezTo>
                  <a:pt x="4048855" y="5118704"/>
                  <a:pt x="4046489" y="5115550"/>
                  <a:pt x="4046489" y="5111302"/>
                </a:cubicBezTo>
                <a:cubicBezTo>
                  <a:pt x="4046489" y="5106400"/>
                  <a:pt x="4049491" y="5102798"/>
                  <a:pt x="4055497" y="5100499"/>
                </a:cubicBezTo>
                <a:cubicBezTo>
                  <a:pt x="4062803" y="5097695"/>
                  <a:pt x="4070587" y="5095325"/>
                  <a:pt x="4078850" y="5093388"/>
                </a:cubicBezTo>
                <a:cubicBezTo>
                  <a:pt x="4087112" y="5091452"/>
                  <a:pt x="4093543" y="5090484"/>
                  <a:pt x="4098141" y="5090484"/>
                </a:cubicBezTo>
                <a:close/>
                <a:moveTo>
                  <a:pt x="3706468" y="5090484"/>
                </a:moveTo>
                <a:cubicBezTo>
                  <a:pt x="3711602" y="5090484"/>
                  <a:pt x="3714169" y="5092731"/>
                  <a:pt x="3714169" y="5097226"/>
                </a:cubicBezTo>
                <a:lnTo>
                  <a:pt x="3714169" y="5149127"/>
                </a:lnTo>
                <a:cubicBezTo>
                  <a:pt x="3714169" y="5158934"/>
                  <a:pt x="3717157" y="5163837"/>
                  <a:pt x="3723131" y="5163837"/>
                </a:cubicBezTo>
                <a:cubicBezTo>
                  <a:pt x="3724621" y="5163837"/>
                  <a:pt x="3726094" y="5163408"/>
                  <a:pt x="3727549" y="5162551"/>
                </a:cubicBezTo>
                <a:cubicBezTo>
                  <a:pt x="3729005" y="5161693"/>
                  <a:pt x="3729996" y="5160689"/>
                  <a:pt x="3730523" y="5159538"/>
                </a:cubicBezTo>
                <a:cubicBezTo>
                  <a:pt x="3731826" y="5156697"/>
                  <a:pt x="3732476" y="5150130"/>
                  <a:pt x="3732476" y="5139838"/>
                </a:cubicBezTo>
                <a:cubicBezTo>
                  <a:pt x="3732476" y="5129502"/>
                  <a:pt x="3732125" y="5122109"/>
                  <a:pt x="3731424" y="5117660"/>
                </a:cubicBezTo>
                <a:cubicBezTo>
                  <a:pt x="3731223" y="5117117"/>
                  <a:pt x="3730911" y="5116601"/>
                  <a:pt x="3730486" y="5116112"/>
                </a:cubicBezTo>
                <a:cubicBezTo>
                  <a:pt x="3730062" y="5115624"/>
                  <a:pt x="3728715" y="5114642"/>
                  <a:pt x="3726444" y="5113166"/>
                </a:cubicBezTo>
                <a:cubicBezTo>
                  <a:pt x="3722805" y="5111506"/>
                  <a:pt x="3720985" y="5108810"/>
                  <a:pt x="3720985" y="5105077"/>
                </a:cubicBezTo>
                <a:cubicBezTo>
                  <a:pt x="3720985" y="5100097"/>
                  <a:pt x="3724602" y="5096722"/>
                  <a:pt x="3731835" y="5094950"/>
                </a:cubicBezTo>
                <a:cubicBezTo>
                  <a:pt x="3743874" y="5091973"/>
                  <a:pt x="3755752" y="5090484"/>
                  <a:pt x="3767467" y="5090484"/>
                </a:cubicBezTo>
                <a:cubicBezTo>
                  <a:pt x="3775283" y="5090484"/>
                  <a:pt x="3779191" y="5094550"/>
                  <a:pt x="3779191" y="5102683"/>
                </a:cubicBezTo>
                <a:cubicBezTo>
                  <a:pt x="3779191" y="5102703"/>
                  <a:pt x="3779147" y="5104213"/>
                  <a:pt x="3779058" y="5107212"/>
                </a:cubicBezTo>
                <a:cubicBezTo>
                  <a:pt x="3778933" y="5110226"/>
                  <a:pt x="3778849" y="5113236"/>
                  <a:pt x="3778808" y="5116244"/>
                </a:cubicBezTo>
                <a:lnTo>
                  <a:pt x="3778808" y="5160428"/>
                </a:lnTo>
                <a:cubicBezTo>
                  <a:pt x="3778808" y="5161820"/>
                  <a:pt x="3780659" y="5163583"/>
                  <a:pt x="3784361" y="5165719"/>
                </a:cubicBezTo>
                <a:cubicBezTo>
                  <a:pt x="3787490" y="5166898"/>
                  <a:pt x="3789054" y="5169348"/>
                  <a:pt x="3789054" y="5173068"/>
                </a:cubicBezTo>
                <a:cubicBezTo>
                  <a:pt x="3789054" y="5179849"/>
                  <a:pt x="3781720" y="5184927"/>
                  <a:pt x="3767054" y="5188302"/>
                </a:cubicBezTo>
                <a:cubicBezTo>
                  <a:pt x="3758986" y="5190174"/>
                  <a:pt x="3751112" y="5191110"/>
                  <a:pt x="3743432" y="5191110"/>
                </a:cubicBezTo>
                <a:cubicBezTo>
                  <a:pt x="3739947" y="5191110"/>
                  <a:pt x="3737441" y="5190630"/>
                  <a:pt x="3735915" y="5189670"/>
                </a:cubicBezTo>
                <a:cubicBezTo>
                  <a:pt x="3734389" y="5188710"/>
                  <a:pt x="3733498" y="5186876"/>
                  <a:pt x="3733243" y="5184168"/>
                </a:cubicBezTo>
                <a:cubicBezTo>
                  <a:pt x="3733019" y="5181390"/>
                  <a:pt x="3732457" y="5180001"/>
                  <a:pt x="3731558" y="5180001"/>
                </a:cubicBezTo>
                <a:cubicBezTo>
                  <a:pt x="3731173" y="5180001"/>
                  <a:pt x="3730738" y="5180135"/>
                  <a:pt x="3730252" y="5180402"/>
                </a:cubicBezTo>
                <a:cubicBezTo>
                  <a:pt x="3729766" y="5180669"/>
                  <a:pt x="3727937" y="5181892"/>
                  <a:pt x="3724764" y="5184070"/>
                </a:cubicBezTo>
                <a:cubicBezTo>
                  <a:pt x="3717986" y="5188699"/>
                  <a:pt x="3710675" y="5191013"/>
                  <a:pt x="3702829" y="5191013"/>
                </a:cubicBezTo>
                <a:cubicBezTo>
                  <a:pt x="3689870" y="5191013"/>
                  <a:pt x="3680569" y="5186168"/>
                  <a:pt x="3674925" y="5176478"/>
                </a:cubicBezTo>
                <a:cubicBezTo>
                  <a:pt x="3670647" y="5172277"/>
                  <a:pt x="3668508" y="5162937"/>
                  <a:pt x="3668508" y="5148457"/>
                </a:cubicBezTo>
                <a:cubicBezTo>
                  <a:pt x="3668508" y="5143202"/>
                  <a:pt x="3668540" y="5138733"/>
                  <a:pt x="3668604" y="5135051"/>
                </a:cubicBezTo>
                <a:cubicBezTo>
                  <a:pt x="3668604" y="5132880"/>
                  <a:pt x="3668604" y="5131411"/>
                  <a:pt x="3668604" y="5130645"/>
                </a:cubicBezTo>
                <a:cubicBezTo>
                  <a:pt x="3668604" y="5125411"/>
                  <a:pt x="3668173" y="5121666"/>
                  <a:pt x="3667310" y="5119411"/>
                </a:cubicBezTo>
                <a:cubicBezTo>
                  <a:pt x="3666447" y="5117156"/>
                  <a:pt x="3664905" y="5115405"/>
                  <a:pt x="3662683" y="5114159"/>
                </a:cubicBezTo>
                <a:cubicBezTo>
                  <a:pt x="3659987" y="5112775"/>
                  <a:pt x="3658193" y="5111574"/>
                  <a:pt x="3657302" y="5110556"/>
                </a:cubicBezTo>
                <a:cubicBezTo>
                  <a:pt x="3656410" y="5109538"/>
                  <a:pt x="3655964" y="5108094"/>
                  <a:pt x="3655964" y="5106227"/>
                </a:cubicBezTo>
                <a:cubicBezTo>
                  <a:pt x="3655964" y="5100334"/>
                  <a:pt x="3660144" y="5096479"/>
                  <a:pt x="3668502" y="5094662"/>
                </a:cubicBezTo>
                <a:cubicBezTo>
                  <a:pt x="3681203" y="5091876"/>
                  <a:pt x="3693857" y="5090484"/>
                  <a:pt x="3706468" y="5090484"/>
                </a:cubicBezTo>
                <a:close/>
                <a:moveTo>
                  <a:pt x="3536167" y="5090484"/>
                </a:moveTo>
                <a:cubicBezTo>
                  <a:pt x="3541046" y="5090484"/>
                  <a:pt x="3543485" y="5093114"/>
                  <a:pt x="3543485" y="5098375"/>
                </a:cubicBezTo>
                <a:lnTo>
                  <a:pt x="3543485" y="5154011"/>
                </a:lnTo>
                <a:cubicBezTo>
                  <a:pt x="3543485" y="5158222"/>
                  <a:pt x="3543823" y="5161192"/>
                  <a:pt x="3544498" y="5162921"/>
                </a:cubicBezTo>
                <a:cubicBezTo>
                  <a:pt x="3545174" y="5164650"/>
                  <a:pt x="3546558" y="5166258"/>
                  <a:pt x="3548653" y="5167745"/>
                </a:cubicBezTo>
                <a:cubicBezTo>
                  <a:pt x="3550797" y="5169268"/>
                  <a:pt x="3552308" y="5170677"/>
                  <a:pt x="3553183" y="5171970"/>
                </a:cubicBezTo>
                <a:cubicBezTo>
                  <a:pt x="3554060" y="5173263"/>
                  <a:pt x="3554498" y="5174842"/>
                  <a:pt x="3554498" y="5176707"/>
                </a:cubicBezTo>
                <a:cubicBezTo>
                  <a:pt x="3554498" y="5186244"/>
                  <a:pt x="3543376" y="5191013"/>
                  <a:pt x="3521133" y="5191013"/>
                </a:cubicBezTo>
                <a:cubicBezTo>
                  <a:pt x="3509701" y="5191013"/>
                  <a:pt x="3500431" y="5190048"/>
                  <a:pt x="3493326" y="5188117"/>
                </a:cubicBezTo>
                <a:cubicBezTo>
                  <a:pt x="3491079" y="5187475"/>
                  <a:pt x="3489129" y="5186192"/>
                  <a:pt x="3487474" y="5184268"/>
                </a:cubicBezTo>
                <a:cubicBezTo>
                  <a:pt x="3485821" y="5182344"/>
                  <a:pt x="3484993" y="5180111"/>
                  <a:pt x="3484993" y="5177569"/>
                </a:cubicBezTo>
                <a:cubicBezTo>
                  <a:pt x="3484993" y="5175425"/>
                  <a:pt x="3485435" y="5173750"/>
                  <a:pt x="3486319" y="5172544"/>
                </a:cubicBezTo>
                <a:cubicBezTo>
                  <a:pt x="3487203" y="5171338"/>
                  <a:pt x="3488900" y="5170269"/>
                  <a:pt x="3491408" y="5169336"/>
                </a:cubicBezTo>
                <a:cubicBezTo>
                  <a:pt x="3493521" y="5166850"/>
                  <a:pt x="3494960" y="5164082"/>
                  <a:pt x="3495723" y="5161030"/>
                </a:cubicBezTo>
                <a:cubicBezTo>
                  <a:pt x="3496485" y="5157978"/>
                  <a:pt x="3496868" y="5153277"/>
                  <a:pt x="3496868" y="5146925"/>
                </a:cubicBezTo>
                <a:cubicBezTo>
                  <a:pt x="3496868" y="5144900"/>
                  <a:pt x="3496726" y="5141039"/>
                  <a:pt x="3496442" y="5135342"/>
                </a:cubicBezTo>
                <a:cubicBezTo>
                  <a:pt x="3496159" y="5129646"/>
                  <a:pt x="3495966" y="5126411"/>
                  <a:pt x="3495863" y="5125638"/>
                </a:cubicBezTo>
                <a:cubicBezTo>
                  <a:pt x="3495551" y="5123498"/>
                  <a:pt x="3494134" y="5121873"/>
                  <a:pt x="3491612" y="5120764"/>
                </a:cubicBezTo>
                <a:cubicBezTo>
                  <a:pt x="3486880" y="5118704"/>
                  <a:pt x="3484513" y="5115550"/>
                  <a:pt x="3484513" y="5111302"/>
                </a:cubicBezTo>
                <a:cubicBezTo>
                  <a:pt x="3484513" y="5106400"/>
                  <a:pt x="3487517" y="5102798"/>
                  <a:pt x="3493522" y="5100499"/>
                </a:cubicBezTo>
                <a:cubicBezTo>
                  <a:pt x="3500828" y="5097695"/>
                  <a:pt x="3508612" y="5095325"/>
                  <a:pt x="3516875" y="5093388"/>
                </a:cubicBezTo>
                <a:cubicBezTo>
                  <a:pt x="3525138" y="5091452"/>
                  <a:pt x="3531568" y="5090484"/>
                  <a:pt x="3536167" y="5090484"/>
                </a:cubicBezTo>
                <a:close/>
                <a:moveTo>
                  <a:pt x="3144493" y="5090484"/>
                </a:moveTo>
                <a:cubicBezTo>
                  <a:pt x="3149627" y="5090484"/>
                  <a:pt x="3152194" y="5092731"/>
                  <a:pt x="3152194" y="5097226"/>
                </a:cubicBezTo>
                <a:lnTo>
                  <a:pt x="3152194" y="5149127"/>
                </a:lnTo>
                <a:cubicBezTo>
                  <a:pt x="3152194" y="5158934"/>
                  <a:pt x="3155182" y="5163837"/>
                  <a:pt x="3161155" y="5163837"/>
                </a:cubicBezTo>
                <a:cubicBezTo>
                  <a:pt x="3162646" y="5163837"/>
                  <a:pt x="3164119" y="5163408"/>
                  <a:pt x="3165574" y="5162551"/>
                </a:cubicBezTo>
                <a:cubicBezTo>
                  <a:pt x="3167030" y="5161693"/>
                  <a:pt x="3168021" y="5160689"/>
                  <a:pt x="3168548" y="5159538"/>
                </a:cubicBezTo>
                <a:cubicBezTo>
                  <a:pt x="3169850" y="5156697"/>
                  <a:pt x="3170502" y="5150130"/>
                  <a:pt x="3170502" y="5139838"/>
                </a:cubicBezTo>
                <a:cubicBezTo>
                  <a:pt x="3170502" y="5129502"/>
                  <a:pt x="3170150" y="5122109"/>
                  <a:pt x="3169448" y="5117660"/>
                </a:cubicBezTo>
                <a:cubicBezTo>
                  <a:pt x="3169248" y="5117117"/>
                  <a:pt x="3168935" y="5116601"/>
                  <a:pt x="3168511" y="5116112"/>
                </a:cubicBezTo>
                <a:cubicBezTo>
                  <a:pt x="3168087" y="5115624"/>
                  <a:pt x="3166739" y="5114642"/>
                  <a:pt x="3164469" y="5113166"/>
                </a:cubicBezTo>
                <a:cubicBezTo>
                  <a:pt x="3160830" y="5111506"/>
                  <a:pt x="3159010" y="5108810"/>
                  <a:pt x="3159010" y="5105077"/>
                </a:cubicBezTo>
                <a:cubicBezTo>
                  <a:pt x="3159010" y="5100097"/>
                  <a:pt x="3162627" y="5096722"/>
                  <a:pt x="3169861" y="5094950"/>
                </a:cubicBezTo>
                <a:cubicBezTo>
                  <a:pt x="3181899" y="5091973"/>
                  <a:pt x="3193777" y="5090484"/>
                  <a:pt x="3205492" y="5090484"/>
                </a:cubicBezTo>
                <a:cubicBezTo>
                  <a:pt x="3213308" y="5090484"/>
                  <a:pt x="3217216" y="5094550"/>
                  <a:pt x="3217216" y="5102683"/>
                </a:cubicBezTo>
                <a:cubicBezTo>
                  <a:pt x="3217216" y="5102703"/>
                  <a:pt x="3217172" y="5104213"/>
                  <a:pt x="3217083" y="5107212"/>
                </a:cubicBezTo>
                <a:cubicBezTo>
                  <a:pt x="3216957" y="5110226"/>
                  <a:pt x="3216875" y="5113236"/>
                  <a:pt x="3216832" y="5116244"/>
                </a:cubicBezTo>
                <a:lnTo>
                  <a:pt x="3216832" y="5160428"/>
                </a:lnTo>
                <a:cubicBezTo>
                  <a:pt x="3216832" y="5161820"/>
                  <a:pt x="3218683" y="5163583"/>
                  <a:pt x="3222386" y="5165719"/>
                </a:cubicBezTo>
                <a:cubicBezTo>
                  <a:pt x="3225515" y="5166898"/>
                  <a:pt x="3227079" y="5169348"/>
                  <a:pt x="3227079" y="5173068"/>
                </a:cubicBezTo>
                <a:cubicBezTo>
                  <a:pt x="3227079" y="5179849"/>
                  <a:pt x="3219746" y="5184927"/>
                  <a:pt x="3205078" y="5188302"/>
                </a:cubicBezTo>
                <a:cubicBezTo>
                  <a:pt x="3197011" y="5190174"/>
                  <a:pt x="3189137" y="5191110"/>
                  <a:pt x="3181457" y="5191110"/>
                </a:cubicBezTo>
                <a:cubicBezTo>
                  <a:pt x="3177971" y="5191110"/>
                  <a:pt x="3175465" y="5190630"/>
                  <a:pt x="3173939" y="5189670"/>
                </a:cubicBezTo>
                <a:cubicBezTo>
                  <a:pt x="3172413" y="5188710"/>
                  <a:pt x="3171523" y="5186876"/>
                  <a:pt x="3171267" y="5184168"/>
                </a:cubicBezTo>
                <a:cubicBezTo>
                  <a:pt x="3171043" y="5181390"/>
                  <a:pt x="3170482" y="5180001"/>
                  <a:pt x="3169582" y="5180001"/>
                </a:cubicBezTo>
                <a:cubicBezTo>
                  <a:pt x="3169197" y="5180001"/>
                  <a:pt x="3168762" y="5180135"/>
                  <a:pt x="3168277" y="5180402"/>
                </a:cubicBezTo>
                <a:cubicBezTo>
                  <a:pt x="3167791" y="5180669"/>
                  <a:pt x="3165962" y="5181892"/>
                  <a:pt x="3162788" y="5184070"/>
                </a:cubicBezTo>
                <a:cubicBezTo>
                  <a:pt x="3156012" y="5188699"/>
                  <a:pt x="3148700" y="5191013"/>
                  <a:pt x="3140854" y="5191013"/>
                </a:cubicBezTo>
                <a:cubicBezTo>
                  <a:pt x="3127895" y="5191013"/>
                  <a:pt x="3118593" y="5186168"/>
                  <a:pt x="3112950" y="5176478"/>
                </a:cubicBezTo>
                <a:cubicBezTo>
                  <a:pt x="3108672" y="5172277"/>
                  <a:pt x="3106533" y="5162937"/>
                  <a:pt x="3106533" y="5148457"/>
                </a:cubicBezTo>
                <a:cubicBezTo>
                  <a:pt x="3106533" y="5143202"/>
                  <a:pt x="3106565" y="5138733"/>
                  <a:pt x="3106629" y="5135051"/>
                </a:cubicBezTo>
                <a:cubicBezTo>
                  <a:pt x="3106629" y="5132880"/>
                  <a:pt x="3106629" y="5131411"/>
                  <a:pt x="3106629" y="5130645"/>
                </a:cubicBezTo>
                <a:cubicBezTo>
                  <a:pt x="3106629" y="5125411"/>
                  <a:pt x="3106198" y="5121666"/>
                  <a:pt x="3105335" y="5119411"/>
                </a:cubicBezTo>
                <a:cubicBezTo>
                  <a:pt x="3104472" y="5117156"/>
                  <a:pt x="3102930" y="5115405"/>
                  <a:pt x="3100707" y="5114159"/>
                </a:cubicBezTo>
                <a:cubicBezTo>
                  <a:pt x="3098012" y="5112775"/>
                  <a:pt x="3096218" y="5111574"/>
                  <a:pt x="3095326" y="5110556"/>
                </a:cubicBezTo>
                <a:cubicBezTo>
                  <a:pt x="3094435" y="5109538"/>
                  <a:pt x="3093989" y="5108094"/>
                  <a:pt x="3093989" y="5106227"/>
                </a:cubicBezTo>
                <a:cubicBezTo>
                  <a:pt x="3093989" y="5100334"/>
                  <a:pt x="3098169" y="5096479"/>
                  <a:pt x="3106527" y="5094662"/>
                </a:cubicBezTo>
                <a:cubicBezTo>
                  <a:pt x="3119227" y="5091876"/>
                  <a:pt x="3131882" y="5090484"/>
                  <a:pt x="3144493" y="5090484"/>
                </a:cubicBezTo>
                <a:close/>
                <a:moveTo>
                  <a:pt x="1926441" y="5090484"/>
                </a:moveTo>
                <a:cubicBezTo>
                  <a:pt x="1931321" y="5090484"/>
                  <a:pt x="1933760" y="5093114"/>
                  <a:pt x="1933760" y="5098375"/>
                </a:cubicBezTo>
                <a:lnTo>
                  <a:pt x="1933760" y="5154011"/>
                </a:lnTo>
                <a:cubicBezTo>
                  <a:pt x="1933760" y="5158222"/>
                  <a:pt x="1934098" y="5161192"/>
                  <a:pt x="1934773" y="5162921"/>
                </a:cubicBezTo>
                <a:cubicBezTo>
                  <a:pt x="1935448" y="5164650"/>
                  <a:pt x="1936833" y="5166258"/>
                  <a:pt x="1938928" y="5167745"/>
                </a:cubicBezTo>
                <a:cubicBezTo>
                  <a:pt x="1941072" y="5169268"/>
                  <a:pt x="1942583" y="5170677"/>
                  <a:pt x="1943459" y="5171970"/>
                </a:cubicBezTo>
                <a:cubicBezTo>
                  <a:pt x="1944335" y="5173263"/>
                  <a:pt x="1944773" y="5174842"/>
                  <a:pt x="1944773" y="5176707"/>
                </a:cubicBezTo>
                <a:cubicBezTo>
                  <a:pt x="1944773" y="5186244"/>
                  <a:pt x="1933651" y="5191013"/>
                  <a:pt x="1911408" y="5191013"/>
                </a:cubicBezTo>
                <a:cubicBezTo>
                  <a:pt x="1899976" y="5191013"/>
                  <a:pt x="1890706" y="5190048"/>
                  <a:pt x="1883600" y="5188117"/>
                </a:cubicBezTo>
                <a:cubicBezTo>
                  <a:pt x="1881354" y="5187475"/>
                  <a:pt x="1879403" y="5186192"/>
                  <a:pt x="1877749" y="5184268"/>
                </a:cubicBezTo>
                <a:cubicBezTo>
                  <a:pt x="1876095" y="5182344"/>
                  <a:pt x="1875268" y="5180111"/>
                  <a:pt x="1875268" y="5177569"/>
                </a:cubicBezTo>
                <a:cubicBezTo>
                  <a:pt x="1875268" y="5175425"/>
                  <a:pt x="1875710" y="5173750"/>
                  <a:pt x="1876594" y="5172544"/>
                </a:cubicBezTo>
                <a:cubicBezTo>
                  <a:pt x="1877478" y="5171338"/>
                  <a:pt x="1879174" y="5170269"/>
                  <a:pt x="1881683" y="5169336"/>
                </a:cubicBezTo>
                <a:cubicBezTo>
                  <a:pt x="1883797" y="5166850"/>
                  <a:pt x="1885234" y="5164082"/>
                  <a:pt x="1885998" y="5161030"/>
                </a:cubicBezTo>
                <a:cubicBezTo>
                  <a:pt x="1886760" y="5157978"/>
                  <a:pt x="1887142" y="5153277"/>
                  <a:pt x="1887142" y="5146925"/>
                </a:cubicBezTo>
                <a:cubicBezTo>
                  <a:pt x="1887142" y="5144900"/>
                  <a:pt x="1887001" y="5141039"/>
                  <a:pt x="1886717" y="5135342"/>
                </a:cubicBezTo>
                <a:cubicBezTo>
                  <a:pt x="1886433" y="5129646"/>
                  <a:pt x="1886241" y="5126411"/>
                  <a:pt x="1886138" y="5125638"/>
                </a:cubicBezTo>
                <a:cubicBezTo>
                  <a:pt x="1885826" y="5123498"/>
                  <a:pt x="1884408" y="5121873"/>
                  <a:pt x="1881886" y="5120764"/>
                </a:cubicBezTo>
                <a:cubicBezTo>
                  <a:pt x="1877155" y="5118704"/>
                  <a:pt x="1874789" y="5115550"/>
                  <a:pt x="1874789" y="5111302"/>
                </a:cubicBezTo>
                <a:cubicBezTo>
                  <a:pt x="1874789" y="5106400"/>
                  <a:pt x="1877792" y="5102798"/>
                  <a:pt x="1883797" y="5100499"/>
                </a:cubicBezTo>
                <a:cubicBezTo>
                  <a:pt x="1891103" y="5097695"/>
                  <a:pt x="1898887" y="5095325"/>
                  <a:pt x="1907149" y="5093388"/>
                </a:cubicBezTo>
                <a:cubicBezTo>
                  <a:pt x="1915413" y="5091452"/>
                  <a:pt x="1921843" y="5090484"/>
                  <a:pt x="1926441" y="5090484"/>
                </a:cubicBezTo>
                <a:close/>
                <a:moveTo>
                  <a:pt x="10930145" y="5090387"/>
                </a:moveTo>
                <a:cubicBezTo>
                  <a:pt x="10951878" y="5090387"/>
                  <a:pt x="10962744" y="5094838"/>
                  <a:pt x="10962744" y="5103738"/>
                </a:cubicBezTo>
                <a:cubicBezTo>
                  <a:pt x="10962744" y="5105522"/>
                  <a:pt x="10961631" y="5108032"/>
                  <a:pt x="10959404" y="5111267"/>
                </a:cubicBezTo>
                <a:cubicBezTo>
                  <a:pt x="10959269" y="5111479"/>
                  <a:pt x="10959201" y="5111714"/>
                  <a:pt x="10959201" y="5111972"/>
                </a:cubicBezTo>
                <a:cubicBezTo>
                  <a:pt x="10959201" y="5113083"/>
                  <a:pt x="10960419" y="5115911"/>
                  <a:pt x="10962855" y="5120457"/>
                </a:cubicBezTo>
                <a:cubicBezTo>
                  <a:pt x="10966193" y="5126777"/>
                  <a:pt x="10968665" y="5129937"/>
                  <a:pt x="10970269" y="5129937"/>
                </a:cubicBezTo>
                <a:cubicBezTo>
                  <a:pt x="10970995" y="5129937"/>
                  <a:pt x="10972288" y="5128571"/>
                  <a:pt x="10974146" y="5125839"/>
                </a:cubicBezTo>
                <a:cubicBezTo>
                  <a:pt x="10976004" y="5123107"/>
                  <a:pt x="10976934" y="5120942"/>
                  <a:pt x="10976934" y="5119346"/>
                </a:cubicBezTo>
                <a:cubicBezTo>
                  <a:pt x="10976934" y="5117851"/>
                  <a:pt x="10976560" y="5116642"/>
                  <a:pt x="10975813" y="5115719"/>
                </a:cubicBezTo>
                <a:cubicBezTo>
                  <a:pt x="10975065" y="5114797"/>
                  <a:pt x="10972694" y="5112502"/>
                  <a:pt x="10968699" y="5108835"/>
                </a:cubicBezTo>
                <a:cubicBezTo>
                  <a:pt x="10966528" y="5108106"/>
                  <a:pt x="10965442" y="5106343"/>
                  <a:pt x="10965442" y="5103545"/>
                </a:cubicBezTo>
                <a:cubicBezTo>
                  <a:pt x="10965442" y="5097449"/>
                  <a:pt x="10971099" y="5093553"/>
                  <a:pt x="10982412" y="5091856"/>
                </a:cubicBezTo>
                <a:cubicBezTo>
                  <a:pt x="10988736" y="5090877"/>
                  <a:pt x="10996116" y="5090387"/>
                  <a:pt x="11004550" y="5090387"/>
                </a:cubicBezTo>
                <a:cubicBezTo>
                  <a:pt x="11014393" y="5090387"/>
                  <a:pt x="11021744" y="5091313"/>
                  <a:pt x="11026604" y="5093163"/>
                </a:cubicBezTo>
                <a:cubicBezTo>
                  <a:pt x="11031464" y="5095013"/>
                  <a:pt x="11033894" y="5098186"/>
                  <a:pt x="11033894" y="5102683"/>
                </a:cubicBezTo>
                <a:cubicBezTo>
                  <a:pt x="11033894" y="5104466"/>
                  <a:pt x="11033575" y="5105917"/>
                  <a:pt x="11032936" y="5107034"/>
                </a:cubicBezTo>
                <a:cubicBezTo>
                  <a:pt x="11032299" y="5108151"/>
                  <a:pt x="11030990" y="5109711"/>
                  <a:pt x="11029011" y="5111714"/>
                </a:cubicBezTo>
                <a:cubicBezTo>
                  <a:pt x="11028307" y="5112514"/>
                  <a:pt x="11027956" y="5113270"/>
                  <a:pt x="11027956" y="5113984"/>
                </a:cubicBezTo>
                <a:cubicBezTo>
                  <a:pt x="11027956" y="5115440"/>
                  <a:pt x="11029340" y="5118784"/>
                  <a:pt x="11032106" y="5124014"/>
                </a:cubicBezTo>
                <a:cubicBezTo>
                  <a:pt x="11034285" y="5128154"/>
                  <a:pt x="11036017" y="5130224"/>
                  <a:pt x="11037302" y="5130224"/>
                </a:cubicBezTo>
                <a:cubicBezTo>
                  <a:pt x="11038841" y="5130224"/>
                  <a:pt x="11041095" y="5127713"/>
                  <a:pt x="11044062" y="5122690"/>
                </a:cubicBezTo>
                <a:cubicBezTo>
                  <a:pt x="11046616" y="5117811"/>
                  <a:pt x="11047892" y="5114782"/>
                  <a:pt x="11047892" y="5113601"/>
                </a:cubicBezTo>
                <a:cubicBezTo>
                  <a:pt x="11047892" y="5112846"/>
                  <a:pt x="11047330" y="5111614"/>
                  <a:pt x="11046207" y="5109904"/>
                </a:cubicBezTo>
                <a:cubicBezTo>
                  <a:pt x="11043820" y="5107301"/>
                  <a:pt x="11042626" y="5104703"/>
                  <a:pt x="11042626" y="5102109"/>
                </a:cubicBezTo>
                <a:cubicBezTo>
                  <a:pt x="11042626" y="5097938"/>
                  <a:pt x="11044513" y="5095050"/>
                  <a:pt x="11048286" y="5093444"/>
                </a:cubicBezTo>
                <a:cubicBezTo>
                  <a:pt x="11052775" y="5091470"/>
                  <a:pt x="11059169" y="5090484"/>
                  <a:pt x="11067466" y="5090484"/>
                </a:cubicBezTo>
                <a:cubicBezTo>
                  <a:pt x="11072943" y="5090484"/>
                  <a:pt x="11078053" y="5090951"/>
                  <a:pt x="11082797" y="5091886"/>
                </a:cubicBezTo>
                <a:cubicBezTo>
                  <a:pt x="11085329" y="5092418"/>
                  <a:pt x="11087531" y="5093640"/>
                  <a:pt x="11089403" y="5095552"/>
                </a:cubicBezTo>
                <a:cubicBezTo>
                  <a:pt x="11091277" y="5097463"/>
                  <a:pt x="11092213" y="5099681"/>
                  <a:pt x="11092213" y="5102205"/>
                </a:cubicBezTo>
                <a:cubicBezTo>
                  <a:pt x="11092213" y="5104867"/>
                  <a:pt x="11091114" y="5107061"/>
                  <a:pt x="11088915" y="5108787"/>
                </a:cubicBezTo>
                <a:cubicBezTo>
                  <a:pt x="11088409" y="5109293"/>
                  <a:pt x="11085668" y="5110367"/>
                  <a:pt x="11080688" y="5112010"/>
                </a:cubicBezTo>
                <a:cubicBezTo>
                  <a:pt x="11079213" y="5112687"/>
                  <a:pt x="11077787" y="5113772"/>
                  <a:pt x="11076407" y="5115267"/>
                </a:cubicBezTo>
                <a:cubicBezTo>
                  <a:pt x="11075028" y="5116762"/>
                  <a:pt x="11073369" y="5118967"/>
                  <a:pt x="11071432" y="5121882"/>
                </a:cubicBezTo>
                <a:lnTo>
                  <a:pt x="11047235" y="5170057"/>
                </a:lnTo>
                <a:cubicBezTo>
                  <a:pt x="11039854" y="5184283"/>
                  <a:pt x="11033064" y="5191396"/>
                  <a:pt x="11026863" y="5191396"/>
                </a:cubicBezTo>
                <a:cubicBezTo>
                  <a:pt x="11023978" y="5191396"/>
                  <a:pt x="11021038" y="5189830"/>
                  <a:pt x="11018041" y="5186696"/>
                </a:cubicBezTo>
                <a:cubicBezTo>
                  <a:pt x="11015046" y="5183563"/>
                  <a:pt x="11011394" y="5178536"/>
                  <a:pt x="11007085" y="5171616"/>
                </a:cubicBezTo>
                <a:lnTo>
                  <a:pt x="10996947" y="5155195"/>
                </a:lnTo>
                <a:cubicBezTo>
                  <a:pt x="10994960" y="5152221"/>
                  <a:pt x="10993732" y="5150489"/>
                  <a:pt x="10993265" y="5149998"/>
                </a:cubicBezTo>
                <a:cubicBezTo>
                  <a:pt x="10992796" y="5149507"/>
                  <a:pt x="10992313" y="5149262"/>
                  <a:pt x="10991814" y="5149262"/>
                </a:cubicBezTo>
                <a:cubicBezTo>
                  <a:pt x="10990316" y="5149262"/>
                  <a:pt x="10987689" y="5151368"/>
                  <a:pt x="10983932" y="5155581"/>
                </a:cubicBezTo>
                <a:lnTo>
                  <a:pt x="10970499" y="5182214"/>
                </a:lnTo>
                <a:cubicBezTo>
                  <a:pt x="10967070" y="5188144"/>
                  <a:pt x="10963036" y="5191110"/>
                  <a:pt x="10958395" y="5191110"/>
                </a:cubicBezTo>
                <a:cubicBezTo>
                  <a:pt x="10955544" y="5191110"/>
                  <a:pt x="10952994" y="5190184"/>
                  <a:pt x="10950743" y="5188332"/>
                </a:cubicBezTo>
                <a:cubicBezTo>
                  <a:pt x="10948492" y="5186481"/>
                  <a:pt x="10946082" y="5182584"/>
                  <a:pt x="10943512" y="5176644"/>
                </a:cubicBezTo>
                <a:lnTo>
                  <a:pt x="10915666" y="5132599"/>
                </a:lnTo>
                <a:cubicBezTo>
                  <a:pt x="10910597" y="5124463"/>
                  <a:pt x="10906606" y="5119112"/>
                  <a:pt x="10903694" y="5116546"/>
                </a:cubicBezTo>
                <a:cubicBezTo>
                  <a:pt x="10903058" y="5116037"/>
                  <a:pt x="10901266" y="5115355"/>
                  <a:pt x="10898321" y="5114501"/>
                </a:cubicBezTo>
                <a:cubicBezTo>
                  <a:pt x="10896237" y="5113859"/>
                  <a:pt x="10894614" y="5112716"/>
                  <a:pt x="10893451" y="5111071"/>
                </a:cubicBezTo>
                <a:cubicBezTo>
                  <a:pt x="10892289" y="5109426"/>
                  <a:pt x="10891707" y="5107588"/>
                  <a:pt x="10891707" y="5105557"/>
                </a:cubicBezTo>
                <a:cubicBezTo>
                  <a:pt x="10891707" y="5099649"/>
                  <a:pt x="10896730" y="5095550"/>
                  <a:pt x="10906777" y="5093261"/>
                </a:cubicBezTo>
                <a:cubicBezTo>
                  <a:pt x="10913128" y="5091345"/>
                  <a:pt x="10920917" y="5090387"/>
                  <a:pt x="10930145" y="5090387"/>
                </a:cubicBezTo>
                <a:close/>
                <a:moveTo>
                  <a:pt x="9518485" y="5090387"/>
                </a:moveTo>
                <a:cubicBezTo>
                  <a:pt x="9525475" y="5090387"/>
                  <a:pt x="9531030" y="5091131"/>
                  <a:pt x="9535150" y="5092617"/>
                </a:cubicBezTo>
                <a:cubicBezTo>
                  <a:pt x="9541303" y="5094793"/>
                  <a:pt x="9544380" y="5098564"/>
                  <a:pt x="9544380" y="5103928"/>
                </a:cubicBezTo>
                <a:cubicBezTo>
                  <a:pt x="9544380" y="5105910"/>
                  <a:pt x="9543646" y="5107845"/>
                  <a:pt x="9542177" y="5109732"/>
                </a:cubicBezTo>
                <a:cubicBezTo>
                  <a:pt x="9540773" y="5112053"/>
                  <a:pt x="9540072" y="5113821"/>
                  <a:pt x="9540072" y="5115037"/>
                </a:cubicBezTo>
                <a:cubicBezTo>
                  <a:pt x="9540072" y="5116365"/>
                  <a:pt x="9540369" y="5117768"/>
                  <a:pt x="9540966" y="5119245"/>
                </a:cubicBezTo>
                <a:cubicBezTo>
                  <a:pt x="9541562" y="5120723"/>
                  <a:pt x="9542934" y="5123420"/>
                  <a:pt x="9545082" y="5127337"/>
                </a:cubicBezTo>
                <a:cubicBezTo>
                  <a:pt x="9547132" y="5131113"/>
                  <a:pt x="9548672" y="5133001"/>
                  <a:pt x="9549703" y="5133001"/>
                </a:cubicBezTo>
                <a:cubicBezTo>
                  <a:pt x="9550893" y="5133001"/>
                  <a:pt x="9552413" y="5131278"/>
                  <a:pt x="9554263" y="5127830"/>
                </a:cubicBezTo>
                <a:cubicBezTo>
                  <a:pt x="9556113" y="5124383"/>
                  <a:pt x="9557039" y="5121012"/>
                  <a:pt x="9557039" y="5117718"/>
                </a:cubicBezTo>
                <a:cubicBezTo>
                  <a:pt x="9557039" y="5115282"/>
                  <a:pt x="9556393" y="5113316"/>
                  <a:pt x="9555102" y="5111818"/>
                </a:cubicBezTo>
                <a:cubicBezTo>
                  <a:pt x="9552371" y="5108584"/>
                  <a:pt x="9551006" y="5105699"/>
                  <a:pt x="9551006" y="5103162"/>
                </a:cubicBezTo>
                <a:cubicBezTo>
                  <a:pt x="9551006" y="5099064"/>
                  <a:pt x="9553433" y="5095927"/>
                  <a:pt x="9558287" y="5093749"/>
                </a:cubicBezTo>
                <a:cubicBezTo>
                  <a:pt x="9563141" y="5091572"/>
                  <a:pt x="9569345" y="5090484"/>
                  <a:pt x="9576899" y="5090484"/>
                </a:cubicBezTo>
                <a:cubicBezTo>
                  <a:pt x="9591800" y="5090484"/>
                  <a:pt x="9599251" y="5094391"/>
                  <a:pt x="9599251" y="5102205"/>
                </a:cubicBezTo>
                <a:cubicBezTo>
                  <a:pt x="9599251" y="5105079"/>
                  <a:pt x="9598419" y="5107387"/>
                  <a:pt x="9596754" y="5109129"/>
                </a:cubicBezTo>
                <a:cubicBezTo>
                  <a:pt x="9595090" y="5110871"/>
                  <a:pt x="9592009" y="5112470"/>
                  <a:pt x="9587511" y="5113926"/>
                </a:cubicBezTo>
                <a:cubicBezTo>
                  <a:pt x="9585441" y="5114826"/>
                  <a:pt x="9583619" y="5116456"/>
                  <a:pt x="9582045" y="5118817"/>
                </a:cubicBezTo>
                <a:cubicBezTo>
                  <a:pt x="9579354" y="5122915"/>
                  <a:pt x="9576005" y="5130254"/>
                  <a:pt x="9571998" y="5140835"/>
                </a:cubicBezTo>
                <a:lnTo>
                  <a:pt x="9559957" y="5174314"/>
                </a:lnTo>
                <a:cubicBezTo>
                  <a:pt x="9556790" y="5183038"/>
                  <a:pt x="9553590" y="5190192"/>
                  <a:pt x="9550357" y="5195778"/>
                </a:cubicBezTo>
                <a:cubicBezTo>
                  <a:pt x="9547123" y="5201363"/>
                  <a:pt x="9543417" y="5206146"/>
                  <a:pt x="9539239" y="5210126"/>
                </a:cubicBezTo>
                <a:cubicBezTo>
                  <a:pt x="9530576" y="5218388"/>
                  <a:pt x="9520115" y="5222519"/>
                  <a:pt x="9507855" y="5222519"/>
                </a:cubicBezTo>
                <a:cubicBezTo>
                  <a:pt x="9497912" y="5222519"/>
                  <a:pt x="9489824" y="5219877"/>
                  <a:pt x="9483590" y="5214591"/>
                </a:cubicBezTo>
                <a:cubicBezTo>
                  <a:pt x="9478610" y="5210382"/>
                  <a:pt x="9476120" y="5205000"/>
                  <a:pt x="9476120" y="5198444"/>
                </a:cubicBezTo>
                <a:cubicBezTo>
                  <a:pt x="9476120" y="5193021"/>
                  <a:pt x="9477887" y="5188435"/>
                  <a:pt x="9481422" y="5184686"/>
                </a:cubicBezTo>
                <a:cubicBezTo>
                  <a:pt x="9484956" y="5180937"/>
                  <a:pt x="9489298" y="5179063"/>
                  <a:pt x="9494448" y="5179063"/>
                </a:cubicBezTo>
                <a:cubicBezTo>
                  <a:pt x="9499657" y="5179063"/>
                  <a:pt x="9503889" y="5180838"/>
                  <a:pt x="9507145" y="5184389"/>
                </a:cubicBezTo>
                <a:cubicBezTo>
                  <a:pt x="9508603" y="5185916"/>
                  <a:pt x="9509588" y="5187303"/>
                  <a:pt x="9510102" y="5188550"/>
                </a:cubicBezTo>
                <a:cubicBezTo>
                  <a:pt x="9510615" y="5189796"/>
                  <a:pt x="9511326" y="5192303"/>
                  <a:pt x="9512236" y="5196071"/>
                </a:cubicBezTo>
                <a:cubicBezTo>
                  <a:pt x="9512689" y="5197883"/>
                  <a:pt x="9513623" y="5198789"/>
                  <a:pt x="9515038" y="5198789"/>
                </a:cubicBezTo>
                <a:cubicBezTo>
                  <a:pt x="9516375" y="5198789"/>
                  <a:pt x="9517548" y="5198139"/>
                  <a:pt x="9518559" y="5196840"/>
                </a:cubicBezTo>
                <a:cubicBezTo>
                  <a:pt x="9519569" y="5195541"/>
                  <a:pt x="9520074" y="5193841"/>
                  <a:pt x="9520074" y="5191741"/>
                </a:cubicBezTo>
                <a:cubicBezTo>
                  <a:pt x="9520074" y="5189052"/>
                  <a:pt x="9518475" y="5184326"/>
                  <a:pt x="9515277" y="5177561"/>
                </a:cubicBezTo>
                <a:lnTo>
                  <a:pt x="9492200" y="5128435"/>
                </a:lnTo>
                <a:cubicBezTo>
                  <a:pt x="9489880" y="5123550"/>
                  <a:pt x="9488185" y="5120545"/>
                  <a:pt x="9487117" y="5119419"/>
                </a:cubicBezTo>
                <a:cubicBezTo>
                  <a:pt x="9486049" y="5118294"/>
                  <a:pt x="9483511" y="5116838"/>
                  <a:pt x="9479505" y="5115052"/>
                </a:cubicBezTo>
                <a:cubicBezTo>
                  <a:pt x="9477978" y="5114441"/>
                  <a:pt x="9476649" y="5113220"/>
                  <a:pt x="9475518" y="5111388"/>
                </a:cubicBezTo>
                <a:cubicBezTo>
                  <a:pt x="9474387" y="5109555"/>
                  <a:pt x="9473822" y="5107739"/>
                  <a:pt x="9473822" y="5105940"/>
                </a:cubicBezTo>
                <a:cubicBezTo>
                  <a:pt x="9473822" y="5099187"/>
                  <a:pt x="9480807" y="5094674"/>
                  <a:pt x="9494776" y="5092399"/>
                </a:cubicBezTo>
                <a:cubicBezTo>
                  <a:pt x="9500810" y="5091058"/>
                  <a:pt x="9508713" y="5090387"/>
                  <a:pt x="9518485" y="5090387"/>
                </a:cubicBezTo>
                <a:close/>
                <a:moveTo>
                  <a:pt x="9049936" y="5090387"/>
                </a:moveTo>
                <a:cubicBezTo>
                  <a:pt x="9052616" y="5090387"/>
                  <a:pt x="9054485" y="5091078"/>
                  <a:pt x="9055543" y="5092459"/>
                </a:cubicBezTo>
                <a:cubicBezTo>
                  <a:pt x="9056601" y="5093840"/>
                  <a:pt x="9057434" y="5097273"/>
                  <a:pt x="9058044" y="5102758"/>
                </a:cubicBezTo>
                <a:cubicBezTo>
                  <a:pt x="9058231" y="5104407"/>
                  <a:pt x="9058548" y="5105232"/>
                  <a:pt x="9058993" y="5105232"/>
                </a:cubicBezTo>
                <a:cubicBezTo>
                  <a:pt x="9059542" y="5105232"/>
                  <a:pt x="9060104" y="5104818"/>
                  <a:pt x="9060678" y="5103991"/>
                </a:cubicBezTo>
                <a:cubicBezTo>
                  <a:pt x="9066379" y="5094986"/>
                  <a:pt x="9073702" y="5090484"/>
                  <a:pt x="9082646" y="5090484"/>
                </a:cubicBezTo>
                <a:cubicBezTo>
                  <a:pt x="9089016" y="5090484"/>
                  <a:pt x="9094457" y="5093159"/>
                  <a:pt x="9098966" y="5098511"/>
                </a:cubicBezTo>
                <a:lnTo>
                  <a:pt x="9103216" y="5104538"/>
                </a:lnTo>
                <a:lnTo>
                  <a:pt x="9107585" y="5097490"/>
                </a:lnTo>
                <a:cubicBezTo>
                  <a:pt x="9111078" y="5095233"/>
                  <a:pt x="9116316" y="5093536"/>
                  <a:pt x="9123301" y="5092399"/>
                </a:cubicBezTo>
                <a:cubicBezTo>
                  <a:pt x="9129335" y="5091058"/>
                  <a:pt x="9137239" y="5090387"/>
                  <a:pt x="9147010" y="5090387"/>
                </a:cubicBezTo>
                <a:cubicBezTo>
                  <a:pt x="9154000" y="5090387"/>
                  <a:pt x="9159555" y="5091131"/>
                  <a:pt x="9163675" y="5092617"/>
                </a:cubicBezTo>
                <a:cubicBezTo>
                  <a:pt x="9169828" y="5094793"/>
                  <a:pt x="9172905" y="5098564"/>
                  <a:pt x="9172905" y="5103928"/>
                </a:cubicBezTo>
                <a:cubicBezTo>
                  <a:pt x="9172905" y="5105910"/>
                  <a:pt x="9172171" y="5107845"/>
                  <a:pt x="9170702" y="5109732"/>
                </a:cubicBezTo>
                <a:cubicBezTo>
                  <a:pt x="9169298" y="5112053"/>
                  <a:pt x="9168597" y="5113821"/>
                  <a:pt x="9168597" y="5115037"/>
                </a:cubicBezTo>
                <a:cubicBezTo>
                  <a:pt x="9168597" y="5116365"/>
                  <a:pt x="9168894" y="5117768"/>
                  <a:pt x="9169491" y="5119245"/>
                </a:cubicBezTo>
                <a:cubicBezTo>
                  <a:pt x="9170087" y="5120723"/>
                  <a:pt x="9171459" y="5123420"/>
                  <a:pt x="9173607" y="5127337"/>
                </a:cubicBezTo>
                <a:cubicBezTo>
                  <a:pt x="9175657" y="5131113"/>
                  <a:pt x="9177197" y="5133001"/>
                  <a:pt x="9178228" y="5133001"/>
                </a:cubicBezTo>
                <a:cubicBezTo>
                  <a:pt x="9179418" y="5133001"/>
                  <a:pt x="9180938" y="5131278"/>
                  <a:pt x="9182788" y="5127830"/>
                </a:cubicBezTo>
                <a:cubicBezTo>
                  <a:pt x="9184638" y="5124383"/>
                  <a:pt x="9185564" y="5121012"/>
                  <a:pt x="9185564" y="5117718"/>
                </a:cubicBezTo>
                <a:cubicBezTo>
                  <a:pt x="9185564" y="5115282"/>
                  <a:pt x="9184918" y="5113316"/>
                  <a:pt x="9183627" y="5111818"/>
                </a:cubicBezTo>
                <a:cubicBezTo>
                  <a:pt x="9180897" y="5108584"/>
                  <a:pt x="9179531" y="5105699"/>
                  <a:pt x="9179531" y="5103162"/>
                </a:cubicBezTo>
                <a:cubicBezTo>
                  <a:pt x="9179531" y="5099064"/>
                  <a:pt x="9181958" y="5095927"/>
                  <a:pt x="9186812" y="5093749"/>
                </a:cubicBezTo>
                <a:cubicBezTo>
                  <a:pt x="9191666" y="5091572"/>
                  <a:pt x="9197870" y="5090484"/>
                  <a:pt x="9205424" y="5090484"/>
                </a:cubicBezTo>
                <a:cubicBezTo>
                  <a:pt x="9220326" y="5090484"/>
                  <a:pt x="9227776" y="5094391"/>
                  <a:pt x="9227776" y="5102205"/>
                </a:cubicBezTo>
                <a:cubicBezTo>
                  <a:pt x="9227776" y="5105079"/>
                  <a:pt x="9226944" y="5107387"/>
                  <a:pt x="9225279" y="5109129"/>
                </a:cubicBezTo>
                <a:cubicBezTo>
                  <a:pt x="9223615" y="5110871"/>
                  <a:pt x="9220534" y="5112470"/>
                  <a:pt x="9216036" y="5113926"/>
                </a:cubicBezTo>
                <a:cubicBezTo>
                  <a:pt x="9213966" y="5114826"/>
                  <a:pt x="9212144" y="5116456"/>
                  <a:pt x="9210570" y="5118817"/>
                </a:cubicBezTo>
                <a:cubicBezTo>
                  <a:pt x="9207879" y="5122915"/>
                  <a:pt x="9204530" y="5130254"/>
                  <a:pt x="9200523" y="5140835"/>
                </a:cubicBezTo>
                <a:lnTo>
                  <a:pt x="9188482" y="5174314"/>
                </a:lnTo>
                <a:cubicBezTo>
                  <a:pt x="9185315" y="5183038"/>
                  <a:pt x="9182115" y="5190192"/>
                  <a:pt x="9178882" y="5195778"/>
                </a:cubicBezTo>
                <a:cubicBezTo>
                  <a:pt x="9175648" y="5201363"/>
                  <a:pt x="9171942" y="5206146"/>
                  <a:pt x="9167764" y="5210126"/>
                </a:cubicBezTo>
                <a:cubicBezTo>
                  <a:pt x="9159101" y="5218388"/>
                  <a:pt x="9148640" y="5222519"/>
                  <a:pt x="9136380" y="5222519"/>
                </a:cubicBezTo>
                <a:cubicBezTo>
                  <a:pt x="9126437" y="5222519"/>
                  <a:pt x="9118349" y="5219877"/>
                  <a:pt x="9112115" y="5214591"/>
                </a:cubicBezTo>
                <a:cubicBezTo>
                  <a:pt x="9107135" y="5210382"/>
                  <a:pt x="9104645" y="5205000"/>
                  <a:pt x="9104645" y="5198444"/>
                </a:cubicBezTo>
                <a:cubicBezTo>
                  <a:pt x="9104645" y="5193021"/>
                  <a:pt x="9106412" y="5188435"/>
                  <a:pt x="9109947" y="5184686"/>
                </a:cubicBezTo>
                <a:cubicBezTo>
                  <a:pt x="9113481" y="5180937"/>
                  <a:pt x="9117823" y="5179063"/>
                  <a:pt x="9122973" y="5179063"/>
                </a:cubicBezTo>
                <a:cubicBezTo>
                  <a:pt x="9128182" y="5179063"/>
                  <a:pt x="9132415" y="5180838"/>
                  <a:pt x="9135670" y="5184389"/>
                </a:cubicBezTo>
                <a:cubicBezTo>
                  <a:pt x="9137128" y="5185916"/>
                  <a:pt x="9138114" y="5187303"/>
                  <a:pt x="9138627" y="5188550"/>
                </a:cubicBezTo>
                <a:cubicBezTo>
                  <a:pt x="9139140" y="5189796"/>
                  <a:pt x="9139851" y="5192303"/>
                  <a:pt x="9140761" y="5196071"/>
                </a:cubicBezTo>
                <a:cubicBezTo>
                  <a:pt x="9141214" y="5197883"/>
                  <a:pt x="9142148" y="5198789"/>
                  <a:pt x="9143563" y="5198789"/>
                </a:cubicBezTo>
                <a:cubicBezTo>
                  <a:pt x="9144900" y="5198789"/>
                  <a:pt x="9146073" y="5198139"/>
                  <a:pt x="9147084" y="5196840"/>
                </a:cubicBezTo>
                <a:cubicBezTo>
                  <a:pt x="9148094" y="5195541"/>
                  <a:pt x="9148599" y="5193841"/>
                  <a:pt x="9148599" y="5191741"/>
                </a:cubicBezTo>
                <a:cubicBezTo>
                  <a:pt x="9148599" y="5189052"/>
                  <a:pt x="9147000" y="5184326"/>
                  <a:pt x="9143802" y="5177561"/>
                </a:cubicBezTo>
                <a:lnTo>
                  <a:pt x="9120725" y="5128435"/>
                </a:lnTo>
                <a:cubicBezTo>
                  <a:pt x="9118405" y="5123550"/>
                  <a:pt x="9116710" y="5120545"/>
                  <a:pt x="9115642" y="5119419"/>
                </a:cubicBezTo>
                <a:cubicBezTo>
                  <a:pt x="9114574" y="5118294"/>
                  <a:pt x="9112036" y="5116838"/>
                  <a:pt x="9108030" y="5115052"/>
                </a:cubicBezTo>
                <a:lnTo>
                  <a:pt x="9104776" y="5112061"/>
                </a:lnTo>
                <a:lnTo>
                  <a:pt x="9105094" y="5113601"/>
                </a:lnTo>
                <a:cubicBezTo>
                  <a:pt x="9105094" y="5116842"/>
                  <a:pt x="9104330" y="5120180"/>
                  <a:pt x="9102804" y="5123615"/>
                </a:cubicBezTo>
                <a:cubicBezTo>
                  <a:pt x="9101276" y="5127049"/>
                  <a:pt x="9099291" y="5129884"/>
                  <a:pt x="9096849" y="5132118"/>
                </a:cubicBezTo>
                <a:cubicBezTo>
                  <a:pt x="9092427" y="5136333"/>
                  <a:pt x="9086959" y="5138440"/>
                  <a:pt x="9080443" y="5138440"/>
                </a:cubicBezTo>
                <a:cubicBezTo>
                  <a:pt x="9076850" y="5138440"/>
                  <a:pt x="9073843" y="5137808"/>
                  <a:pt x="9071421" y="5136544"/>
                </a:cubicBezTo>
                <a:cubicBezTo>
                  <a:pt x="9068999" y="5135280"/>
                  <a:pt x="9065737" y="5132266"/>
                  <a:pt x="9061636" y="5127502"/>
                </a:cubicBezTo>
                <a:cubicBezTo>
                  <a:pt x="9061028" y="5127644"/>
                  <a:pt x="9060434" y="5127715"/>
                  <a:pt x="9059855" y="5127715"/>
                </a:cubicBezTo>
                <a:cubicBezTo>
                  <a:pt x="9059113" y="5127715"/>
                  <a:pt x="9058551" y="5128422"/>
                  <a:pt x="9058169" y="5129836"/>
                </a:cubicBezTo>
                <a:cubicBezTo>
                  <a:pt x="9057788" y="5131251"/>
                  <a:pt x="9057597" y="5135127"/>
                  <a:pt x="9057597" y="5141467"/>
                </a:cubicBezTo>
                <a:cubicBezTo>
                  <a:pt x="9057597" y="5151076"/>
                  <a:pt x="9057898" y="5157388"/>
                  <a:pt x="9058500" y="5160402"/>
                </a:cubicBezTo>
                <a:cubicBezTo>
                  <a:pt x="9058915" y="5162180"/>
                  <a:pt x="9059394" y="5163319"/>
                  <a:pt x="9059935" y="5163817"/>
                </a:cubicBezTo>
                <a:cubicBezTo>
                  <a:pt x="9060477" y="5164316"/>
                  <a:pt x="9062298" y="5165018"/>
                  <a:pt x="9065398" y="5165925"/>
                </a:cubicBezTo>
                <a:cubicBezTo>
                  <a:pt x="9071305" y="5167698"/>
                  <a:pt x="9074258" y="5171196"/>
                  <a:pt x="9074258" y="5176420"/>
                </a:cubicBezTo>
                <a:cubicBezTo>
                  <a:pt x="9074258" y="5179548"/>
                  <a:pt x="9073172" y="5182255"/>
                  <a:pt x="9070999" y="5184541"/>
                </a:cubicBezTo>
                <a:cubicBezTo>
                  <a:pt x="9068826" y="5186827"/>
                  <a:pt x="9065984" y="5188336"/>
                  <a:pt x="9062474" y="5189068"/>
                </a:cubicBezTo>
                <a:cubicBezTo>
                  <a:pt x="9056248" y="5190365"/>
                  <a:pt x="9047108" y="5191013"/>
                  <a:pt x="9035052" y="5191013"/>
                </a:cubicBezTo>
                <a:cubicBezTo>
                  <a:pt x="9023507" y="5191013"/>
                  <a:pt x="9014707" y="5189994"/>
                  <a:pt x="9008652" y="5187954"/>
                </a:cubicBezTo>
                <a:cubicBezTo>
                  <a:pt x="9002542" y="5185867"/>
                  <a:pt x="8999487" y="5182150"/>
                  <a:pt x="8999487" y="5176803"/>
                </a:cubicBezTo>
                <a:cubicBezTo>
                  <a:pt x="8999487" y="5172800"/>
                  <a:pt x="9001794" y="5169222"/>
                  <a:pt x="9006408" y="5166068"/>
                </a:cubicBezTo>
                <a:cubicBezTo>
                  <a:pt x="9007831" y="5165137"/>
                  <a:pt x="9008817" y="5164286"/>
                  <a:pt x="9009365" y="5163513"/>
                </a:cubicBezTo>
                <a:cubicBezTo>
                  <a:pt x="9009913" y="5162740"/>
                  <a:pt x="9010311" y="5161521"/>
                  <a:pt x="9010557" y="5159856"/>
                </a:cubicBezTo>
                <a:cubicBezTo>
                  <a:pt x="9011540" y="5154265"/>
                  <a:pt x="9012031" y="5143731"/>
                  <a:pt x="9012031" y="5128252"/>
                </a:cubicBezTo>
                <a:cubicBezTo>
                  <a:pt x="9012031" y="5125712"/>
                  <a:pt x="9011803" y="5123996"/>
                  <a:pt x="9011347" y="5123106"/>
                </a:cubicBezTo>
                <a:cubicBezTo>
                  <a:pt x="9010889" y="5122215"/>
                  <a:pt x="9009929" y="5121477"/>
                  <a:pt x="9008465" y="5120891"/>
                </a:cubicBezTo>
                <a:cubicBezTo>
                  <a:pt x="9003119" y="5118782"/>
                  <a:pt x="9000445" y="5115585"/>
                  <a:pt x="9000445" y="5111302"/>
                </a:cubicBezTo>
                <a:cubicBezTo>
                  <a:pt x="9000445" y="5107566"/>
                  <a:pt x="9002192" y="5104469"/>
                  <a:pt x="9005686" y="5102009"/>
                </a:cubicBezTo>
                <a:cubicBezTo>
                  <a:pt x="9009180" y="5099548"/>
                  <a:pt x="9014689" y="5097206"/>
                  <a:pt x="9022215" y="5094981"/>
                </a:cubicBezTo>
                <a:cubicBezTo>
                  <a:pt x="9032174" y="5092005"/>
                  <a:pt x="9041414" y="5090474"/>
                  <a:pt x="9049936" y="5090387"/>
                </a:cubicBezTo>
                <a:close/>
                <a:moveTo>
                  <a:pt x="8821336" y="5090387"/>
                </a:moveTo>
                <a:cubicBezTo>
                  <a:pt x="8824016" y="5090387"/>
                  <a:pt x="8825884" y="5091078"/>
                  <a:pt x="8826942" y="5092459"/>
                </a:cubicBezTo>
                <a:cubicBezTo>
                  <a:pt x="8828000" y="5093840"/>
                  <a:pt x="8828834" y="5097273"/>
                  <a:pt x="8829444" y="5102758"/>
                </a:cubicBezTo>
                <a:cubicBezTo>
                  <a:pt x="8829631" y="5104407"/>
                  <a:pt x="8829948" y="5105232"/>
                  <a:pt x="8830394" y="5105232"/>
                </a:cubicBezTo>
                <a:cubicBezTo>
                  <a:pt x="8830943" y="5105232"/>
                  <a:pt x="8831504" y="5104818"/>
                  <a:pt x="8832078" y="5103991"/>
                </a:cubicBezTo>
                <a:cubicBezTo>
                  <a:pt x="8837780" y="5094986"/>
                  <a:pt x="8845102" y="5090484"/>
                  <a:pt x="8854046" y="5090484"/>
                </a:cubicBezTo>
                <a:cubicBezTo>
                  <a:pt x="8860416" y="5090484"/>
                  <a:pt x="8865856" y="5093159"/>
                  <a:pt x="8870366" y="5098511"/>
                </a:cubicBezTo>
                <a:cubicBezTo>
                  <a:pt x="8871952" y="5099376"/>
                  <a:pt x="8873370" y="5101387"/>
                  <a:pt x="8874620" y="5104544"/>
                </a:cubicBezTo>
                <a:cubicBezTo>
                  <a:pt x="8875869" y="5107701"/>
                  <a:pt x="8876494" y="5110720"/>
                  <a:pt x="8876494" y="5113601"/>
                </a:cubicBezTo>
                <a:cubicBezTo>
                  <a:pt x="8876494" y="5116842"/>
                  <a:pt x="8875730" y="5120180"/>
                  <a:pt x="8874204" y="5123615"/>
                </a:cubicBezTo>
                <a:cubicBezTo>
                  <a:pt x="8872676" y="5127049"/>
                  <a:pt x="8870692" y="5129884"/>
                  <a:pt x="8868249" y="5132118"/>
                </a:cubicBezTo>
                <a:cubicBezTo>
                  <a:pt x="8863827" y="5136333"/>
                  <a:pt x="8858359" y="5138440"/>
                  <a:pt x="8851844" y="5138440"/>
                </a:cubicBezTo>
                <a:cubicBezTo>
                  <a:pt x="8848250" y="5138440"/>
                  <a:pt x="8845242" y="5137808"/>
                  <a:pt x="8842820" y="5136544"/>
                </a:cubicBezTo>
                <a:cubicBezTo>
                  <a:pt x="8840399" y="5135280"/>
                  <a:pt x="8837138" y="5132266"/>
                  <a:pt x="8833036" y="5127502"/>
                </a:cubicBezTo>
                <a:cubicBezTo>
                  <a:pt x="8832428" y="5127644"/>
                  <a:pt x="8831834" y="5127715"/>
                  <a:pt x="8831256" y="5127715"/>
                </a:cubicBezTo>
                <a:cubicBezTo>
                  <a:pt x="8830513" y="5127715"/>
                  <a:pt x="8829950" y="5128422"/>
                  <a:pt x="8829569" y="5129836"/>
                </a:cubicBezTo>
                <a:cubicBezTo>
                  <a:pt x="8829188" y="5131251"/>
                  <a:pt x="8828997" y="5135127"/>
                  <a:pt x="8828997" y="5141467"/>
                </a:cubicBezTo>
                <a:cubicBezTo>
                  <a:pt x="8828997" y="5151076"/>
                  <a:pt x="8829298" y="5157388"/>
                  <a:pt x="8829900" y="5160402"/>
                </a:cubicBezTo>
                <a:cubicBezTo>
                  <a:pt x="8830316" y="5162180"/>
                  <a:pt x="8830794" y="5163319"/>
                  <a:pt x="8831336" y="5163817"/>
                </a:cubicBezTo>
                <a:cubicBezTo>
                  <a:pt x="8831877" y="5164316"/>
                  <a:pt x="8833698" y="5165018"/>
                  <a:pt x="8836798" y="5165925"/>
                </a:cubicBezTo>
                <a:cubicBezTo>
                  <a:pt x="8842705" y="5167698"/>
                  <a:pt x="8845658" y="5171196"/>
                  <a:pt x="8845658" y="5176420"/>
                </a:cubicBezTo>
                <a:cubicBezTo>
                  <a:pt x="8845658" y="5179548"/>
                  <a:pt x="8844572" y="5182255"/>
                  <a:pt x="8842398" y="5184541"/>
                </a:cubicBezTo>
                <a:cubicBezTo>
                  <a:pt x="8840226" y="5186827"/>
                  <a:pt x="8837384" y="5188336"/>
                  <a:pt x="8833874" y="5189068"/>
                </a:cubicBezTo>
                <a:cubicBezTo>
                  <a:pt x="8827648" y="5190365"/>
                  <a:pt x="8818508" y="5191013"/>
                  <a:pt x="8806452" y="5191013"/>
                </a:cubicBezTo>
                <a:cubicBezTo>
                  <a:pt x="8794907" y="5191013"/>
                  <a:pt x="8786108" y="5189994"/>
                  <a:pt x="8780053" y="5187954"/>
                </a:cubicBezTo>
                <a:cubicBezTo>
                  <a:pt x="8773942" y="5185867"/>
                  <a:pt x="8770888" y="5182150"/>
                  <a:pt x="8770888" y="5176803"/>
                </a:cubicBezTo>
                <a:cubicBezTo>
                  <a:pt x="8770888" y="5172800"/>
                  <a:pt x="8773194" y="5169222"/>
                  <a:pt x="8777808" y="5166068"/>
                </a:cubicBezTo>
                <a:cubicBezTo>
                  <a:pt x="8779231" y="5165137"/>
                  <a:pt x="8780217" y="5164286"/>
                  <a:pt x="8780766" y="5163513"/>
                </a:cubicBezTo>
                <a:cubicBezTo>
                  <a:pt x="8781314" y="5162740"/>
                  <a:pt x="8781711" y="5161521"/>
                  <a:pt x="8781958" y="5159856"/>
                </a:cubicBezTo>
                <a:cubicBezTo>
                  <a:pt x="8782940" y="5154265"/>
                  <a:pt x="8783432" y="5143731"/>
                  <a:pt x="8783432" y="5128252"/>
                </a:cubicBezTo>
                <a:cubicBezTo>
                  <a:pt x="8783432" y="5125712"/>
                  <a:pt x="8783203" y="5123996"/>
                  <a:pt x="8782746" y="5123106"/>
                </a:cubicBezTo>
                <a:cubicBezTo>
                  <a:pt x="8782290" y="5122215"/>
                  <a:pt x="8781329" y="5121477"/>
                  <a:pt x="8779866" y="5120891"/>
                </a:cubicBezTo>
                <a:cubicBezTo>
                  <a:pt x="8774518" y="5118782"/>
                  <a:pt x="8771846" y="5115585"/>
                  <a:pt x="8771846" y="5111302"/>
                </a:cubicBezTo>
                <a:cubicBezTo>
                  <a:pt x="8771846" y="5107566"/>
                  <a:pt x="8773592" y="5104469"/>
                  <a:pt x="8777086" y="5102009"/>
                </a:cubicBezTo>
                <a:cubicBezTo>
                  <a:pt x="8780580" y="5099548"/>
                  <a:pt x="8786090" y="5097206"/>
                  <a:pt x="8793615" y="5094981"/>
                </a:cubicBezTo>
                <a:cubicBezTo>
                  <a:pt x="8803574" y="5092005"/>
                  <a:pt x="8812814" y="5090474"/>
                  <a:pt x="8821336" y="5090387"/>
                </a:cubicBezTo>
                <a:close/>
                <a:moveTo>
                  <a:pt x="8068068" y="5090387"/>
                </a:moveTo>
                <a:cubicBezTo>
                  <a:pt x="8076542" y="5090387"/>
                  <a:pt x="8084121" y="5093077"/>
                  <a:pt x="8090803" y="5098456"/>
                </a:cubicBezTo>
                <a:cubicBezTo>
                  <a:pt x="8094586" y="5100793"/>
                  <a:pt x="8097328" y="5104119"/>
                  <a:pt x="8099028" y="5108433"/>
                </a:cubicBezTo>
                <a:cubicBezTo>
                  <a:pt x="8100727" y="5112748"/>
                  <a:pt x="8101771" y="5118894"/>
                  <a:pt x="8102160" y="5126871"/>
                </a:cubicBezTo>
                <a:lnTo>
                  <a:pt x="8103500" y="5160567"/>
                </a:lnTo>
                <a:cubicBezTo>
                  <a:pt x="8103617" y="5162916"/>
                  <a:pt x="8103964" y="5164613"/>
                  <a:pt x="8104542" y="5165658"/>
                </a:cubicBezTo>
                <a:cubicBezTo>
                  <a:pt x="8105119" y="5166703"/>
                  <a:pt x="8106954" y="5168863"/>
                  <a:pt x="8110048" y="5172139"/>
                </a:cubicBezTo>
                <a:cubicBezTo>
                  <a:pt x="8111391" y="5173570"/>
                  <a:pt x="8112063" y="5175444"/>
                  <a:pt x="8112063" y="5177760"/>
                </a:cubicBezTo>
                <a:cubicBezTo>
                  <a:pt x="8112063" y="5182905"/>
                  <a:pt x="8109259" y="5186401"/>
                  <a:pt x="8103653" y="5188246"/>
                </a:cubicBezTo>
                <a:cubicBezTo>
                  <a:pt x="8098046" y="5190091"/>
                  <a:pt x="8088643" y="5191013"/>
                  <a:pt x="8075442" y="5191013"/>
                </a:cubicBezTo>
                <a:cubicBezTo>
                  <a:pt x="8066363" y="5191013"/>
                  <a:pt x="8059885" y="5190196"/>
                  <a:pt x="8056006" y="5188563"/>
                </a:cubicBezTo>
                <a:cubicBezTo>
                  <a:pt x="8051444" y="5186631"/>
                  <a:pt x="8049165" y="5183445"/>
                  <a:pt x="8049165" y="5179005"/>
                </a:cubicBezTo>
                <a:cubicBezTo>
                  <a:pt x="8049165" y="5177326"/>
                  <a:pt x="8049416" y="5176088"/>
                  <a:pt x="8049919" y="5175292"/>
                </a:cubicBezTo>
                <a:cubicBezTo>
                  <a:pt x="8050423" y="5174495"/>
                  <a:pt x="8051784" y="5172890"/>
                  <a:pt x="8054002" y="5170476"/>
                </a:cubicBezTo>
                <a:cubicBezTo>
                  <a:pt x="8056268" y="5168097"/>
                  <a:pt x="8057400" y="5159576"/>
                  <a:pt x="8057400" y="5144914"/>
                </a:cubicBezTo>
                <a:cubicBezTo>
                  <a:pt x="8057400" y="5136422"/>
                  <a:pt x="8056855" y="5130561"/>
                  <a:pt x="8055764" y="5127332"/>
                </a:cubicBezTo>
                <a:cubicBezTo>
                  <a:pt x="8053623" y="5123948"/>
                  <a:pt x="8050733" y="5122256"/>
                  <a:pt x="8047096" y="5122256"/>
                </a:cubicBezTo>
                <a:cubicBezTo>
                  <a:pt x="8043628" y="5122256"/>
                  <a:pt x="8041236" y="5123389"/>
                  <a:pt x="8039918" y="5125653"/>
                </a:cubicBezTo>
                <a:cubicBezTo>
                  <a:pt x="8038602" y="5127918"/>
                  <a:pt x="8037943" y="5132487"/>
                  <a:pt x="8037943" y="5139361"/>
                </a:cubicBezTo>
                <a:lnTo>
                  <a:pt x="8037943" y="5158320"/>
                </a:lnTo>
                <a:cubicBezTo>
                  <a:pt x="8037943" y="5161930"/>
                  <a:pt x="8038147" y="5164333"/>
                  <a:pt x="8038555" y="5165530"/>
                </a:cubicBezTo>
                <a:cubicBezTo>
                  <a:pt x="8038963" y="5166727"/>
                  <a:pt x="8040438" y="5169232"/>
                  <a:pt x="8042980" y="5173046"/>
                </a:cubicBezTo>
                <a:cubicBezTo>
                  <a:pt x="8043963" y="5174654"/>
                  <a:pt x="8044455" y="5176353"/>
                  <a:pt x="8044455" y="5178143"/>
                </a:cubicBezTo>
                <a:cubicBezTo>
                  <a:pt x="8044455" y="5182830"/>
                  <a:pt x="8041557" y="5186163"/>
                  <a:pt x="8035763" y="5188141"/>
                </a:cubicBezTo>
                <a:cubicBezTo>
                  <a:pt x="8029967" y="5190120"/>
                  <a:pt x="8021392" y="5191110"/>
                  <a:pt x="8010038" y="5191110"/>
                </a:cubicBezTo>
                <a:cubicBezTo>
                  <a:pt x="7990986" y="5191110"/>
                  <a:pt x="7981461" y="5186787"/>
                  <a:pt x="7981461" y="5178143"/>
                </a:cubicBezTo>
                <a:cubicBezTo>
                  <a:pt x="7981461" y="5176207"/>
                  <a:pt x="7981817" y="5174716"/>
                  <a:pt x="7982529" y="5173670"/>
                </a:cubicBezTo>
                <a:cubicBezTo>
                  <a:pt x="7983241" y="5172624"/>
                  <a:pt x="7984713" y="5171298"/>
                  <a:pt x="7986948" y="5169691"/>
                </a:cubicBezTo>
                <a:cubicBezTo>
                  <a:pt x="7988239" y="5168747"/>
                  <a:pt x="7989072" y="5167624"/>
                  <a:pt x="7989444" y="5166323"/>
                </a:cubicBezTo>
                <a:cubicBezTo>
                  <a:pt x="7989816" y="5165022"/>
                  <a:pt x="7990187" y="5161398"/>
                  <a:pt x="7990558" y="5155451"/>
                </a:cubicBezTo>
                <a:cubicBezTo>
                  <a:pt x="7991006" y="5148169"/>
                  <a:pt x="7991231" y="5140571"/>
                  <a:pt x="7991231" y="5132657"/>
                </a:cubicBezTo>
                <a:cubicBezTo>
                  <a:pt x="7991231" y="5128591"/>
                  <a:pt x="7990965" y="5126016"/>
                  <a:pt x="7990435" y="5124931"/>
                </a:cubicBezTo>
                <a:cubicBezTo>
                  <a:pt x="7989905" y="5123846"/>
                  <a:pt x="7987903" y="5121946"/>
                  <a:pt x="7984430" y="5119232"/>
                </a:cubicBezTo>
                <a:cubicBezTo>
                  <a:pt x="7981685" y="5118078"/>
                  <a:pt x="7980313" y="5115882"/>
                  <a:pt x="7980313" y="5112642"/>
                </a:cubicBezTo>
                <a:cubicBezTo>
                  <a:pt x="7980313" y="5109436"/>
                  <a:pt x="7981607" y="5106890"/>
                  <a:pt x="7984196" y="5105004"/>
                </a:cubicBezTo>
                <a:cubicBezTo>
                  <a:pt x="7986785" y="5103118"/>
                  <a:pt x="7991632" y="5100904"/>
                  <a:pt x="7998735" y="5098363"/>
                </a:cubicBezTo>
                <a:cubicBezTo>
                  <a:pt x="8004797" y="5096216"/>
                  <a:pt x="8010768" y="5094366"/>
                  <a:pt x="8016650" y="5092813"/>
                </a:cubicBezTo>
                <a:cubicBezTo>
                  <a:pt x="8022531" y="5091260"/>
                  <a:pt x="8026584" y="5090484"/>
                  <a:pt x="8028806" y="5090484"/>
                </a:cubicBezTo>
                <a:cubicBezTo>
                  <a:pt x="8031307" y="5090484"/>
                  <a:pt x="8033406" y="5091396"/>
                  <a:pt x="8035106" y="5093221"/>
                </a:cubicBezTo>
                <a:cubicBezTo>
                  <a:pt x="8036806" y="5095045"/>
                  <a:pt x="8037656" y="5097146"/>
                  <a:pt x="8037656" y="5099524"/>
                </a:cubicBezTo>
                <a:cubicBezTo>
                  <a:pt x="8037656" y="5099308"/>
                  <a:pt x="8037609" y="5100219"/>
                  <a:pt x="8037516" y="5102257"/>
                </a:cubicBezTo>
                <a:cubicBezTo>
                  <a:pt x="8037481" y="5102533"/>
                  <a:pt x="8037464" y="5102867"/>
                  <a:pt x="8037464" y="5103258"/>
                </a:cubicBezTo>
                <a:cubicBezTo>
                  <a:pt x="8037464" y="5105020"/>
                  <a:pt x="8038057" y="5105901"/>
                  <a:pt x="8039243" y="5105901"/>
                </a:cubicBezTo>
                <a:cubicBezTo>
                  <a:pt x="8040087" y="5105901"/>
                  <a:pt x="8041464" y="5104688"/>
                  <a:pt x="8043371" y="5102262"/>
                </a:cubicBezTo>
                <a:cubicBezTo>
                  <a:pt x="8048682" y="5094346"/>
                  <a:pt x="8056914" y="5090387"/>
                  <a:pt x="8068068" y="5090387"/>
                </a:cubicBezTo>
                <a:close/>
                <a:moveTo>
                  <a:pt x="7515618" y="5090387"/>
                </a:moveTo>
                <a:cubicBezTo>
                  <a:pt x="7524092" y="5090387"/>
                  <a:pt x="7531671" y="5093077"/>
                  <a:pt x="7538353" y="5098456"/>
                </a:cubicBezTo>
                <a:cubicBezTo>
                  <a:pt x="7542136" y="5100793"/>
                  <a:pt x="7544878" y="5104119"/>
                  <a:pt x="7546577" y="5108433"/>
                </a:cubicBezTo>
                <a:cubicBezTo>
                  <a:pt x="7548277" y="5112748"/>
                  <a:pt x="7549321" y="5118894"/>
                  <a:pt x="7549710" y="5126871"/>
                </a:cubicBezTo>
                <a:lnTo>
                  <a:pt x="7551050" y="5160567"/>
                </a:lnTo>
                <a:cubicBezTo>
                  <a:pt x="7551167" y="5162916"/>
                  <a:pt x="7551514" y="5164613"/>
                  <a:pt x="7552091" y="5165658"/>
                </a:cubicBezTo>
                <a:cubicBezTo>
                  <a:pt x="7552669" y="5166703"/>
                  <a:pt x="7554505" y="5168863"/>
                  <a:pt x="7557598" y="5172139"/>
                </a:cubicBezTo>
                <a:cubicBezTo>
                  <a:pt x="7558941" y="5173570"/>
                  <a:pt x="7559613" y="5175444"/>
                  <a:pt x="7559613" y="5177760"/>
                </a:cubicBezTo>
                <a:cubicBezTo>
                  <a:pt x="7559613" y="5182905"/>
                  <a:pt x="7556809" y="5186401"/>
                  <a:pt x="7551202" y="5188246"/>
                </a:cubicBezTo>
                <a:cubicBezTo>
                  <a:pt x="7545596" y="5190091"/>
                  <a:pt x="7536192" y="5191013"/>
                  <a:pt x="7522992" y="5191013"/>
                </a:cubicBezTo>
                <a:cubicBezTo>
                  <a:pt x="7513913" y="5191013"/>
                  <a:pt x="7507435" y="5190196"/>
                  <a:pt x="7503556" y="5188563"/>
                </a:cubicBezTo>
                <a:cubicBezTo>
                  <a:pt x="7498994" y="5186631"/>
                  <a:pt x="7496714" y="5183445"/>
                  <a:pt x="7496714" y="5179005"/>
                </a:cubicBezTo>
                <a:cubicBezTo>
                  <a:pt x="7496714" y="5177326"/>
                  <a:pt x="7496966" y="5176088"/>
                  <a:pt x="7497469" y="5175292"/>
                </a:cubicBezTo>
                <a:cubicBezTo>
                  <a:pt x="7497973" y="5174495"/>
                  <a:pt x="7499334" y="5172890"/>
                  <a:pt x="7501552" y="5170476"/>
                </a:cubicBezTo>
                <a:cubicBezTo>
                  <a:pt x="7503818" y="5168097"/>
                  <a:pt x="7504950" y="5159576"/>
                  <a:pt x="7504950" y="5144914"/>
                </a:cubicBezTo>
                <a:cubicBezTo>
                  <a:pt x="7504950" y="5136422"/>
                  <a:pt x="7504406" y="5130561"/>
                  <a:pt x="7503314" y="5127332"/>
                </a:cubicBezTo>
                <a:cubicBezTo>
                  <a:pt x="7501173" y="5123948"/>
                  <a:pt x="7498283" y="5122256"/>
                  <a:pt x="7494646" y="5122256"/>
                </a:cubicBezTo>
                <a:cubicBezTo>
                  <a:pt x="7491178" y="5122256"/>
                  <a:pt x="7488785" y="5123389"/>
                  <a:pt x="7487469" y="5125653"/>
                </a:cubicBezTo>
                <a:cubicBezTo>
                  <a:pt x="7486151" y="5127918"/>
                  <a:pt x="7485493" y="5132487"/>
                  <a:pt x="7485493" y="5139361"/>
                </a:cubicBezTo>
                <a:lnTo>
                  <a:pt x="7485493" y="5158320"/>
                </a:lnTo>
                <a:cubicBezTo>
                  <a:pt x="7485493" y="5161930"/>
                  <a:pt x="7485697" y="5164333"/>
                  <a:pt x="7486105" y="5165530"/>
                </a:cubicBezTo>
                <a:cubicBezTo>
                  <a:pt x="7486513" y="5166727"/>
                  <a:pt x="7487988" y="5169232"/>
                  <a:pt x="7490530" y="5173046"/>
                </a:cubicBezTo>
                <a:cubicBezTo>
                  <a:pt x="7491513" y="5174654"/>
                  <a:pt x="7492005" y="5176353"/>
                  <a:pt x="7492005" y="5178143"/>
                </a:cubicBezTo>
                <a:cubicBezTo>
                  <a:pt x="7492005" y="5182830"/>
                  <a:pt x="7489107" y="5186163"/>
                  <a:pt x="7483312" y="5188141"/>
                </a:cubicBezTo>
                <a:cubicBezTo>
                  <a:pt x="7477518" y="5190120"/>
                  <a:pt x="7468943" y="5191110"/>
                  <a:pt x="7457587" y="5191110"/>
                </a:cubicBezTo>
                <a:cubicBezTo>
                  <a:pt x="7438537" y="5191110"/>
                  <a:pt x="7429011" y="5186787"/>
                  <a:pt x="7429011" y="5178143"/>
                </a:cubicBezTo>
                <a:cubicBezTo>
                  <a:pt x="7429011" y="5176207"/>
                  <a:pt x="7429367" y="5174716"/>
                  <a:pt x="7430079" y="5173670"/>
                </a:cubicBezTo>
                <a:cubicBezTo>
                  <a:pt x="7430791" y="5172624"/>
                  <a:pt x="7432263" y="5171298"/>
                  <a:pt x="7434498" y="5169691"/>
                </a:cubicBezTo>
                <a:cubicBezTo>
                  <a:pt x="7435790" y="5168747"/>
                  <a:pt x="7436622" y="5167624"/>
                  <a:pt x="7436994" y="5166323"/>
                </a:cubicBezTo>
                <a:cubicBezTo>
                  <a:pt x="7437366" y="5165022"/>
                  <a:pt x="7437737" y="5161398"/>
                  <a:pt x="7438108" y="5155451"/>
                </a:cubicBezTo>
                <a:cubicBezTo>
                  <a:pt x="7438556" y="5148169"/>
                  <a:pt x="7438780" y="5140571"/>
                  <a:pt x="7438780" y="5132657"/>
                </a:cubicBezTo>
                <a:cubicBezTo>
                  <a:pt x="7438780" y="5128591"/>
                  <a:pt x="7438515" y="5126016"/>
                  <a:pt x="7437985" y="5124931"/>
                </a:cubicBezTo>
                <a:cubicBezTo>
                  <a:pt x="7437455" y="5123846"/>
                  <a:pt x="7435453" y="5121946"/>
                  <a:pt x="7431980" y="5119232"/>
                </a:cubicBezTo>
                <a:cubicBezTo>
                  <a:pt x="7429235" y="5118078"/>
                  <a:pt x="7427863" y="5115882"/>
                  <a:pt x="7427863" y="5112642"/>
                </a:cubicBezTo>
                <a:cubicBezTo>
                  <a:pt x="7427863" y="5109436"/>
                  <a:pt x="7429157" y="5106890"/>
                  <a:pt x="7431746" y="5105004"/>
                </a:cubicBezTo>
                <a:cubicBezTo>
                  <a:pt x="7434335" y="5103118"/>
                  <a:pt x="7439182" y="5100904"/>
                  <a:pt x="7446285" y="5098363"/>
                </a:cubicBezTo>
                <a:cubicBezTo>
                  <a:pt x="7452347" y="5096216"/>
                  <a:pt x="7458318" y="5094366"/>
                  <a:pt x="7464199" y="5092813"/>
                </a:cubicBezTo>
                <a:cubicBezTo>
                  <a:pt x="7470081" y="5091260"/>
                  <a:pt x="7474134" y="5090484"/>
                  <a:pt x="7476356" y="5090484"/>
                </a:cubicBezTo>
                <a:cubicBezTo>
                  <a:pt x="7478856" y="5090484"/>
                  <a:pt x="7480956" y="5091396"/>
                  <a:pt x="7482656" y="5093221"/>
                </a:cubicBezTo>
                <a:cubicBezTo>
                  <a:pt x="7484356" y="5095045"/>
                  <a:pt x="7485206" y="5097146"/>
                  <a:pt x="7485206" y="5099524"/>
                </a:cubicBezTo>
                <a:cubicBezTo>
                  <a:pt x="7485206" y="5099308"/>
                  <a:pt x="7485159" y="5100219"/>
                  <a:pt x="7485066" y="5102257"/>
                </a:cubicBezTo>
                <a:cubicBezTo>
                  <a:pt x="7485031" y="5102533"/>
                  <a:pt x="7485014" y="5102867"/>
                  <a:pt x="7485014" y="5103258"/>
                </a:cubicBezTo>
                <a:cubicBezTo>
                  <a:pt x="7485014" y="5105020"/>
                  <a:pt x="7485607" y="5105901"/>
                  <a:pt x="7486793" y="5105901"/>
                </a:cubicBezTo>
                <a:cubicBezTo>
                  <a:pt x="7487637" y="5105901"/>
                  <a:pt x="7489014" y="5104688"/>
                  <a:pt x="7490921" y="5102262"/>
                </a:cubicBezTo>
                <a:cubicBezTo>
                  <a:pt x="7496232" y="5094346"/>
                  <a:pt x="7504464" y="5090387"/>
                  <a:pt x="7515618" y="5090387"/>
                </a:cubicBezTo>
                <a:close/>
                <a:moveTo>
                  <a:pt x="7049686" y="5090387"/>
                </a:moveTo>
                <a:cubicBezTo>
                  <a:pt x="7052366" y="5090387"/>
                  <a:pt x="7054235" y="5091078"/>
                  <a:pt x="7055293" y="5092459"/>
                </a:cubicBezTo>
                <a:cubicBezTo>
                  <a:pt x="7056351" y="5093840"/>
                  <a:pt x="7057185" y="5097273"/>
                  <a:pt x="7057794" y="5102758"/>
                </a:cubicBezTo>
                <a:cubicBezTo>
                  <a:pt x="7057982" y="5104407"/>
                  <a:pt x="7058298" y="5105232"/>
                  <a:pt x="7058744" y="5105232"/>
                </a:cubicBezTo>
                <a:cubicBezTo>
                  <a:pt x="7059293" y="5105232"/>
                  <a:pt x="7059854" y="5104818"/>
                  <a:pt x="7060428" y="5103991"/>
                </a:cubicBezTo>
                <a:cubicBezTo>
                  <a:pt x="7066129" y="5094986"/>
                  <a:pt x="7073452" y="5090484"/>
                  <a:pt x="7082396" y="5090484"/>
                </a:cubicBezTo>
                <a:cubicBezTo>
                  <a:pt x="7088767" y="5090484"/>
                  <a:pt x="7094207" y="5093159"/>
                  <a:pt x="7098716" y="5098511"/>
                </a:cubicBezTo>
                <a:cubicBezTo>
                  <a:pt x="7100303" y="5099376"/>
                  <a:pt x="7101721" y="5101387"/>
                  <a:pt x="7102970" y="5104544"/>
                </a:cubicBezTo>
                <a:cubicBezTo>
                  <a:pt x="7104220" y="5107701"/>
                  <a:pt x="7104845" y="5110720"/>
                  <a:pt x="7104845" y="5113601"/>
                </a:cubicBezTo>
                <a:cubicBezTo>
                  <a:pt x="7104845" y="5116842"/>
                  <a:pt x="7104081" y="5120180"/>
                  <a:pt x="7102554" y="5123615"/>
                </a:cubicBezTo>
                <a:cubicBezTo>
                  <a:pt x="7101027" y="5127049"/>
                  <a:pt x="7099042" y="5129884"/>
                  <a:pt x="7096599" y="5132118"/>
                </a:cubicBezTo>
                <a:cubicBezTo>
                  <a:pt x="7092178" y="5136333"/>
                  <a:pt x="7086709" y="5138440"/>
                  <a:pt x="7080194" y="5138440"/>
                </a:cubicBezTo>
                <a:cubicBezTo>
                  <a:pt x="7076600" y="5138440"/>
                  <a:pt x="7073593" y="5137808"/>
                  <a:pt x="7071171" y="5136544"/>
                </a:cubicBezTo>
                <a:cubicBezTo>
                  <a:pt x="7068749" y="5135280"/>
                  <a:pt x="7065488" y="5132266"/>
                  <a:pt x="7061387" y="5127502"/>
                </a:cubicBezTo>
                <a:cubicBezTo>
                  <a:pt x="7060778" y="5127644"/>
                  <a:pt x="7060184" y="5127715"/>
                  <a:pt x="7059605" y="5127715"/>
                </a:cubicBezTo>
                <a:cubicBezTo>
                  <a:pt x="7058863" y="5127715"/>
                  <a:pt x="7058301" y="5128422"/>
                  <a:pt x="7057919" y="5129836"/>
                </a:cubicBezTo>
                <a:cubicBezTo>
                  <a:pt x="7057538" y="5131251"/>
                  <a:pt x="7057347" y="5135127"/>
                  <a:pt x="7057347" y="5141467"/>
                </a:cubicBezTo>
                <a:cubicBezTo>
                  <a:pt x="7057347" y="5151076"/>
                  <a:pt x="7057648" y="5157388"/>
                  <a:pt x="7058250" y="5160402"/>
                </a:cubicBezTo>
                <a:cubicBezTo>
                  <a:pt x="7058665" y="5162180"/>
                  <a:pt x="7059144" y="5163319"/>
                  <a:pt x="7059686" y="5163817"/>
                </a:cubicBezTo>
                <a:cubicBezTo>
                  <a:pt x="7060227" y="5164316"/>
                  <a:pt x="7062049" y="5165018"/>
                  <a:pt x="7065148" y="5165925"/>
                </a:cubicBezTo>
                <a:cubicBezTo>
                  <a:pt x="7071055" y="5167698"/>
                  <a:pt x="7074009" y="5171196"/>
                  <a:pt x="7074009" y="5176420"/>
                </a:cubicBezTo>
                <a:cubicBezTo>
                  <a:pt x="7074009" y="5179548"/>
                  <a:pt x="7072922" y="5182255"/>
                  <a:pt x="7070749" y="5184541"/>
                </a:cubicBezTo>
                <a:cubicBezTo>
                  <a:pt x="7068576" y="5186827"/>
                  <a:pt x="7065734" y="5188336"/>
                  <a:pt x="7062224" y="5189068"/>
                </a:cubicBezTo>
                <a:cubicBezTo>
                  <a:pt x="7055999" y="5190365"/>
                  <a:pt x="7046859" y="5191013"/>
                  <a:pt x="7034803" y="5191013"/>
                </a:cubicBezTo>
                <a:cubicBezTo>
                  <a:pt x="7023257" y="5191013"/>
                  <a:pt x="7014458" y="5189994"/>
                  <a:pt x="7008403" y="5187954"/>
                </a:cubicBezTo>
                <a:cubicBezTo>
                  <a:pt x="7002293" y="5185867"/>
                  <a:pt x="6999238" y="5182150"/>
                  <a:pt x="6999238" y="5176803"/>
                </a:cubicBezTo>
                <a:cubicBezTo>
                  <a:pt x="6999238" y="5172800"/>
                  <a:pt x="7001544" y="5169222"/>
                  <a:pt x="7006158" y="5166068"/>
                </a:cubicBezTo>
                <a:cubicBezTo>
                  <a:pt x="7007581" y="5165137"/>
                  <a:pt x="7008567" y="5164286"/>
                  <a:pt x="7009115" y="5163513"/>
                </a:cubicBezTo>
                <a:cubicBezTo>
                  <a:pt x="7009664" y="5162740"/>
                  <a:pt x="7010061" y="5161521"/>
                  <a:pt x="7010307" y="5159856"/>
                </a:cubicBezTo>
                <a:cubicBezTo>
                  <a:pt x="7011290" y="5154265"/>
                  <a:pt x="7011782" y="5143731"/>
                  <a:pt x="7011782" y="5128252"/>
                </a:cubicBezTo>
                <a:cubicBezTo>
                  <a:pt x="7011782" y="5125712"/>
                  <a:pt x="7011553" y="5123996"/>
                  <a:pt x="7011097" y="5123106"/>
                </a:cubicBezTo>
                <a:cubicBezTo>
                  <a:pt x="7010640" y="5122215"/>
                  <a:pt x="7009679" y="5121477"/>
                  <a:pt x="7008216" y="5120891"/>
                </a:cubicBezTo>
                <a:cubicBezTo>
                  <a:pt x="7002869" y="5118782"/>
                  <a:pt x="7000196" y="5115585"/>
                  <a:pt x="7000196" y="5111302"/>
                </a:cubicBezTo>
                <a:cubicBezTo>
                  <a:pt x="7000196" y="5107566"/>
                  <a:pt x="7001943" y="5104469"/>
                  <a:pt x="7005436" y="5102009"/>
                </a:cubicBezTo>
                <a:cubicBezTo>
                  <a:pt x="7008930" y="5099548"/>
                  <a:pt x="7014440" y="5097206"/>
                  <a:pt x="7021965" y="5094981"/>
                </a:cubicBezTo>
                <a:cubicBezTo>
                  <a:pt x="7031925" y="5092005"/>
                  <a:pt x="7041165" y="5090474"/>
                  <a:pt x="7049686" y="5090387"/>
                </a:cubicBezTo>
                <a:close/>
                <a:moveTo>
                  <a:pt x="6087661" y="5090387"/>
                </a:moveTo>
                <a:cubicBezTo>
                  <a:pt x="6090341" y="5090387"/>
                  <a:pt x="6092211" y="5091078"/>
                  <a:pt x="6093268" y="5092459"/>
                </a:cubicBezTo>
                <a:cubicBezTo>
                  <a:pt x="6094326" y="5093840"/>
                  <a:pt x="6095160" y="5097273"/>
                  <a:pt x="6095769" y="5102758"/>
                </a:cubicBezTo>
                <a:cubicBezTo>
                  <a:pt x="6095957" y="5104407"/>
                  <a:pt x="6096273" y="5105232"/>
                  <a:pt x="6096719" y="5105232"/>
                </a:cubicBezTo>
                <a:cubicBezTo>
                  <a:pt x="6097269" y="5105232"/>
                  <a:pt x="6097830" y="5104818"/>
                  <a:pt x="6098403" y="5103991"/>
                </a:cubicBezTo>
                <a:cubicBezTo>
                  <a:pt x="6104105" y="5094986"/>
                  <a:pt x="6111427" y="5090484"/>
                  <a:pt x="6120371" y="5090484"/>
                </a:cubicBezTo>
                <a:cubicBezTo>
                  <a:pt x="6126742" y="5090484"/>
                  <a:pt x="6132182" y="5093159"/>
                  <a:pt x="6136691" y="5098511"/>
                </a:cubicBezTo>
                <a:lnTo>
                  <a:pt x="6140941" y="5104538"/>
                </a:lnTo>
                <a:lnTo>
                  <a:pt x="6145311" y="5097490"/>
                </a:lnTo>
                <a:cubicBezTo>
                  <a:pt x="6148803" y="5095233"/>
                  <a:pt x="6154042" y="5093536"/>
                  <a:pt x="6161027" y="5092399"/>
                </a:cubicBezTo>
                <a:cubicBezTo>
                  <a:pt x="6167061" y="5091058"/>
                  <a:pt x="6174964" y="5090387"/>
                  <a:pt x="6184736" y="5090387"/>
                </a:cubicBezTo>
                <a:cubicBezTo>
                  <a:pt x="6191725" y="5090387"/>
                  <a:pt x="6197280" y="5091131"/>
                  <a:pt x="6201400" y="5092617"/>
                </a:cubicBezTo>
                <a:cubicBezTo>
                  <a:pt x="6207553" y="5094793"/>
                  <a:pt x="6210630" y="5098564"/>
                  <a:pt x="6210630" y="5103928"/>
                </a:cubicBezTo>
                <a:cubicBezTo>
                  <a:pt x="6210630" y="5105910"/>
                  <a:pt x="6209896" y="5107845"/>
                  <a:pt x="6208428" y="5109732"/>
                </a:cubicBezTo>
                <a:cubicBezTo>
                  <a:pt x="6207024" y="5112053"/>
                  <a:pt x="6206322" y="5113821"/>
                  <a:pt x="6206322" y="5115037"/>
                </a:cubicBezTo>
                <a:cubicBezTo>
                  <a:pt x="6206322" y="5116365"/>
                  <a:pt x="6206620" y="5117768"/>
                  <a:pt x="6207216" y="5119245"/>
                </a:cubicBezTo>
                <a:cubicBezTo>
                  <a:pt x="6207813" y="5120723"/>
                  <a:pt x="6209185" y="5123420"/>
                  <a:pt x="6211332" y="5127337"/>
                </a:cubicBezTo>
                <a:cubicBezTo>
                  <a:pt x="6213382" y="5131113"/>
                  <a:pt x="6214923" y="5133001"/>
                  <a:pt x="6215953" y="5133001"/>
                </a:cubicBezTo>
                <a:cubicBezTo>
                  <a:pt x="6217143" y="5133001"/>
                  <a:pt x="6218664" y="5131278"/>
                  <a:pt x="6220514" y="5127830"/>
                </a:cubicBezTo>
                <a:cubicBezTo>
                  <a:pt x="6222364" y="5124383"/>
                  <a:pt x="6223289" y="5121012"/>
                  <a:pt x="6223289" y="5117718"/>
                </a:cubicBezTo>
                <a:cubicBezTo>
                  <a:pt x="6223289" y="5115282"/>
                  <a:pt x="6222643" y="5113316"/>
                  <a:pt x="6221353" y="5111818"/>
                </a:cubicBezTo>
                <a:cubicBezTo>
                  <a:pt x="6218622" y="5108584"/>
                  <a:pt x="6217256" y="5105699"/>
                  <a:pt x="6217256" y="5103162"/>
                </a:cubicBezTo>
                <a:cubicBezTo>
                  <a:pt x="6217256" y="5099064"/>
                  <a:pt x="6219683" y="5095927"/>
                  <a:pt x="6224537" y="5093749"/>
                </a:cubicBezTo>
                <a:cubicBezTo>
                  <a:pt x="6229391" y="5091572"/>
                  <a:pt x="6235595" y="5090484"/>
                  <a:pt x="6243149" y="5090484"/>
                </a:cubicBezTo>
                <a:cubicBezTo>
                  <a:pt x="6258051" y="5090484"/>
                  <a:pt x="6265502" y="5094391"/>
                  <a:pt x="6265502" y="5102205"/>
                </a:cubicBezTo>
                <a:cubicBezTo>
                  <a:pt x="6265502" y="5105079"/>
                  <a:pt x="6264670" y="5107387"/>
                  <a:pt x="6263005" y="5109129"/>
                </a:cubicBezTo>
                <a:cubicBezTo>
                  <a:pt x="6261340" y="5110871"/>
                  <a:pt x="6258260" y="5112470"/>
                  <a:pt x="6253762" y="5113926"/>
                </a:cubicBezTo>
                <a:cubicBezTo>
                  <a:pt x="6251691" y="5114826"/>
                  <a:pt x="6249869" y="5116456"/>
                  <a:pt x="6248295" y="5118817"/>
                </a:cubicBezTo>
                <a:cubicBezTo>
                  <a:pt x="6245604" y="5122915"/>
                  <a:pt x="6242255" y="5130254"/>
                  <a:pt x="6238249" y="5140835"/>
                </a:cubicBezTo>
                <a:lnTo>
                  <a:pt x="6226206" y="5174314"/>
                </a:lnTo>
                <a:cubicBezTo>
                  <a:pt x="6223041" y="5183038"/>
                  <a:pt x="6219841" y="5190192"/>
                  <a:pt x="6216607" y="5195778"/>
                </a:cubicBezTo>
                <a:cubicBezTo>
                  <a:pt x="6213373" y="5201363"/>
                  <a:pt x="6209667" y="5206146"/>
                  <a:pt x="6205489" y="5210126"/>
                </a:cubicBezTo>
                <a:cubicBezTo>
                  <a:pt x="6196827" y="5218388"/>
                  <a:pt x="6186366" y="5222519"/>
                  <a:pt x="6174105" y="5222519"/>
                </a:cubicBezTo>
                <a:cubicBezTo>
                  <a:pt x="6164163" y="5222519"/>
                  <a:pt x="6156075" y="5219877"/>
                  <a:pt x="6149841" y="5214591"/>
                </a:cubicBezTo>
                <a:cubicBezTo>
                  <a:pt x="6144861" y="5210382"/>
                  <a:pt x="6142371" y="5205000"/>
                  <a:pt x="6142371" y="5198444"/>
                </a:cubicBezTo>
                <a:cubicBezTo>
                  <a:pt x="6142371" y="5193021"/>
                  <a:pt x="6144137" y="5188435"/>
                  <a:pt x="6147672" y="5184686"/>
                </a:cubicBezTo>
                <a:cubicBezTo>
                  <a:pt x="6151206" y="5180937"/>
                  <a:pt x="6155549" y="5179063"/>
                  <a:pt x="6160699" y="5179063"/>
                </a:cubicBezTo>
                <a:cubicBezTo>
                  <a:pt x="6165908" y="5179063"/>
                  <a:pt x="6170140" y="5180838"/>
                  <a:pt x="6173396" y="5184389"/>
                </a:cubicBezTo>
                <a:cubicBezTo>
                  <a:pt x="6174854" y="5185916"/>
                  <a:pt x="6175839" y="5187303"/>
                  <a:pt x="6176352" y="5188550"/>
                </a:cubicBezTo>
                <a:cubicBezTo>
                  <a:pt x="6176866" y="5189796"/>
                  <a:pt x="6177577" y="5192303"/>
                  <a:pt x="6178487" y="5196071"/>
                </a:cubicBezTo>
                <a:cubicBezTo>
                  <a:pt x="6178939" y="5197883"/>
                  <a:pt x="6179873" y="5198789"/>
                  <a:pt x="6181288" y="5198789"/>
                </a:cubicBezTo>
                <a:cubicBezTo>
                  <a:pt x="6182625" y="5198789"/>
                  <a:pt x="6183799" y="5198139"/>
                  <a:pt x="6184809" y="5196840"/>
                </a:cubicBezTo>
                <a:cubicBezTo>
                  <a:pt x="6185819" y="5195541"/>
                  <a:pt x="6186324" y="5193841"/>
                  <a:pt x="6186324" y="5191741"/>
                </a:cubicBezTo>
                <a:cubicBezTo>
                  <a:pt x="6186324" y="5189052"/>
                  <a:pt x="6184726" y="5184326"/>
                  <a:pt x="6181528" y="5177561"/>
                </a:cubicBezTo>
                <a:lnTo>
                  <a:pt x="6158451" y="5128435"/>
                </a:lnTo>
                <a:cubicBezTo>
                  <a:pt x="6156130" y="5123550"/>
                  <a:pt x="6154436" y="5120545"/>
                  <a:pt x="6153367" y="5119419"/>
                </a:cubicBezTo>
                <a:cubicBezTo>
                  <a:pt x="6152299" y="5118294"/>
                  <a:pt x="6149762" y="5116838"/>
                  <a:pt x="6145755" y="5115052"/>
                </a:cubicBezTo>
                <a:lnTo>
                  <a:pt x="6142501" y="5112061"/>
                </a:lnTo>
                <a:lnTo>
                  <a:pt x="6142820" y="5113601"/>
                </a:lnTo>
                <a:cubicBezTo>
                  <a:pt x="6142820" y="5116842"/>
                  <a:pt x="6142056" y="5120180"/>
                  <a:pt x="6140529" y="5123615"/>
                </a:cubicBezTo>
                <a:cubicBezTo>
                  <a:pt x="6139002" y="5127049"/>
                  <a:pt x="6137017" y="5129884"/>
                  <a:pt x="6134574" y="5132118"/>
                </a:cubicBezTo>
                <a:cubicBezTo>
                  <a:pt x="6130153" y="5136333"/>
                  <a:pt x="6124685" y="5138440"/>
                  <a:pt x="6118169" y="5138440"/>
                </a:cubicBezTo>
                <a:cubicBezTo>
                  <a:pt x="6114576" y="5138440"/>
                  <a:pt x="6111568" y="5137808"/>
                  <a:pt x="6109146" y="5136544"/>
                </a:cubicBezTo>
                <a:cubicBezTo>
                  <a:pt x="6106724" y="5135280"/>
                  <a:pt x="6103463" y="5132266"/>
                  <a:pt x="6099362" y="5127502"/>
                </a:cubicBezTo>
                <a:cubicBezTo>
                  <a:pt x="6098754" y="5127644"/>
                  <a:pt x="6098159" y="5127715"/>
                  <a:pt x="6097581" y="5127715"/>
                </a:cubicBezTo>
                <a:cubicBezTo>
                  <a:pt x="6096838" y="5127715"/>
                  <a:pt x="6096276" y="5128422"/>
                  <a:pt x="6095895" y="5129836"/>
                </a:cubicBezTo>
                <a:cubicBezTo>
                  <a:pt x="6095513" y="5131251"/>
                  <a:pt x="6095322" y="5135127"/>
                  <a:pt x="6095322" y="5141467"/>
                </a:cubicBezTo>
                <a:cubicBezTo>
                  <a:pt x="6095322" y="5151076"/>
                  <a:pt x="6095624" y="5157388"/>
                  <a:pt x="6096226" y="5160402"/>
                </a:cubicBezTo>
                <a:cubicBezTo>
                  <a:pt x="6096641" y="5162180"/>
                  <a:pt x="6097119" y="5163319"/>
                  <a:pt x="6097661" y="5163817"/>
                </a:cubicBezTo>
                <a:cubicBezTo>
                  <a:pt x="6098202" y="5164316"/>
                  <a:pt x="6100024" y="5165018"/>
                  <a:pt x="6103123" y="5165925"/>
                </a:cubicBezTo>
                <a:cubicBezTo>
                  <a:pt x="6109030" y="5167698"/>
                  <a:pt x="6111984" y="5171196"/>
                  <a:pt x="6111984" y="5176420"/>
                </a:cubicBezTo>
                <a:cubicBezTo>
                  <a:pt x="6111984" y="5179548"/>
                  <a:pt x="6110897" y="5182255"/>
                  <a:pt x="6108724" y="5184541"/>
                </a:cubicBezTo>
                <a:cubicBezTo>
                  <a:pt x="6106551" y="5186827"/>
                  <a:pt x="6103710" y="5188336"/>
                  <a:pt x="6100199" y="5189068"/>
                </a:cubicBezTo>
                <a:cubicBezTo>
                  <a:pt x="6093974" y="5190365"/>
                  <a:pt x="6084834" y="5191013"/>
                  <a:pt x="6072778" y="5191013"/>
                </a:cubicBezTo>
                <a:cubicBezTo>
                  <a:pt x="6061232" y="5191013"/>
                  <a:pt x="6052433" y="5189994"/>
                  <a:pt x="6046378" y="5187954"/>
                </a:cubicBezTo>
                <a:cubicBezTo>
                  <a:pt x="6040268" y="5185867"/>
                  <a:pt x="6037213" y="5182150"/>
                  <a:pt x="6037213" y="5176803"/>
                </a:cubicBezTo>
                <a:cubicBezTo>
                  <a:pt x="6037213" y="5172800"/>
                  <a:pt x="6039520" y="5169222"/>
                  <a:pt x="6044134" y="5166068"/>
                </a:cubicBezTo>
                <a:cubicBezTo>
                  <a:pt x="6045557" y="5165137"/>
                  <a:pt x="6046543" y="5164286"/>
                  <a:pt x="6047091" y="5163513"/>
                </a:cubicBezTo>
                <a:cubicBezTo>
                  <a:pt x="6047639" y="5162740"/>
                  <a:pt x="6048036" y="5161521"/>
                  <a:pt x="6048283" y="5159856"/>
                </a:cubicBezTo>
                <a:cubicBezTo>
                  <a:pt x="6049265" y="5154265"/>
                  <a:pt x="6049757" y="5143731"/>
                  <a:pt x="6049757" y="5128252"/>
                </a:cubicBezTo>
                <a:cubicBezTo>
                  <a:pt x="6049757" y="5125712"/>
                  <a:pt x="6049529" y="5123996"/>
                  <a:pt x="6049073" y="5123106"/>
                </a:cubicBezTo>
                <a:cubicBezTo>
                  <a:pt x="6048615" y="5122215"/>
                  <a:pt x="6047654" y="5121477"/>
                  <a:pt x="6046191" y="5120891"/>
                </a:cubicBezTo>
                <a:cubicBezTo>
                  <a:pt x="6040844" y="5118782"/>
                  <a:pt x="6038171" y="5115585"/>
                  <a:pt x="6038171" y="5111302"/>
                </a:cubicBezTo>
                <a:cubicBezTo>
                  <a:pt x="6038171" y="5107566"/>
                  <a:pt x="6039918" y="5104469"/>
                  <a:pt x="6043411" y="5102009"/>
                </a:cubicBezTo>
                <a:cubicBezTo>
                  <a:pt x="6046905" y="5099548"/>
                  <a:pt x="6052415" y="5097206"/>
                  <a:pt x="6059940" y="5094981"/>
                </a:cubicBezTo>
                <a:cubicBezTo>
                  <a:pt x="6069899" y="5092005"/>
                  <a:pt x="6079140" y="5090474"/>
                  <a:pt x="6087661" y="5090387"/>
                </a:cubicBezTo>
                <a:close/>
                <a:moveTo>
                  <a:pt x="5870812" y="5090387"/>
                </a:moveTo>
                <a:cubicBezTo>
                  <a:pt x="5877062" y="5090387"/>
                  <a:pt x="5881255" y="5090962"/>
                  <a:pt x="5883388" y="5092112"/>
                </a:cubicBezTo>
                <a:cubicBezTo>
                  <a:pt x="5887800" y="5094323"/>
                  <a:pt x="5890005" y="5097336"/>
                  <a:pt x="5890005" y="5101151"/>
                </a:cubicBezTo>
                <a:cubicBezTo>
                  <a:pt x="5890005" y="5103351"/>
                  <a:pt x="5889412" y="5105002"/>
                  <a:pt x="5888227" y="5106103"/>
                </a:cubicBezTo>
                <a:cubicBezTo>
                  <a:pt x="5887041" y="5107204"/>
                  <a:pt x="5884526" y="5108665"/>
                  <a:pt x="5880680" y="5110487"/>
                </a:cubicBezTo>
                <a:cubicBezTo>
                  <a:pt x="5878988" y="5111306"/>
                  <a:pt x="5877704" y="5112221"/>
                  <a:pt x="5876830" y="5113233"/>
                </a:cubicBezTo>
                <a:cubicBezTo>
                  <a:pt x="5875956" y="5114244"/>
                  <a:pt x="5872460" y="5118870"/>
                  <a:pt x="5866343" y="5127111"/>
                </a:cubicBezTo>
                <a:lnTo>
                  <a:pt x="5859943" y="5136760"/>
                </a:lnTo>
                <a:cubicBezTo>
                  <a:pt x="5859300" y="5137671"/>
                  <a:pt x="5858979" y="5138122"/>
                  <a:pt x="5858979" y="5138115"/>
                </a:cubicBezTo>
                <a:cubicBezTo>
                  <a:pt x="5858979" y="5138049"/>
                  <a:pt x="5859191" y="5138364"/>
                  <a:pt x="5859617" y="5139058"/>
                </a:cubicBezTo>
                <a:lnTo>
                  <a:pt x="5865425" y="5147868"/>
                </a:lnTo>
                <a:cubicBezTo>
                  <a:pt x="5871480" y="5157015"/>
                  <a:pt x="5875917" y="5162935"/>
                  <a:pt x="5878734" y="5165630"/>
                </a:cubicBezTo>
                <a:cubicBezTo>
                  <a:pt x="5879997" y="5166837"/>
                  <a:pt x="5882384" y="5168228"/>
                  <a:pt x="5885893" y="5169803"/>
                </a:cubicBezTo>
                <a:cubicBezTo>
                  <a:pt x="5889017" y="5171162"/>
                  <a:pt x="5890579" y="5173783"/>
                  <a:pt x="5890579" y="5177665"/>
                </a:cubicBezTo>
                <a:cubicBezTo>
                  <a:pt x="5890579" y="5182970"/>
                  <a:pt x="5887619" y="5186520"/>
                  <a:pt x="5881698" y="5188318"/>
                </a:cubicBezTo>
                <a:cubicBezTo>
                  <a:pt x="5875778" y="5190115"/>
                  <a:pt x="5865574" y="5191013"/>
                  <a:pt x="5851087" y="5191013"/>
                </a:cubicBezTo>
                <a:cubicBezTo>
                  <a:pt x="5839951" y="5191013"/>
                  <a:pt x="5831883" y="5190425"/>
                  <a:pt x="5826882" y="5189248"/>
                </a:cubicBezTo>
                <a:cubicBezTo>
                  <a:pt x="5820712" y="5187739"/>
                  <a:pt x="5817627" y="5184197"/>
                  <a:pt x="5817627" y="5178622"/>
                </a:cubicBezTo>
                <a:cubicBezTo>
                  <a:pt x="5817627" y="5175109"/>
                  <a:pt x="5819664" y="5172412"/>
                  <a:pt x="5823736" y="5170532"/>
                </a:cubicBezTo>
                <a:cubicBezTo>
                  <a:pt x="5824834" y="5170040"/>
                  <a:pt x="5825384" y="5169225"/>
                  <a:pt x="5825384" y="5168089"/>
                </a:cubicBezTo>
                <a:cubicBezTo>
                  <a:pt x="5825384" y="5166442"/>
                  <a:pt x="5824231" y="5163993"/>
                  <a:pt x="5821925" y="5160744"/>
                </a:cubicBezTo>
                <a:cubicBezTo>
                  <a:pt x="5819619" y="5157494"/>
                  <a:pt x="5818093" y="5155901"/>
                  <a:pt x="5817346" y="5155964"/>
                </a:cubicBezTo>
                <a:cubicBezTo>
                  <a:pt x="5816546" y="5155998"/>
                  <a:pt x="5814795" y="5158058"/>
                  <a:pt x="5812090" y="5162144"/>
                </a:cubicBezTo>
                <a:cubicBezTo>
                  <a:pt x="5809386" y="5166230"/>
                  <a:pt x="5808034" y="5169233"/>
                  <a:pt x="5808034" y="5171153"/>
                </a:cubicBezTo>
                <a:cubicBezTo>
                  <a:pt x="5808034" y="5171811"/>
                  <a:pt x="5808516" y="5172722"/>
                  <a:pt x="5809479" y="5173886"/>
                </a:cubicBezTo>
                <a:cubicBezTo>
                  <a:pt x="5811388" y="5176069"/>
                  <a:pt x="5812342" y="5178350"/>
                  <a:pt x="5812342" y="5180729"/>
                </a:cubicBezTo>
                <a:cubicBezTo>
                  <a:pt x="5812342" y="5187585"/>
                  <a:pt x="5805115" y="5191013"/>
                  <a:pt x="5790662" y="5191013"/>
                </a:cubicBezTo>
                <a:cubicBezTo>
                  <a:pt x="5783189" y="5191013"/>
                  <a:pt x="5777643" y="5190201"/>
                  <a:pt x="5774025" y="5188577"/>
                </a:cubicBezTo>
                <a:cubicBezTo>
                  <a:pt x="5770407" y="5186953"/>
                  <a:pt x="5768597" y="5184113"/>
                  <a:pt x="5768597" y="5180058"/>
                </a:cubicBezTo>
                <a:cubicBezTo>
                  <a:pt x="5768597" y="5177459"/>
                  <a:pt x="5769261" y="5175539"/>
                  <a:pt x="5770589" y="5174297"/>
                </a:cubicBezTo>
                <a:cubicBezTo>
                  <a:pt x="5771917" y="5173055"/>
                  <a:pt x="5774112" y="5172142"/>
                  <a:pt x="5777176" y="5171559"/>
                </a:cubicBezTo>
                <a:cubicBezTo>
                  <a:pt x="5779509" y="5171135"/>
                  <a:pt x="5781309" y="5170151"/>
                  <a:pt x="5782576" y="5168608"/>
                </a:cubicBezTo>
                <a:cubicBezTo>
                  <a:pt x="5783843" y="5167064"/>
                  <a:pt x="5788420" y="5160064"/>
                  <a:pt x="5796305" y="5147607"/>
                </a:cubicBezTo>
                <a:lnTo>
                  <a:pt x="5802773" y="5136916"/>
                </a:lnTo>
                <a:cubicBezTo>
                  <a:pt x="5803227" y="5136187"/>
                  <a:pt x="5803455" y="5135789"/>
                  <a:pt x="5803455" y="5135721"/>
                </a:cubicBezTo>
                <a:cubicBezTo>
                  <a:pt x="5803455" y="5135786"/>
                  <a:pt x="5803303" y="5135620"/>
                  <a:pt x="5803000" y="5135223"/>
                </a:cubicBezTo>
                <a:lnTo>
                  <a:pt x="5794070" y="5123198"/>
                </a:lnTo>
                <a:cubicBezTo>
                  <a:pt x="5790926" y="5119852"/>
                  <a:pt x="5788454" y="5117481"/>
                  <a:pt x="5786652" y="5116086"/>
                </a:cubicBezTo>
                <a:cubicBezTo>
                  <a:pt x="5784851" y="5114690"/>
                  <a:pt x="5782598" y="5113705"/>
                  <a:pt x="5779892" y="5113129"/>
                </a:cubicBezTo>
                <a:cubicBezTo>
                  <a:pt x="5773831" y="5111825"/>
                  <a:pt x="5770799" y="5108758"/>
                  <a:pt x="5770799" y="5103928"/>
                </a:cubicBezTo>
                <a:cubicBezTo>
                  <a:pt x="5770799" y="5099064"/>
                  <a:pt x="5774326" y="5095607"/>
                  <a:pt x="5781378" y="5093558"/>
                </a:cubicBezTo>
                <a:cubicBezTo>
                  <a:pt x="5788431" y="5091508"/>
                  <a:pt x="5798803" y="5090484"/>
                  <a:pt x="5812495" y="5090484"/>
                </a:cubicBezTo>
                <a:cubicBezTo>
                  <a:pt x="5822446" y="5090484"/>
                  <a:pt x="5829905" y="5091047"/>
                  <a:pt x="5834871" y="5092173"/>
                </a:cubicBezTo>
                <a:cubicBezTo>
                  <a:pt x="5841239" y="5093707"/>
                  <a:pt x="5844423" y="5096892"/>
                  <a:pt x="5844423" y="5101726"/>
                </a:cubicBezTo>
                <a:cubicBezTo>
                  <a:pt x="5844423" y="5103570"/>
                  <a:pt x="5843045" y="5106615"/>
                  <a:pt x="5840289" y="5110861"/>
                </a:cubicBezTo>
                <a:cubicBezTo>
                  <a:pt x="5840555" y="5110513"/>
                  <a:pt x="5840687" y="5110533"/>
                  <a:pt x="5840687" y="5110919"/>
                </a:cubicBezTo>
                <a:cubicBezTo>
                  <a:pt x="5840687" y="5111846"/>
                  <a:pt x="5841519" y="5113364"/>
                  <a:pt x="5843180" y="5115474"/>
                </a:cubicBezTo>
                <a:cubicBezTo>
                  <a:pt x="5844841" y="5117583"/>
                  <a:pt x="5845849" y="5118638"/>
                  <a:pt x="5846203" y="5118638"/>
                </a:cubicBezTo>
                <a:cubicBezTo>
                  <a:pt x="5846714" y="5118638"/>
                  <a:pt x="5847920" y="5117429"/>
                  <a:pt x="5849823" y="5115010"/>
                </a:cubicBezTo>
                <a:cubicBezTo>
                  <a:pt x="5851726" y="5112591"/>
                  <a:pt x="5852676" y="5110908"/>
                  <a:pt x="5852676" y="5109961"/>
                </a:cubicBezTo>
                <a:cubicBezTo>
                  <a:pt x="5852676" y="5109367"/>
                  <a:pt x="5852086" y="5108206"/>
                  <a:pt x="5850904" y="5106478"/>
                </a:cubicBezTo>
                <a:cubicBezTo>
                  <a:pt x="5849468" y="5104350"/>
                  <a:pt x="5848750" y="5102574"/>
                  <a:pt x="5848750" y="5101151"/>
                </a:cubicBezTo>
                <a:cubicBezTo>
                  <a:pt x="5848750" y="5099290"/>
                  <a:pt x="5849396" y="5097537"/>
                  <a:pt x="5850689" y="5095891"/>
                </a:cubicBezTo>
                <a:cubicBezTo>
                  <a:pt x="5851981" y="5094246"/>
                  <a:pt x="5853593" y="5093037"/>
                  <a:pt x="5855524" y="5092265"/>
                </a:cubicBezTo>
                <a:cubicBezTo>
                  <a:pt x="5858651" y="5091013"/>
                  <a:pt x="5863748" y="5090387"/>
                  <a:pt x="5870812" y="5090387"/>
                </a:cubicBezTo>
                <a:close/>
                <a:moveTo>
                  <a:pt x="5201043" y="5090387"/>
                </a:moveTo>
                <a:cubicBezTo>
                  <a:pt x="5209517" y="5090387"/>
                  <a:pt x="5217096" y="5093077"/>
                  <a:pt x="5223778" y="5098456"/>
                </a:cubicBezTo>
                <a:cubicBezTo>
                  <a:pt x="5227562" y="5100793"/>
                  <a:pt x="5230303" y="5104119"/>
                  <a:pt x="5232003" y="5108433"/>
                </a:cubicBezTo>
                <a:cubicBezTo>
                  <a:pt x="5233702" y="5112748"/>
                  <a:pt x="5234746" y="5118894"/>
                  <a:pt x="5235135" y="5126871"/>
                </a:cubicBezTo>
                <a:lnTo>
                  <a:pt x="5236475" y="5160567"/>
                </a:lnTo>
                <a:cubicBezTo>
                  <a:pt x="5236592" y="5162916"/>
                  <a:pt x="5236939" y="5164613"/>
                  <a:pt x="5237517" y="5165658"/>
                </a:cubicBezTo>
                <a:cubicBezTo>
                  <a:pt x="5238094" y="5166703"/>
                  <a:pt x="5239930" y="5168863"/>
                  <a:pt x="5243023" y="5172139"/>
                </a:cubicBezTo>
                <a:cubicBezTo>
                  <a:pt x="5244366" y="5173570"/>
                  <a:pt x="5245038" y="5175444"/>
                  <a:pt x="5245038" y="5177760"/>
                </a:cubicBezTo>
                <a:cubicBezTo>
                  <a:pt x="5245038" y="5182905"/>
                  <a:pt x="5242234" y="5186401"/>
                  <a:pt x="5236628" y="5188246"/>
                </a:cubicBezTo>
                <a:cubicBezTo>
                  <a:pt x="5231021" y="5190091"/>
                  <a:pt x="5221617" y="5191013"/>
                  <a:pt x="5208417" y="5191013"/>
                </a:cubicBezTo>
                <a:cubicBezTo>
                  <a:pt x="5199339" y="5191013"/>
                  <a:pt x="5192860" y="5190196"/>
                  <a:pt x="5188981" y="5188563"/>
                </a:cubicBezTo>
                <a:cubicBezTo>
                  <a:pt x="5184420" y="5186631"/>
                  <a:pt x="5182139" y="5183445"/>
                  <a:pt x="5182139" y="5179005"/>
                </a:cubicBezTo>
                <a:cubicBezTo>
                  <a:pt x="5182139" y="5177326"/>
                  <a:pt x="5182391" y="5176088"/>
                  <a:pt x="5182895" y="5175292"/>
                </a:cubicBezTo>
                <a:cubicBezTo>
                  <a:pt x="5183398" y="5174495"/>
                  <a:pt x="5184759" y="5172890"/>
                  <a:pt x="5186977" y="5170476"/>
                </a:cubicBezTo>
                <a:cubicBezTo>
                  <a:pt x="5189243" y="5168097"/>
                  <a:pt x="5190375" y="5159576"/>
                  <a:pt x="5190375" y="5144914"/>
                </a:cubicBezTo>
                <a:cubicBezTo>
                  <a:pt x="5190375" y="5136422"/>
                  <a:pt x="5189830" y="5130561"/>
                  <a:pt x="5188739" y="5127332"/>
                </a:cubicBezTo>
                <a:cubicBezTo>
                  <a:pt x="5186598" y="5123948"/>
                  <a:pt x="5183709" y="5122256"/>
                  <a:pt x="5180072" y="5122256"/>
                </a:cubicBezTo>
                <a:cubicBezTo>
                  <a:pt x="5176603" y="5122256"/>
                  <a:pt x="5174211" y="5123389"/>
                  <a:pt x="5172894" y="5125653"/>
                </a:cubicBezTo>
                <a:cubicBezTo>
                  <a:pt x="5171577" y="5127918"/>
                  <a:pt x="5170918" y="5132487"/>
                  <a:pt x="5170918" y="5139361"/>
                </a:cubicBezTo>
                <a:lnTo>
                  <a:pt x="5170918" y="5158320"/>
                </a:lnTo>
                <a:cubicBezTo>
                  <a:pt x="5170918" y="5161930"/>
                  <a:pt x="5171122" y="5164333"/>
                  <a:pt x="5171530" y="5165530"/>
                </a:cubicBezTo>
                <a:cubicBezTo>
                  <a:pt x="5171938" y="5166727"/>
                  <a:pt x="5173413" y="5169232"/>
                  <a:pt x="5175956" y="5173046"/>
                </a:cubicBezTo>
                <a:cubicBezTo>
                  <a:pt x="5176938" y="5174654"/>
                  <a:pt x="5177430" y="5176353"/>
                  <a:pt x="5177430" y="5178143"/>
                </a:cubicBezTo>
                <a:cubicBezTo>
                  <a:pt x="5177430" y="5182830"/>
                  <a:pt x="5174533" y="5186163"/>
                  <a:pt x="5168737" y="5188141"/>
                </a:cubicBezTo>
                <a:cubicBezTo>
                  <a:pt x="5162942" y="5190120"/>
                  <a:pt x="5154368" y="5191110"/>
                  <a:pt x="5143014" y="5191110"/>
                </a:cubicBezTo>
                <a:cubicBezTo>
                  <a:pt x="5123962" y="5191110"/>
                  <a:pt x="5114437" y="5186787"/>
                  <a:pt x="5114437" y="5178143"/>
                </a:cubicBezTo>
                <a:cubicBezTo>
                  <a:pt x="5114437" y="5176207"/>
                  <a:pt x="5114793" y="5174716"/>
                  <a:pt x="5115505" y="5173670"/>
                </a:cubicBezTo>
                <a:cubicBezTo>
                  <a:pt x="5116216" y="5172624"/>
                  <a:pt x="5117689" y="5171298"/>
                  <a:pt x="5119923" y="5169691"/>
                </a:cubicBezTo>
                <a:cubicBezTo>
                  <a:pt x="5121216" y="5168747"/>
                  <a:pt x="5122047" y="5167624"/>
                  <a:pt x="5122419" y="5166323"/>
                </a:cubicBezTo>
                <a:cubicBezTo>
                  <a:pt x="5122791" y="5165022"/>
                  <a:pt x="5123162" y="5161398"/>
                  <a:pt x="5123533" y="5155451"/>
                </a:cubicBezTo>
                <a:cubicBezTo>
                  <a:pt x="5123981" y="5148169"/>
                  <a:pt x="5124205" y="5140571"/>
                  <a:pt x="5124205" y="5132657"/>
                </a:cubicBezTo>
                <a:cubicBezTo>
                  <a:pt x="5124205" y="5128591"/>
                  <a:pt x="5123940" y="5126016"/>
                  <a:pt x="5123410" y="5124931"/>
                </a:cubicBezTo>
                <a:cubicBezTo>
                  <a:pt x="5122881" y="5123846"/>
                  <a:pt x="5120878" y="5121946"/>
                  <a:pt x="5117405" y="5119232"/>
                </a:cubicBezTo>
                <a:cubicBezTo>
                  <a:pt x="5114660" y="5118078"/>
                  <a:pt x="5113288" y="5115882"/>
                  <a:pt x="5113288" y="5112642"/>
                </a:cubicBezTo>
                <a:cubicBezTo>
                  <a:pt x="5113288" y="5109436"/>
                  <a:pt x="5114583" y="5106890"/>
                  <a:pt x="5117171" y="5105004"/>
                </a:cubicBezTo>
                <a:cubicBezTo>
                  <a:pt x="5119761" y="5103118"/>
                  <a:pt x="5124607" y="5100904"/>
                  <a:pt x="5131710" y="5098363"/>
                </a:cubicBezTo>
                <a:cubicBezTo>
                  <a:pt x="5137772" y="5096216"/>
                  <a:pt x="5143744" y="5094366"/>
                  <a:pt x="5149625" y="5092813"/>
                </a:cubicBezTo>
                <a:cubicBezTo>
                  <a:pt x="5155506" y="5091260"/>
                  <a:pt x="5159559" y="5090484"/>
                  <a:pt x="5161781" y="5090484"/>
                </a:cubicBezTo>
                <a:cubicBezTo>
                  <a:pt x="5164282" y="5090484"/>
                  <a:pt x="5166381" y="5091396"/>
                  <a:pt x="5168081" y="5093221"/>
                </a:cubicBezTo>
                <a:cubicBezTo>
                  <a:pt x="5169781" y="5095045"/>
                  <a:pt x="5170631" y="5097146"/>
                  <a:pt x="5170631" y="5099524"/>
                </a:cubicBezTo>
                <a:cubicBezTo>
                  <a:pt x="5170631" y="5099308"/>
                  <a:pt x="5170584" y="5100219"/>
                  <a:pt x="5170491" y="5102257"/>
                </a:cubicBezTo>
                <a:cubicBezTo>
                  <a:pt x="5170456" y="5102533"/>
                  <a:pt x="5170439" y="5102867"/>
                  <a:pt x="5170439" y="5103258"/>
                </a:cubicBezTo>
                <a:cubicBezTo>
                  <a:pt x="5170439" y="5105020"/>
                  <a:pt x="5171032" y="5105901"/>
                  <a:pt x="5172219" y="5105901"/>
                </a:cubicBezTo>
                <a:cubicBezTo>
                  <a:pt x="5173063" y="5105901"/>
                  <a:pt x="5174439" y="5104688"/>
                  <a:pt x="5176346" y="5102262"/>
                </a:cubicBezTo>
                <a:cubicBezTo>
                  <a:pt x="5181657" y="5094346"/>
                  <a:pt x="5189889" y="5090387"/>
                  <a:pt x="5201043" y="5090387"/>
                </a:cubicBezTo>
                <a:close/>
                <a:moveTo>
                  <a:pt x="3839763" y="5090387"/>
                </a:moveTo>
                <a:cubicBezTo>
                  <a:pt x="3842442" y="5090387"/>
                  <a:pt x="3844312" y="5091078"/>
                  <a:pt x="3845369" y="5092459"/>
                </a:cubicBezTo>
                <a:cubicBezTo>
                  <a:pt x="3846427" y="5093840"/>
                  <a:pt x="3847261" y="5097273"/>
                  <a:pt x="3847871" y="5102758"/>
                </a:cubicBezTo>
                <a:cubicBezTo>
                  <a:pt x="3848058" y="5104407"/>
                  <a:pt x="3848374" y="5105232"/>
                  <a:pt x="3848820" y="5105232"/>
                </a:cubicBezTo>
                <a:cubicBezTo>
                  <a:pt x="3849369" y="5105232"/>
                  <a:pt x="3849931" y="5104818"/>
                  <a:pt x="3850504" y="5103991"/>
                </a:cubicBezTo>
                <a:cubicBezTo>
                  <a:pt x="3856206" y="5094986"/>
                  <a:pt x="3863529" y="5090484"/>
                  <a:pt x="3872473" y="5090484"/>
                </a:cubicBezTo>
                <a:cubicBezTo>
                  <a:pt x="3878843" y="5090484"/>
                  <a:pt x="3884283" y="5093159"/>
                  <a:pt x="3888792" y="5098511"/>
                </a:cubicBezTo>
                <a:cubicBezTo>
                  <a:pt x="3890379" y="5099376"/>
                  <a:pt x="3891798" y="5101387"/>
                  <a:pt x="3893046" y="5104544"/>
                </a:cubicBezTo>
                <a:cubicBezTo>
                  <a:pt x="3894296" y="5107701"/>
                  <a:pt x="3894921" y="5110720"/>
                  <a:pt x="3894921" y="5113601"/>
                </a:cubicBezTo>
                <a:cubicBezTo>
                  <a:pt x="3894921" y="5116842"/>
                  <a:pt x="3894157" y="5120180"/>
                  <a:pt x="3892630" y="5123615"/>
                </a:cubicBezTo>
                <a:cubicBezTo>
                  <a:pt x="3891103" y="5127049"/>
                  <a:pt x="3889118" y="5129884"/>
                  <a:pt x="3886675" y="5132118"/>
                </a:cubicBezTo>
                <a:cubicBezTo>
                  <a:pt x="3882254" y="5136333"/>
                  <a:pt x="3876785" y="5138440"/>
                  <a:pt x="3870270" y="5138440"/>
                </a:cubicBezTo>
                <a:cubicBezTo>
                  <a:pt x="3866677" y="5138440"/>
                  <a:pt x="3863669" y="5137808"/>
                  <a:pt x="3861247" y="5136544"/>
                </a:cubicBezTo>
                <a:cubicBezTo>
                  <a:pt x="3858826" y="5135280"/>
                  <a:pt x="3855564" y="5132266"/>
                  <a:pt x="3851463" y="5127502"/>
                </a:cubicBezTo>
                <a:cubicBezTo>
                  <a:pt x="3850854" y="5127644"/>
                  <a:pt x="3850261" y="5127715"/>
                  <a:pt x="3849682" y="5127715"/>
                </a:cubicBezTo>
                <a:cubicBezTo>
                  <a:pt x="3848940" y="5127715"/>
                  <a:pt x="3848377" y="5128422"/>
                  <a:pt x="3847996" y="5129836"/>
                </a:cubicBezTo>
                <a:cubicBezTo>
                  <a:pt x="3847614" y="5131251"/>
                  <a:pt x="3847423" y="5135127"/>
                  <a:pt x="3847423" y="5141467"/>
                </a:cubicBezTo>
                <a:cubicBezTo>
                  <a:pt x="3847423" y="5151076"/>
                  <a:pt x="3847724" y="5157388"/>
                  <a:pt x="3848327" y="5160402"/>
                </a:cubicBezTo>
                <a:cubicBezTo>
                  <a:pt x="3848742" y="5162180"/>
                  <a:pt x="3849220" y="5163319"/>
                  <a:pt x="3849763" y="5163817"/>
                </a:cubicBezTo>
                <a:cubicBezTo>
                  <a:pt x="3850304" y="5164316"/>
                  <a:pt x="3852125" y="5165018"/>
                  <a:pt x="3855225" y="5165925"/>
                </a:cubicBezTo>
                <a:cubicBezTo>
                  <a:pt x="3861132" y="5167698"/>
                  <a:pt x="3864085" y="5171196"/>
                  <a:pt x="3864085" y="5176420"/>
                </a:cubicBezTo>
                <a:cubicBezTo>
                  <a:pt x="3864085" y="5179548"/>
                  <a:pt x="3862999" y="5182255"/>
                  <a:pt x="3860825" y="5184541"/>
                </a:cubicBezTo>
                <a:cubicBezTo>
                  <a:pt x="3858652" y="5186827"/>
                  <a:pt x="3855810" y="5188336"/>
                  <a:pt x="3852301" y="5189068"/>
                </a:cubicBezTo>
                <a:cubicBezTo>
                  <a:pt x="3846076" y="5190365"/>
                  <a:pt x="3836935" y="5191013"/>
                  <a:pt x="3824879" y="5191013"/>
                </a:cubicBezTo>
                <a:cubicBezTo>
                  <a:pt x="3813333" y="5191013"/>
                  <a:pt x="3804533" y="5189994"/>
                  <a:pt x="3798479" y="5187954"/>
                </a:cubicBezTo>
                <a:cubicBezTo>
                  <a:pt x="3792368" y="5185867"/>
                  <a:pt x="3789314" y="5182150"/>
                  <a:pt x="3789314" y="5176803"/>
                </a:cubicBezTo>
                <a:cubicBezTo>
                  <a:pt x="3789314" y="5172800"/>
                  <a:pt x="3791621" y="5169222"/>
                  <a:pt x="3796235" y="5166068"/>
                </a:cubicBezTo>
                <a:cubicBezTo>
                  <a:pt x="3797658" y="5165137"/>
                  <a:pt x="3798644" y="5164286"/>
                  <a:pt x="3799192" y="5163513"/>
                </a:cubicBezTo>
                <a:cubicBezTo>
                  <a:pt x="3799740" y="5162740"/>
                  <a:pt x="3800138" y="5161521"/>
                  <a:pt x="3800384" y="5159856"/>
                </a:cubicBezTo>
                <a:cubicBezTo>
                  <a:pt x="3801367" y="5154265"/>
                  <a:pt x="3801858" y="5143731"/>
                  <a:pt x="3801858" y="5128252"/>
                </a:cubicBezTo>
                <a:cubicBezTo>
                  <a:pt x="3801858" y="5125712"/>
                  <a:pt x="3801630" y="5123996"/>
                  <a:pt x="3801173" y="5123106"/>
                </a:cubicBezTo>
                <a:cubicBezTo>
                  <a:pt x="3800716" y="5122215"/>
                  <a:pt x="3799755" y="5121477"/>
                  <a:pt x="3798292" y="5120891"/>
                </a:cubicBezTo>
                <a:cubicBezTo>
                  <a:pt x="3792945" y="5118782"/>
                  <a:pt x="3790272" y="5115585"/>
                  <a:pt x="3790272" y="5111302"/>
                </a:cubicBezTo>
                <a:cubicBezTo>
                  <a:pt x="3790272" y="5107566"/>
                  <a:pt x="3792019" y="5104469"/>
                  <a:pt x="3795512" y="5102009"/>
                </a:cubicBezTo>
                <a:cubicBezTo>
                  <a:pt x="3799006" y="5099548"/>
                  <a:pt x="3804516" y="5097206"/>
                  <a:pt x="3812041" y="5094981"/>
                </a:cubicBezTo>
                <a:cubicBezTo>
                  <a:pt x="3822000" y="5092005"/>
                  <a:pt x="3831241" y="5090474"/>
                  <a:pt x="3839763" y="5090387"/>
                </a:cubicBezTo>
                <a:close/>
                <a:moveTo>
                  <a:pt x="3438919" y="5090387"/>
                </a:moveTo>
                <a:cubicBezTo>
                  <a:pt x="3447394" y="5090387"/>
                  <a:pt x="3454971" y="5093077"/>
                  <a:pt x="3461654" y="5098456"/>
                </a:cubicBezTo>
                <a:cubicBezTo>
                  <a:pt x="3465437" y="5100793"/>
                  <a:pt x="3468179" y="5104119"/>
                  <a:pt x="3469879" y="5108433"/>
                </a:cubicBezTo>
                <a:cubicBezTo>
                  <a:pt x="3471578" y="5112748"/>
                  <a:pt x="3472623" y="5118894"/>
                  <a:pt x="3473011" y="5126871"/>
                </a:cubicBezTo>
                <a:lnTo>
                  <a:pt x="3474351" y="5160567"/>
                </a:lnTo>
                <a:cubicBezTo>
                  <a:pt x="3474469" y="5162916"/>
                  <a:pt x="3474815" y="5164613"/>
                  <a:pt x="3475393" y="5165658"/>
                </a:cubicBezTo>
                <a:cubicBezTo>
                  <a:pt x="3475970" y="5166703"/>
                  <a:pt x="3477806" y="5168863"/>
                  <a:pt x="3480899" y="5172139"/>
                </a:cubicBezTo>
                <a:cubicBezTo>
                  <a:pt x="3482242" y="5173570"/>
                  <a:pt x="3482914" y="5175444"/>
                  <a:pt x="3482914" y="5177760"/>
                </a:cubicBezTo>
                <a:cubicBezTo>
                  <a:pt x="3482914" y="5182905"/>
                  <a:pt x="3480110" y="5186401"/>
                  <a:pt x="3474503" y="5188246"/>
                </a:cubicBezTo>
                <a:cubicBezTo>
                  <a:pt x="3468897" y="5190091"/>
                  <a:pt x="3459493" y="5191013"/>
                  <a:pt x="3446293" y="5191013"/>
                </a:cubicBezTo>
                <a:cubicBezTo>
                  <a:pt x="3437214" y="5191013"/>
                  <a:pt x="3430735" y="5190196"/>
                  <a:pt x="3426857" y="5188563"/>
                </a:cubicBezTo>
                <a:cubicBezTo>
                  <a:pt x="3422296" y="5186631"/>
                  <a:pt x="3420015" y="5183445"/>
                  <a:pt x="3420015" y="5179005"/>
                </a:cubicBezTo>
                <a:cubicBezTo>
                  <a:pt x="3420015" y="5177326"/>
                  <a:pt x="3420267" y="5176088"/>
                  <a:pt x="3420771" y="5175292"/>
                </a:cubicBezTo>
                <a:cubicBezTo>
                  <a:pt x="3421275" y="5174495"/>
                  <a:pt x="3422635" y="5172890"/>
                  <a:pt x="3424853" y="5170476"/>
                </a:cubicBezTo>
                <a:cubicBezTo>
                  <a:pt x="3427119" y="5168097"/>
                  <a:pt x="3428251" y="5159576"/>
                  <a:pt x="3428251" y="5144914"/>
                </a:cubicBezTo>
                <a:cubicBezTo>
                  <a:pt x="3428251" y="5136422"/>
                  <a:pt x="3427706" y="5130561"/>
                  <a:pt x="3426616" y="5127332"/>
                </a:cubicBezTo>
                <a:cubicBezTo>
                  <a:pt x="3424474" y="5123948"/>
                  <a:pt x="3421585" y="5122256"/>
                  <a:pt x="3417948" y="5122256"/>
                </a:cubicBezTo>
                <a:cubicBezTo>
                  <a:pt x="3414480" y="5122256"/>
                  <a:pt x="3412087" y="5123389"/>
                  <a:pt x="3410770" y="5125653"/>
                </a:cubicBezTo>
                <a:cubicBezTo>
                  <a:pt x="3409452" y="5127918"/>
                  <a:pt x="3408794" y="5132487"/>
                  <a:pt x="3408794" y="5139361"/>
                </a:cubicBezTo>
                <a:lnTo>
                  <a:pt x="3408794" y="5158320"/>
                </a:lnTo>
                <a:cubicBezTo>
                  <a:pt x="3408794" y="5161930"/>
                  <a:pt x="3408999" y="5164333"/>
                  <a:pt x="3409406" y="5165530"/>
                </a:cubicBezTo>
                <a:cubicBezTo>
                  <a:pt x="3409814" y="5166727"/>
                  <a:pt x="3411290" y="5169232"/>
                  <a:pt x="3413832" y="5173046"/>
                </a:cubicBezTo>
                <a:cubicBezTo>
                  <a:pt x="3414814" y="5174654"/>
                  <a:pt x="3415306" y="5176353"/>
                  <a:pt x="3415306" y="5178143"/>
                </a:cubicBezTo>
                <a:cubicBezTo>
                  <a:pt x="3415306" y="5182830"/>
                  <a:pt x="3412408" y="5186163"/>
                  <a:pt x="3406614" y="5188141"/>
                </a:cubicBezTo>
                <a:cubicBezTo>
                  <a:pt x="3400818" y="5190120"/>
                  <a:pt x="3392243" y="5191110"/>
                  <a:pt x="3380889" y="5191110"/>
                </a:cubicBezTo>
                <a:cubicBezTo>
                  <a:pt x="3361839" y="5191110"/>
                  <a:pt x="3352313" y="5186787"/>
                  <a:pt x="3352313" y="5178143"/>
                </a:cubicBezTo>
                <a:cubicBezTo>
                  <a:pt x="3352313" y="5176207"/>
                  <a:pt x="3352669" y="5174716"/>
                  <a:pt x="3353380" y="5173670"/>
                </a:cubicBezTo>
                <a:cubicBezTo>
                  <a:pt x="3354092" y="5172624"/>
                  <a:pt x="3355565" y="5171298"/>
                  <a:pt x="3357799" y="5169691"/>
                </a:cubicBezTo>
                <a:cubicBezTo>
                  <a:pt x="3359091" y="5168747"/>
                  <a:pt x="3359923" y="5167624"/>
                  <a:pt x="3360295" y="5166323"/>
                </a:cubicBezTo>
                <a:cubicBezTo>
                  <a:pt x="3360667" y="5165022"/>
                  <a:pt x="3361038" y="5161398"/>
                  <a:pt x="3361410" y="5155451"/>
                </a:cubicBezTo>
                <a:cubicBezTo>
                  <a:pt x="3361857" y="5148169"/>
                  <a:pt x="3362081" y="5140571"/>
                  <a:pt x="3362081" y="5132657"/>
                </a:cubicBezTo>
                <a:cubicBezTo>
                  <a:pt x="3362081" y="5128591"/>
                  <a:pt x="3361816" y="5126016"/>
                  <a:pt x="3361286" y="5124931"/>
                </a:cubicBezTo>
                <a:cubicBezTo>
                  <a:pt x="3360756" y="5123846"/>
                  <a:pt x="3358754" y="5121946"/>
                  <a:pt x="3355281" y="5119232"/>
                </a:cubicBezTo>
                <a:cubicBezTo>
                  <a:pt x="3352536" y="5118078"/>
                  <a:pt x="3351163" y="5115882"/>
                  <a:pt x="3351163" y="5112642"/>
                </a:cubicBezTo>
                <a:cubicBezTo>
                  <a:pt x="3351163" y="5109436"/>
                  <a:pt x="3352458" y="5106890"/>
                  <a:pt x="3355048" y="5105004"/>
                </a:cubicBezTo>
                <a:cubicBezTo>
                  <a:pt x="3357637" y="5103118"/>
                  <a:pt x="3362483" y="5100904"/>
                  <a:pt x="3369586" y="5098363"/>
                </a:cubicBezTo>
                <a:cubicBezTo>
                  <a:pt x="3375648" y="5096216"/>
                  <a:pt x="3381619" y="5094366"/>
                  <a:pt x="3387501" y="5092813"/>
                </a:cubicBezTo>
                <a:cubicBezTo>
                  <a:pt x="3393382" y="5091260"/>
                  <a:pt x="3397435" y="5090484"/>
                  <a:pt x="3399658" y="5090484"/>
                </a:cubicBezTo>
                <a:cubicBezTo>
                  <a:pt x="3402157" y="5090484"/>
                  <a:pt x="3404257" y="5091396"/>
                  <a:pt x="3405957" y="5093221"/>
                </a:cubicBezTo>
                <a:cubicBezTo>
                  <a:pt x="3407657" y="5095045"/>
                  <a:pt x="3408507" y="5097146"/>
                  <a:pt x="3408507" y="5099524"/>
                </a:cubicBezTo>
                <a:cubicBezTo>
                  <a:pt x="3408507" y="5099308"/>
                  <a:pt x="3408461" y="5100219"/>
                  <a:pt x="3408367" y="5102257"/>
                </a:cubicBezTo>
                <a:cubicBezTo>
                  <a:pt x="3408333" y="5102533"/>
                  <a:pt x="3408315" y="5102867"/>
                  <a:pt x="3408315" y="5103258"/>
                </a:cubicBezTo>
                <a:cubicBezTo>
                  <a:pt x="3408315" y="5105020"/>
                  <a:pt x="3408909" y="5105901"/>
                  <a:pt x="3410094" y="5105901"/>
                </a:cubicBezTo>
                <a:cubicBezTo>
                  <a:pt x="3410939" y="5105901"/>
                  <a:pt x="3412314" y="5104688"/>
                  <a:pt x="3414222" y="5102262"/>
                </a:cubicBezTo>
                <a:cubicBezTo>
                  <a:pt x="3419533" y="5094346"/>
                  <a:pt x="3427766" y="5090387"/>
                  <a:pt x="3438919" y="5090387"/>
                </a:cubicBezTo>
                <a:close/>
                <a:moveTo>
                  <a:pt x="3287313" y="5090387"/>
                </a:moveTo>
                <a:cubicBezTo>
                  <a:pt x="3289992" y="5090387"/>
                  <a:pt x="3291861" y="5091078"/>
                  <a:pt x="3292920" y="5092459"/>
                </a:cubicBezTo>
                <a:cubicBezTo>
                  <a:pt x="3293977" y="5093840"/>
                  <a:pt x="3294812" y="5097273"/>
                  <a:pt x="3295421" y="5102758"/>
                </a:cubicBezTo>
                <a:cubicBezTo>
                  <a:pt x="3295608" y="5104407"/>
                  <a:pt x="3295924" y="5105232"/>
                  <a:pt x="3296370" y="5105232"/>
                </a:cubicBezTo>
                <a:cubicBezTo>
                  <a:pt x="3296919" y="5105232"/>
                  <a:pt x="3297480" y="5104818"/>
                  <a:pt x="3298054" y="5103991"/>
                </a:cubicBezTo>
                <a:cubicBezTo>
                  <a:pt x="3303756" y="5094986"/>
                  <a:pt x="3311079" y="5090484"/>
                  <a:pt x="3320023" y="5090484"/>
                </a:cubicBezTo>
                <a:cubicBezTo>
                  <a:pt x="3326392" y="5090484"/>
                  <a:pt x="3331833" y="5093159"/>
                  <a:pt x="3336342" y="5098511"/>
                </a:cubicBezTo>
                <a:cubicBezTo>
                  <a:pt x="3337930" y="5099376"/>
                  <a:pt x="3339348" y="5101387"/>
                  <a:pt x="3340597" y="5104544"/>
                </a:cubicBezTo>
                <a:cubicBezTo>
                  <a:pt x="3341845" y="5107701"/>
                  <a:pt x="3342471" y="5110720"/>
                  <a:pt x="3342471" y="5113601"/>
                </a:cubicBezTo>
                <a:cubicBezTo>
                  <a:pt x="3342471" y="5116842"/>
                  <a:pt x="3341707" y="5120180"/>
                  <a:pt x="3340180" y="5123615"/>
                </a:cubicBezTo>
                <a:cubicBezTo>
                  <a:pt x="3338653" y="5127049"/>
                  <a:pt x="3336668" y="5129884"/>
                  <a:pt x="3334225" y="5132118"/>
                </a:cubicBezTo>
                <a:cubicBezTo>
                  <a:pt x="3329804" y="5136333"/>
                  <a:pt x="3324335" y="5138440"/>
                  <a:pt x="3317820" y="5138440"/>
                </a:cubicBezTo>
                <a:cubicBezTo>
                  <a:pt x="3314227" y="5138440"/>
                  <a:pt x="3311220" y="5137808"/>
                  <a:pt x="3308797" y="5136544"/>
                </a:cubicBezTo>
                <a:cubicBezTo>
                  <a:pt x="3306376" y="5135280"/>
                  <a:pt x="3303115" y="5132266"/>
                  <a:pt x="3299013" y="5127502"/>
                </a:cubicBezTo>
                <a:cubicBezTo>
                  <a:pt x="3298404" y="5127644"/>
                  <a:pt x="3297811" y="5127715"/>
                  <a:pt x="3297232" y="5127715"/>
                </a:cubicBezTo>
                <a:cubicBezTo>
                  <a:pt x="3296489" y="5127715"/>
                  <a:pt x="3295927" y="5128422"/>
                  <a:pt x="3295546" y="5129836"/>
                </a:cubicBezTo>
                <a:cubicBezTo>
                  <a:pt x="3295164" y="5131251"/>
                  <a:pt x="3294973" y="5135127"/>
                  <a:pt x="3294973" y="5141467"/>
                </a:cubicBezTo>
                <a:cubicBezTo>
                  <a:pt x="3294973" y="5151076"/>
                  <a:pt x="3295274" y="5157388"/>
                  <a:pt x="3295877" y="5160402"/>
                </a:cubicBezTo>
                <a:cubicBezTo>
                  <a:pt x="3296292" y="5162180"/>
                  <a:pt x="3296771" y="5163319"/>
                  <a:pt x="3297312" y="5163817"/>
                </a:cubicBezTo>
                <a:cubicBezTo>
                  <a:pt x="3297854" y="5164316"/>
                  <a:pt x="3299674" y="5165018"/>
                  <a:pt x="3302775" y="5165925"/>
                </a:cubicBezTo>
                <a:cubicBezTo>
                  <a:pt x="3308681" y="5167698"/>
                  <a:pt x="3311635" y="5171196"/>
                  <a:pt x="3311635" y="5176420"/>
                </a:cubicBezTo>
                <a:cubicBezTo>
                  <a:pt x="3311635" y="5179548"/>
                  <a:pt x="3310549" y="5182255"/>
                  <a:pt x="3308376" y="5184541"/>
                </a:cubicBezTo>
                <a:cubicBezTo>
                  <a:pt x="3306202" y="5186827"/>
                  <a:pt x="3303361" y="5188336"/>
                  <a:pt x="3299851" y="5189068"/>
                </a:cubicBezTo>
                <a:cubicBezTo>
                  <a:pt x="3293625" y="5190365"/>
                  <a:pt x="3284485" y="5191013"/>
                  <a:pt x="3272429" y="5191013"/>
                </a:cubicBezTo>
                <a:cubicBezTo>
                  <a:pt x="3260883" y="5191013"/>
                  <a:pt x="3252084" y="5189994"/>
                  <a:pt x="3246029" y="5187954"/>
                </a:cubicBezTo>
                <a:cubicBezTo>
                  <a:pt x="3239919" y="5185867"/>
                  <a:pt x="3236864" y="5182150"/>
                  <a:pt x="3236864" y="5176803"/>
                </a:cubicBezTo>
                <a:cubicBezTo>
                  <a:pt x="3236864" y="5172800"/>
                  <a:pt x="3239171" y="5169222"/>
                  <a:pt x="3243785" y="5166068"/>
                </a:cubicBezTo>
                <a:cubicBezTo>
                  <a:pt x="3245208" y="5165137"/>
                  <a:pt x="3246194" y="5164286"/>
                  <a:pt x="3246742" y="5163513"/>
                </a:cubicBezTo>
                <a:cubicBezTo>
                  <a:pt x="3247290" y="5162740"/>
                  <a:pt x="3247688" y="5161521"/>
                  <a:pt x="3247934" y="5159856"/>
                </a:cubicBezTo>
                <a:cubicBezTo>
                  <a:pt x="3248916" y="5154265"/>
                  <a:pt x="3249408" y="5143731"/>
                  <a:pt x="3249408" y="5128252"/>
                </a:cubicBezTo>
                <a:cubicBezTo>
                  <a:pt x="3249408" y="5125712"/>
                  <a:pt x="3249179" y="5123996"/>
                  <a:pt x="3248723" y="5123106"/>
                </a:cubicBezTo>
                <a:cubicBezTo>
                  <a:pt x="3248266" y="5122215"/>
                  <a:pt x="3247306" y="5121477"/>
                  <a:pt x="3245842" y="5120891"/>
                </a:cubicBezTo>
                <a:cubicBezTo>
                  <a:pt x="3240495" y="5118782"/>
                  <a:pt x="3237821" y="5115585"/>
                  <a:pt x="3237821" y="5111302"/>
                </a:cubicBezTo>
                <a:cubicBezTo>
                  <a:pt x="3237821" y="5107566"/>
                  <a:pt x="3239569" y="5104469"/>
                  <a:pt x="3243062" y="5102009"/>
                </a:cubicBezTo>
                <a:cubicBezTo>
                  <a:pt x="3246556" y="5099548"/>
                  <a:pt x="3252066" y="5097206"/>
                  <a:pt x="3259591" y="5094981"/>
                </a:cubicBezTo>
                <a:cubicBezTo>
                  <a:pt x="3269551" y="5092005"/>
                  <a:pt x="3278791" y="5090474"/>
                  <a:pt x="3287313" y="5090387"/>
                </a:cubicBezTo>
                <a:close/>
                <a:moveTo>
                  <a:pt x="2879562" y="5090387"/>
                </a:moveTo>
                <a:cubicBezTo>
                  <a:pt x="2886551" y="5090387"/>
                  <a:pt x="2892106" y="5091131"/>
                  <a:pt x="2896227" y="5092617"/>
                </a:cubicBezTo>
                <a:cubicBezTo>
                  <a:pt x="2902380" y="5094793"/>
                  <a:pt x="2905457" y="5098564"/>
                  <a:pt x="2905457" y="5103928"/>
                </a:cubicBezTo>
                <a:cubicBezTo>
                  <a:pt x="2905457" y="5105910"/>
                  <a:pt x="2904722" y="5107845"/>
                  <a:pt x="2903254" y="5109732"/>
                </a:cubicBezTo>
                <a:cubicBezTo>
                  <a:pt x="2901850" y="5112053"/>
                  <a:pt x="2901148" y="5113821"/>
                  <a:pt x="2901148" y="5115037"/>
                </a:cubicBezTo>
                <a:cubicBezTo>
                  <a:pt x="2901148" y="5116365"/>
                  <a:pt x="2901446" y="5117768"/>
                  <a:pt x="2902042" y="5119245"/>
                </a:cubicBezTo>
                <a:cubicBezTo>
                  <a:pt x="2902638" y="5120723"/>
                  <a:pt x="2904011" y="5123420"/>
                  <a:pt x="2906158" y="5127337"/>
                </a:cubicBezTo>
                <a:cubicBezTo>
                  <a:pt x="2908208" y="5131113"/>
                  <a:pt x="2909749" y="5133001"/>
                  <a:pt x="2910779" y="5133001"/>
                </a:cubicBezTo>
                <a:cubicBezTo>
                  <a:pt x="2911970" y="5133001"/>
                  <a:pt x="2913490" y="5131278"/>
                  <a:pt x="2915340" y="5127830"/>
                </a:cubicBezTo>
                <a:cubicBezTo>
                  <a:pt x="2917190" y="5124383"/>
                  <a:pt x="2918115" y="5121012"/>
                  <a:pt x="2918115" y="5117718"/>
                </a:cubicBezTo>
                <a:cubicBezTo>
                  <a:pt x="2918115" y="5115282"/>
                  <a:pt x="2917470" y="5113316"/>
                  <a:pt x="2916178" y="5111818"/>
                </a:cubicBezTo>
                <a:cubicBezTo>
                  <a:pt x="2913447" y="5108584"/>
                  <a:pt x="2912083" y="5105699"/>
                  <a:pt x="2912083" y="5103162"/>
                </a:cubicBezTo>
                <a:cubicBezTo>
                  <a:pt x="2912083" y="5099064"/>
                  <a:pt x="2914509" y="5095927"/>
                  <a:pt x="2919363" y="5093749"/>
                </a:cubicBezTo>
                <a:cubicBezTo>
                  <a:pt x="2924217" y="5091572"/>
                  <a:pt x="2930422" y="5090484"/>
                  <a:pt x="2937975" y="5090484"/>
                </a:cubicBezTo>
                <a:cubicBezTo>
                  <a:pt x="2952877" y="5090484"/>
                  <a:pt x="2960328" y="5094391"/>
                  <a:pt x="2960328" y="5102205"/>
                </a:cubicBezTo>
                <a:cubicBezTo>
                  <a:pt x="2960328" y="5105079"/>
                  <a:pt x="2959495" y="5107387"/>
                  <a:pt x="2957831" y="5109129"/>
                </a:cubicBezTo>
                <a:cubicBezTo>
                  <a:pt x="2956167" y="5110871"/>
                  <a:pt x="2953085" y="5112470"/>
                  <a:pt x="2948587" y="5113926"/>
                </a:cubicBezTo>
                <a:cubicBezTo>
                  <a:pt x="2946517" y="5114826"/>
                  <a:pt x="2944694" y="5116456"/>
                  <a:pt x="2943121" y="5118817"/>
                </a:cubicBezTo>
                <a:cubicBezTo>
                  <a:pt x="2940431" y="5122915"/>
                  <a:pt x="2937081" y="5130254"/>
                  <a:pt x="2933075" y="5140835"/>
                </a:cubicBezTo>
                <a:lnTo>
                  <a:pt x="2921033" y="5174314"/>
                </a:lnTo>
                <a:cubicBezTo>
                  <a:pt x="2917867" y="5183038"/>
                  <a:pt x="2914667" y="5190192"/>
                  <a:pt x="2911433" y="5195778"/>
                </a:cubicBezTo>
                <a:cubicBezTo>
                  <a:pt x="2908199" y="5201363"/>
                  <a:pt x="2904494" y="5206146"/>
                  <a:pt x="2900315" y="5210126"/>
                </a:cubicBezTo>
                <a:cubicBezTo>
                  <a:pt x="2891653" y="5218388"/>
                  <a:pt x="2881192" y="5222519"/>
                  <a:pt x="2868931" y="5222519"/>
                </a:cubicBezTo>
                <a:cubicBezTo>
                  <a:pt x="2858988" y="5222519"/>
                  <a:pt x="2850900" y="5219877"/>
                  <a:pt x="2844667" y="5214591"/>
                </a:cubicBezTo>
                <a:cubicBezTo>
                  <a:pt x="2839687" y="5210382"/>
                  <a:pt x="2837197" y="5205000"/>
                  <a:pt x="2837197" y="5198444"/>
                </a:cubicBezTo>
                <a:cubicBezTo>
                  <a:pt x="2837197" y="5193021"/>
                  <a:pt x="2838964" y="5188435"/>
                  <a:pt x="2842498" y="5184686"/>
                </a:cubicBezTo>
                <a:cubicBezTo>
                  <a:pt x="2846032" y="5180937"/>
                  <a:pt x="2850375" y="5179063"/>
                  <a:pt x="2855525" y="5179063"/>
                </a:cubicBezTo>
                <a:cubicBezTo>
                  <a:pt x="2860734" y="5179063"/>
                  <a:pt x="2864966" y="5180838"/>
                  <a:pt x="2868221" y="5184389"/>
                </a:cubicBezTo>
                <a:cubicBezTo>
                  <a:pt x="2869680" y="5185916"/>
                  <a:pt x="2870665" y="5187303"/>
                  <a:pt x="2871179" y="5188550"/>
                </a:cubicBezTo>
                <a:cubicBezTo>
                  <a:pt x="2871692" y="5189796"/>
                  <a:pt x="2872403" y="5192303"/>
                  <a:pt x="2873313" y="5196071"/>
                </a:cubicBezTo>
                <a:cubicBezTo>
                  <a:pt x="2873765" y="5197883"/>
                  <a:pt x="2874699" y="5198789"/>
                  <a:pt x="2876115" y="5198789"/>
                </a:cubicBezTo>
                <a:cubicBezTo>
                  <a:pt x="2877451" y="5198789"/>
                  <a:pt x="2878625" y="5198139"/>
                  <a:pt x="2879636" y="5196840"/>
                </a:cubicBezTo>
                <a:cubicBezTo>
                  <a:pt x="2880646" y="5195541"/>
                  <a:pt x="2881151" y="5193841"/>
                  <a:pt x="2881151" y="5191741"/>
                </a:cubicBezTo>
                <a:cubicBezTo>
                  <a:pt x="2881151" y="5189052"/>
                  <a:pt x="2879552" y="5184326"/>
                  <a:pt x="2876354" y="5177561"/>
                </a:cubicBezTo>
                <a:lnTo>
                  <a:pt x="2853277" y="5128435"/>
                </a:lnTo>
                <a:cubicBezTo>
                  <a:pt x="2850957" y="5123550"/>
                  <a:pt x="2849262" y="5120545"/>
                  <a:pt x="2848194" y="5119419"/>
                </a:cubicBezTo>
                <a:cubicBezTo>
                  <a:pt x="2847125" y="5118294"/>
                  <a:pt x="2844588" y="5116838"/>
                  <a:pt x="2840581" y="5115052"/>
                </a:cubicBezTo>
                <a:cubicBezTo>
                  <a:pt x="2839055" y="5114441"/>
                  <a:pt x="2837725" y="5113220"/>
                  <a:pt x="2836595" y="5111388"/>
                </a:cubicBezTo>
                <a:cubicBezTo>
                  <a:pt x="2835464" y="5109555"/>
                  <a:pt x="2834898" y="5107739"/>
                  <a:pt x="2834898" y="5105940"/>
                </a:cubicBezTo>
                <a:cubicBezTo>
                  <a:pt x="2834898" y="5099187"/>
                  <a:pt x="2841883" y="5094674"/>
                  <a:pt x="2855853" y="5092399"/>
                </a:cubicBezTo>
                <a:cubicBezTo>
                  <a:pt x="2861887" y="5091058"/>
                  <a:pt x="2869790" y="5090387"/>
                  <a:pt x="2879562" y="5090387"/>
                </a:cubicBezTo>
                <a:close/>
                <a:moveTo>
                  <a:pt x="2715019" y="5090387"/>
                </a:moveTo>
                <a:cubicBezTo>
                  <a:pt x="2723494" y="5090387"/>
                  <a:pt x="2731072" y="5093077"/>
                  <a:pt x="2737754" y="5098456"/>
                </a:cubicBezTo>
                <a:cubicBezTo>
                  <a:pt x="2741538" y="5100793"/>
                  <a:pt x="2744280" y="5104119"/>
                  <a:pt x="2745979" y="5108433"/>
                </a:cubicBezTo>
                <a:cubicBezTo>
                  <a:pt x="2747679" y="5112748"/>
                  <a:pt x="2748723" y="5118894"/>
                  <a:pt x="2749110" y="5126871"/>
                </a:cubicBezTo>
                <a:lnTo>
                  <a:pt x="2750451" y="5160567"/>
                </a:lnTo>
                <a:cubicBezTo>
                  <a:pt x="2750568" y="5162916"/>
                  <a:pt x="2750915" y="5164613"/>
                  <a:pt x="2751493" y="5165658"/>
                </a:cubicBezTo>
                <a:cubicBezTo>
                  <a:pt x="2752071" y="5166703"/>
                  <a:pt x="2753906" y="5168863"/>
                  <a:pt x="2757000" y="5172139"/>
                </a:cubicBezTo>
                <a:cubicBezTo>
                  <a:pt x="2758342" y="5173570"/>
                  <a:pt x="2759013" y="5175444"/>
                  <a:pt x="2759013" y="5177760"/>
                </a:cubicBezTo>
                <a:cubicBezTo>
                  <a:pt x="2759013" y="5182905"/>
                  <a:pt x="2756211" y="5186401"/>
                  <a:pt x="2750603" y="5188246"/>
                </a:cubicBezTo>
                <a:cubicBezTo>
                  <a:pt x="2744997" y="5190091"/>
                  <a:pt x="2735594" y="5191013"/>
                  <a:pt x="2722393" y="5191013"/>
                </a:cubicBezTo>
                <a:cubicBezTo>
                  <a:pt x="2713315" y="5191013"/>
                  <a:pt x="2706836" y="5190196"/>
                  <a:pt x="2702957" y="5188563"/>
                </a:cubicBezTo>
                <a:cubicBezTo>
                  <a:pt x="2698396" y="5186631"/>
                  <a:pt x="2696116" y="5183445"/>
                  <a:pt x="2696116" y="5179005"/>
                </a:cubicBezTo>
                <a:cubicBezTo>
                  <a:pt x="2696116" y="5177326"/>
                  <a:pt x="2696368" y="5176088"/>
                  <a:pt x="2696870" y="5175292"/>
                </a:cubicBezTo>
                <a:cubicBezTo>
                  <a:pt x="2697374" y="5174495"/>
                  <a:pt x="2698735" y="5172890"/>
                  <a:pt x="2700953" y="5170476"/>
                </a:cubicBezTo>
                <a:cubicBezTo>
                  <a:pt x="2703219" y="5168097"/>
                  <a:pt x="2704351" y="5159576"/>
                  <a:pt x="2704351" y="5144914"/>
                </a:cubicBezTo>
                <a:cubicBezTo>
                  <a:pt x="2704351" y="5136422"/>
                  <a:pt x="2703806" y="5130561"/>
                  <a:pt x="2702716" y="5127332"/>
                </a:cubicBezTo>
                <a:cubicBezTo>
                  <a:pt x="2700574" y="5123948"/>
                  <a:pt x="2697685" y="5122256"/>
                  <a:pt x="2694048" y="5122256"/>
                </a:cubicBezTo>
                <a:cubicBezTo>
                  <a:pt x="2690580" y="5122256"/>
                  <a:pt x="2688186" y="5123389"/>
                  <a:pt x="2686870" y="5125653"/>
                </a:cubicBezTo>
                <a:cubicBezTo>
                  <a:pt x="2685553" y="5127918"/>
                  <a:pt x="2684894" y="5132487"/>
                  <a:pt x="2684894" y="5139361"/>
                </a:cubicBezTo>
                <a:lnTo>
                  <a:pt x="2684894" y="5158320"/>
                </a:lnTo>
                <a:cubicBezTo>
                  <a:pt x="2684894" y="5161930"/>
                  <a:pt x="2685098" y="5164333"/>
                  <a:pt x="2685506" y="5165530"/>
                </a:cubicBezTo>
                <a:cubicBezTo>
                  <a:pt x="2685914" y="5166727"/>
                  <a:pt x="2687390" y="5169232"/>
                  <a:pt x="2689932" y="5173046"/>
                </a:cubicBezTo>
                <a:cubicBezTo>
                  <a:pt x="2690914" y="5174654"/>
                  <a:pt x="2691406" y="5176353"/>
                  <a:pt x="2691406" y="5178143"/>
                </a:cubicBezTo>
                <a:cubicBezTo>
                  <a:pt x="2691406" y="5182830"/>
                  <a:pt x="2688509" y="5186163"/>
                  <a:pt x="2682714" y="5188141"/>
                </a:cubicBezTo>
                <a:cubicBezTo>
                  <a:pt x="2676918" y="5190120"/>
                  <a:pt x="2668344" y="5191110"/>
                  <a:pt x="2656988" y="5191110"/>
                </a:cubicBezTo>
                <a:cubicBezTo>
                  <a:pt x="2637938" y="5191110"/>
                  <a:pt x="2628413" y="5186787"/>
                  <a:pt x="2628413" y="5178143"/>
                </a:cubicBezTo>
                <a:cubicBezTo>
                  <a:pt x="2628413" y="5176207"/>
                  <a:pt x="2628769" y="5174716"/>
                  <a:pt x="2629481" y="5173670"/>
                </a:cubicBezTo>
                <a:cubicBezTo>
                  <a:pt x="2630193" y="5172624"/>
                  <a:pt x="2631665" y="5171298"/>
                  <a:pt x="2633899" y="5169691"/>
                </a:cubicBezTo>
                <a:cubicBezTo>
                  <a:pt x="2635192" y="5168747"/>
                  <a:pt x="2636023" y="5167624"/>
                  <a:pt x="2636395" y="5166323"/>
                </a:cubicBezTo>
                <a:cubicBezTo>
                  <a:pt x="2636767" y="5165022"/>
                  <a:pt x="2637139" y="5161398"/>
                  <a:pt x="2637510" y="5155451"/>
                </a:cubicBezTo>
                <a:cubicBezTo>
                  <a:pt x="2637958" y="5148169"/>
                  <a:pt x="2638181" y="5140571"/>
                  <a:pt x="2638181" y="5132657"/>
                </a:cubicBezTo>
                <a:cubicBezTo>
                  <a:pt x="2638181" y="5128591"/>
                  <a:pt x="2637917" y="5126016"/>
                  <a:pt x="2637386" y="5124931"/>
                </a:cubicBezTo>
                <a:cubicBezTo>
                  <a:pt x="2636856" y="5123846"/>
                  <a:pt x="2634854" y="5121946"/>
                  <a:pt x="2631381" y="5119232"/>
                </a:cubicBezTo>
                <a:cubicBezTo>
                  <a:pt x="2628636" y="5118078"/>
                  <a:pt x="2627264" y="5115882"/>
                  <a:pt x="2627264" y="5112642"/>
                </a:cubicBezTo>
                <a:cubicBezTo>
                  <a:pt x="2627264" y="5109436"/>
                  <a:pt x="2628558" y="5106890"/>
                  <a:pt x="2631147" y="5105004"/>
                </a:cubicBezTo>
                <a:cubicBezTo>
                  <a:pt x="2633737" y="5103118"/>
                  <a:pt x="2638584" y="5100904"/>
                  <a:pt x="2645687" y="5098363"/>
                </a:cubicBezTo>
                <a:cubicBezTo>
                  <a:pt x="2651748" y="5096216"/>
                  <a:pt x="2657720" y="5094366"/>
                  <a:pt x="2663600" y="5092813"/>
                </a:cubicBezTo>
                <a:cubicBezTo>
                  <a:pt x="2669482" y="5091260"/>
                  <a:pt x="2673534" y="5090484"/>
                  <a:pt x="2675758" y="5090484"/>
                </a:cubicBezTo>
                <a:cubicBezTo>
                  <a:pt x="2678257" y="5090484"/>
                  <a:pt x="2680357" y="5091396"/>
                  <a:pt x="2682057" y="5093221"/>
                </a:cubicBezTo>
                <a:cubicBezTo>
                  <a:pt x="2683758" y="5095045"/>
                  <a:pt x="2684608" y="5097146"/>
                  <a:pt x="2684608" y="5099524"/>
                </a:cubicBezTo>
                <a:cubicBezTo>
                  <a:pt x="2684608" y="5099308"/>
                  <a:pt x="2684561" y="5100219"/>
                  <a:pt x="2684467" y="5102257"/>
                </a:cubicBezTo>
                <a:cubicBezTo>
                  <a:pt x="2684432" y="5102533"/>
                  <a:pt x="2684415" y="5102867"/>
                  <a:pt x="2684415" y="5103258"/>
                </a:cubicBezTo>
                <a:cubicBezTo>
                  <a:pt x="2684415" y="5105020"/>
                  <a:pt x="2685008" y="5105901"/>
                  <a:pt x="2686195" y="5105901"/>
                </a:cubicBezTo>
                <a:cubicBezTo>
                  <a:pt x="2687039" y="5105901"/>
                  <a:pt x="2688415" y="5104688"/>
                  <a:pt x="2690322" y="5102262"/>
                </a:cubicBezTo>
                <a:cubicBezTo>
                  <a:pt x="2695633" y="5094346"/>
                  <a:pt x="2703866" y="5090387"/>
                  <a:pt x="2715019" y="5090387"/>
                </a:cubicBezTo>
                <a:close/>
                <a:moveTo>
                  <a:pt x="2181619" y="5090387"/>
                </a:moveTo>
                <a:cubicBezTo>
                  <a:pt x="2190093" y="5090387"/>
                  <a:pt x="2197672" y="5093077"/>
                  <a:pt x="2204354" y="5098456"/>
                </a:cubicBezTo>
                <a:cubicBezTo>
                  <a:pt x="2208138" y="5100793"/>
                  <a:pt x="2210880" y="5104119"/>
                  <a:pt x="2212579" y="5108433"/>
                </a:cubicBezTo>
                <a:cubicBezTo>
                  <a:pt x="2214278" y="5112748"/>
                  <a:pt x="2215322" y="5118894"/>
                  <a:pt x="2215711" y="5126871"/>
                </a:cubicBezTo>
                <a:lnTo>
                  <a:pt x="2217050" y="5160567"/>
                </a:lnTo>
                <a:cubicBezTo>
                  <a:pt x="2217168" y="5162916"/>
                  <a:pt x="2217516" y="5164613"/>
                  <a:pt x="2218092" y="5165658"/>
                </a:cubicBezTo>
                <a:cubicBezTo>
                  <a:pt x="2218670" y="5166703"/>
                  <a:pt x="2220505" y="5168863"/>
                  <a:pt x="2223600" y="5172139"/>
                </a:cubicBezTo>
                <a:cubicBezTo>
                  <a:pt x="2224943" y="5173570"/>
                  <a:pt x="2225613" y="5175444"/>
                  <a:pt x="2225613" y="5177760"/>
                </a:cubicBezTo>
                <a:cubicBezTo>
                  <a:pt x="2225613" y="5182905"/>
                  <a:pt x="2222811" y="5186401"/>
                  <a:pt x="2217204" y="5188246"/>
                </a:cubicBezTo>
                <a:cubicBezTo>
                  <a:pt x="2211597" y="5190091"/>
                  <a:pt x="2202193" y="5191013"/>
                  <a:pt x="2188992" y="5191013"/>
                </a:cubicBezTo>
                <a:cubicBezTo>
                  <a:pt x="2179914" y="5191013"/>
                  <a:pt x="2173436" y="5190196"/>
                  <a:pt x="2169556" y="5188563"/>
                </a:cubicBezTo>
                <a:cubicBezTo>
                  <a:pt x="2164996" y="5186631"/>
                  <a:pt x="2162715" y="5183445"/>
                  <a:pt x="2162715" y="5179005"/>
                </a:cubicBezTo>
                <a:cubicBezTo>
                  <a:pt x="2162715" y="5177326"/>
                  <a:pt x="2162967" y="5176088"/>
                  <a:pt x="2163471" y="5175292"/>
                </a:cubicBezTo>
                <a:cubicBezTo>
                  <a:pt x="2163974" y="5174495"/>
                  <a:pt x="2165335" y="5172890"/>
                  <a:pt x="2167553" y="5170476"/>
                </a:cubicBezTo>
                <a:cubicBezTo>
                  <a:pt x="2169819" y="5168097"/>
                  <a:pt x="2170952" y="5159576"/>
                  <a:pt x="2170952" y="5144914"/>
                </a:cubicBezTo>
                <a:cubicBezTo>
                  <a:pt x="2170952" y="5136422"/>
                  <a:pt x="2170406" y="5130561"/>
                  <a:pt x="2169316" y="5127332"/>
                </a:cubicBezTo>
                <a:cubicBezTo>
                  <a:pt x="2167174" y="5123948"/>
                  <a:pt x="2164285" y="5122256"/>
                  <a:pt x="2160648" y="5122256"/>
                </a:cubicBezTo>
                <a:cubicBezTo>
                  <a:pt x="2157179" y="5122256"/>
                  <a:pt x="2154786" y="5123389"/>
                  <a:pt x="2153470" y="5125653"/>
                </a:cubicBezTo>
                <a:cubicBezTo>
                  <a:pt x="2152153" y="5127918"/>
                  <a:pt x="2151494" y="5132487"/>
                  <a:pt x="2151494" y="5139361"/>
                </a:cubicBezTo>
                <a:lnTo>
                  <a:pt x="2151494" y="5158320"/>
                </a:lnTo>
                <a:cubicBezTo>
                  <a:pt x="2151494" y="5161930"/>
                  <a:pt x="2151698" y="5164333"/>
                  <a:pt x="2152106" y="5165530"/>
                </a:cubicBezTo>
                <a:cubicBezTo>
                  <a:pt x="2152515" y="5166727"/>
                  <a:pt x="2153990" y="5169232"/>
                  <a:pt x="2156532" y="5173046"/>
                </a:cubicBezTo>
                <a:cubicBezTo>
                  <a:pt x="2157515" y="5174654"/>
                  <a:pt x="2158006" y="5176353"/>
                  <a:pt x="2158006" y="5178143"/>
                </a:cubicBezTo>
                <a:cubicBezTo>
                  <a:pt x="2158006" y="5182830"/>
                  <a:pt x="2155109" y="5186163"/>
                  <a:pt x="2149314" y="5188141"/>
                </a:cubicBezTo>
                <a:cubicBezTo>
                  <a:pt x="2143519" y="5190120"/>
                  <a:pt x="2134943" y="5191110"/>
                  <a:pt x="2123588" y="5191110"/>
                </a:cubicBezTo>
                <a:cubicBezTo>
                  <a:pt x="2104538" y="5191110"/>
                  <a:pt x="2095013" y="5186787"/>
                  <a:pt x="2095013" y="5178143"/>
                </a:cubicBezTo>
                <a:cubicBezTo>
                  <a:pt x="2095013" y="5176207"/>
                  <a:pt x="2095369" y="5174716"/>
                  <a:pt x="2096080" y="5173670"/>
                </a:cubicBezTo>
                <a:cubicBezTo>
                  <a:pt x="2096792" y="5172624"/>
                  <a:pt x="2098265" y="5171298"/>
                  <a:pt x="2100499" y="5169691"/>
                </a:cubicBezTo>
                <a:cubicBezTo>
                  <a:pt x="2101791" y="5168747"/>
                  <a:pt x="2102623" y="5167624"/>
                  <a:pt x="2102995" y="5166323"/>
                </a:cubicBezTo>
                <a:cubicBezTo>
                  <a:pt x="2103366" y="5165022"/>
                  <a:pt x="2103739" y="5161398"/>
                  <a:pt x="2104110" y="5155451"/>
                </a:cubicBezTo>
                <a:cubicBezTo>
                  <a:pt x="2104558" y="5148169"/>
                  <a:pt x="2104781" y="5140571"/>
                  <a:pt x="2104781" y="5132657"/>
                </a:cubicBezTo>
                <a:cubicBezTo>
                  <a:pt x="2104781" y="5128591"/>
                  <a:pt x="2104516" y="5126016"/>
                  <a:pt x="2103986" y="5124931"/>
                </a:cubicBezTo>
                <a:cubicBezTo>
                  <a:pt x="2103456" y="5123846"/>
                  <a:pt x="2101454" y="5121946"/>
                  <a:pt x="2097981" y="5119232"/>
                </a:cubicBezTo>
                <a:cubicBezTo>
                  <a:pt x="2095236" y="5118078"/>
                  <a:pt x="2093864" y="5115882"/>
                  <a:pt x="2093864" y="5112642"/>
                </a:cubicBezTo>
                <a:cubicBezTo>
                  <a:pt x="2093864" y="5109436"/>
                  <a:pt x="2095158" y="5106890"/>
                  <a:pt x="2097747" y="5105004"/>
                </a:cubicBezTo>
                <a:cubicBezTo>
                  <a:pt x="2100337" y="5103118"/>
                  <a:pt x="2105184" y="5100904"/>
                  <a:pt x="2112287" y="5098363"/>
                </a:cubicBezTo>
                <a:cubicBezTo>
                  <a:pt x="2118348" y="5096216"/>
                  <a:pt x="2124320" y="5094366"/>
                  <a:pt x="2130201" y="5092813"/>
                </a:cubicBezTo>
                <a:cubicBezTo>
                  <a:pt x="2136082" y="5091260"/>
                  <a:pt x="2140135" y="5090484"/>
                  <a:pt x="2142358" y="5090484"/>
                </a:cubicBezTo>
                <a:cubicBezTo>
                  <a:pt x="2144858" y="5090484"/>
                  <a:pt x="2146957" y="5091396"/>
                  <a:pt x="2148657" y="5093221"/>
                </a:cubicBezTo>
                <a:cubicBezTo>
                  <a:pt x="2150358" y="5095045"/>
                  <a:pt x="2151207" y="5097146"/>
                  <a:pt x="2151207" y="5099524"/>
                </a:cubicBezTo>
                <a:cubicBezTo>
                  <a:pt x="2151207" y="5099308"/>
                  <a:pt x="2151161" y="5100219"/>
                  <a:pt x="2151067" y="5102257"/>
                </a:cubicBezTo>
                <a:cubicBezTo>
                  <a:pt x="2151032" y="5102533"/>
                  <a:pt x="2151015" y="5102867"/>
                  <a:pt x="2151015" y="5103258"/>
                </a:cubicBezTo>
                <a:cubicBezTo>
                  <a:pt x="2151015" y="5105020"/>
                  <a:pt x="2151608" y="5105901"/>
                  <a:pt x="2152795" y="5105901"/>
                </a:cubicBezTo>
                <a:cubicBezTo>
                  <a:pt x="2153638" y="5105901"/>
                  <a:pt x="2155015" y="5104688"/>
                  <a:pt x="2156923" y="5102262"/>
                </a:cubicBezTo>
                <a:cubicBezTo>
                  <a:pt x="2162233" y="5094346"/>
                  <a:pt x="2170465" y="5090387"/>
                  <a:pt x="2181619" y="5090387"/>
                </a:cubicBezTo>
                <a:close/>
                <a:moveTo>
                  <a:pt x="1144187" y="5090387"/>
                </a:moveTo>
                <a:cubicBezTo>
                  <a:pt x="1146867" y="5090387"/>
                  <a:pt x="1148736" y="5091078"/>
                  <a:pt x="1149794" y="5092459"/>
                </a:cubicBezTo>
                <a:cubicBezTo>
                  <a:pt x="1150852" y="5093840"/>
                  <a:pt x="1151686" y="5097273"/>
                  <a:pt x="1152295" y="5102758"/>
                </a:cubicBezTo>
                <a:cubicBezTo>
                  <a:pt x="1152482" y="5104407"/>
                  <a:pt x="1152799" y="5105232"/>
                  <a:pt x="1153245" y="5105232"/>
                </a:cubicBezTo>
                <a:cubicBezTo>
                  <a:pt x="1153794" y="5105232"/>
                  <a:pt x="1154355" y="5104818"/>
                  <a:pt x="1154929" y="5103991"/>
                </a:cubicBezTo>
                <a:cubicBezTo>
                  <a:pt x="1160631" y="5094986"/>
                  <a:pt x="1167953" y="5090484"/>
                  <a:pt x="1176897" y="5090484"/>
                </a:cubicBezTo>
                <a:cubicBezTo>
                  <a:pt x="1183268" y="5090484"/>
                  <a:pt x="1188708" y="5093159"/>
                  <a:pt x="1193217" y="5098511"/>
                </a:cubicBezTo>
                <a:cubicBezTo>
                  <a:pt x="1194804" y="5099376"/>
                  <a:pt x="1196222" y="5101387"/>
                  <a:pt x="1197471" y="5104544"/>
                </a:cubicBezTo>
                <a:cubicBezTo>
                  <a:pt x="1198721" y="5107701"/>
                  <a:pt x="1199346" y="5110720"/>
                  <a:pt x="1199346" y="5113601"/>
                </a:cubicBezTo>
                <a:cubicBezTo>
                  <a:pt x="1199346" y="5116842"/>
                  <a:pt x="1198582" y="5120180"/>
                  <a:pt x="1197055" y="5123615"/>
                </a:cubicBezTo>
                <a:cubicBezTo>
                  <a:pt x="1195528" y="5127049"/>
                  <a:pt x="1193543" y="5129884"/>
                  <a:pt x="1191100" y="5132118"/>
                </a:cubicBezTo>
                <a:cubicBezTo>
                  <a:pt x="1186679" y="5136333"/>
                  <a:pt x="1181210" y="5138440"/>
                  <a:pt x="1174695" y="5138440"/>
                </a:cubicBezTo>
                <a:cubicBezTo>
                  <a:pt x="1171102" y="5138440"/>
                  <a:pt x="1168094" y="5137808"/>
                  <a:pt x="1165672" y="5136544"/>
                </a:cubicBezTo>
                <a:cubicBezTo>
                  <a:pt x="1163250" y="5135280"/>
                  <a:pt x="1159989" y="5132266"/>
                  <a:pt x="1155888" y="5127502"/>
                </a:cubicBezTo>
                <a:cubicBezTo>
                  <a:pt x="1155279" y="5127644"/>
                  <a:pt x="1154686" y="5127715"/>
                  <a:pt x="1154107" y="5127715"/>
                </a:cubicBezTo>
                <a:cubicBezTo>
                  <a:pt x="1153364" y="5127715"/>
                  <a:pt x="1152802" y="5128422"/>
                  <a:pt x="1152420" y="5129836"/>
                </a:cubicBezTo>
                <a:cubicBezTo>
                  <a:pt x="1152039" y="5131251"/>
                  <a:pt x="1151848" y="5135127"/>
                  <a:pt x="1151848" y="5141467"/>
                </a:cubicBezTo>
                <a:cubicBezTo>
                  <a:pt x="1151848" y="5151076"/>
                  <a:pt x="1152150" y="5157388"/>
                  <a:pt x="1152752" y="5160402"/>
                </a:cubicBezTo>
                <a:cubicBezTo>
                  <a:pt x="1153167" y="5162180"/>
                  <a:pt x="1153645" y="5163319"/>
                  <a:pt x="1154187" y="5163817"/>
                </a:cubicBezTo>
                <a:cubicBezTo>
                  <a:pt x="1154729" y="5164316"/>
                  <a:pt x="1156550" y="5165018"/>
                  <a:pt x="1159650" y="5165925"/>
                </a:cubicBezTo>
                <a:cubicBezTo>
                  <a:pt x="1165556" y="5167698"/>
                  <a:pt x="1168510" y="5171196"/>
                  <a:pt x="1168510" y="5176420"/>
                </a:cubicBezTo>
                <a:cubicBezTo>
                  <a:pt x="1168510" y="5179548"/>
                  <a:pt x="1167423" y="5182255"/>
                  <a:pt x="1165250" y="5184541"/>
                </a:cubicBezTo>
                <a:cubicBezTo>
                  <a:pt x="1163077" y="5186827"/>
                  <a:pt x="1160235" y="5188336"/>
                  <a:pt x="1156726" y="5189068"/>
                </a:cubicBezTo>
                <a:cubicBezTo>
                  <a:pt x="1150500" y="5190365"/>
                  <a:pt x="1141359" y="5191013"/>
                  <a:pt x="1129304" y="5191013"/>
                </a:cubicBezTo>
                <a:cubicBezTo>
                  <a:pt x="1117758" y="5191013"/>
                  <a:pt x="1108959" y="5189994"/>
                  <a:pt x="1102904" y="5187954"/>
                </a:cubicBezTo>
                <a:cubicBezTo>
                  <a:pt x="1096794" y="5185867"/>
                  <a:pt x="1093739" y="5182150"/>
                  <a:pt x="1093739" y="5176803"/>
                </a:cubicBezTo>
                <a:cubicBezTo>
                  <a:pt x="1093739" y="5172800"/>
                  <a:pt x="1096045" y="5169222"/>
                  <a:pt x="1100659" y="5166068"/>
                </a:cubicBezTo>
                <a:cubicBezTo>
                  <a:pt x="1102083" y="5165137"/>
                  <a:pt x="1103068" y="5164286"/>
                  <a:pt x="1103617" y="5163513"/>
                </a:cubicBezTo>
                <a:cubicBezTo>
                  <a:pt x="1104165" y="5162740"/>
                  <a:pt x="1104563" y="5161521"/>
                  <a:pt x="1104809" y="5159856"/>
                </a:cubicBezTo>
                <a:cubicBezTo>
                  <a:pt x="1105792" y="5154265"/>
                  <a:pt x="1106283" y="5143731"/>
                  <a:pt x="1106283" y="5128252"/>
                </a:cubicBezTo>
                <a:cubicBezTo>
                  <a:pt x="1106283" y="5125712"/>
                  <a:pt x="1106055" y="5123996"/>
                  <a:pt x="1105598" y="5123106"/>
                </a:cubicBezTo>
                <a:cubicBezTo>
                  <a:pt x="1105141" y="5122215"/>
                  <a:pt x="1104180" y="5121477"/>
                  <a:pt x="1102717" y="5120891"/>
                </a:cubicBezTo>
                <a:cubicBezTo>
                  <a:pt x="1097370" y="5118782"/>
                  <a:pt x="1094697" y="5115585"/>
                  <a:pt x="1094697" y="5111302"/>
                </a:cubicBezTo>
                <a:cubicBezTo>
                  <a:pt x="1094697" y="5107566"/>
                  <a:pt x="1096444" y="5104469"/>
                  <a:pt x="1099938" y="5102009"/>
                </a:cubicBezTo>
                <a:cubicBezTo>
                  <a:pt x="1103431" y="5099548"/>
                  <a:pt x="1108941" y="5097206"/>
                  <a:pt x="1116466" y="5094981"/>
                </a:cubicBezTo>
                <a:cubicBezTo>
                  <a:pt x="1126426" y="5092005"/>
                  <a:pt x="1135666" y="5090474"/>
                  <a:pt x="1144187" y="5090387"/>
                </a:cubicBezTo>
                <a:close/>
                <a:moveTo>
                  <a:pt x="841613" y="5090387"/>
                </a:moveTo>
                <a:cubicBezTo>
                  <a:pt x="847864" y="5090387"/>
                  <a:pt x="852056" y="5090962"/>
                  <a:pt x="854189" y="5092112"/>
                </a:cubicBezTo>
                <a:cubicBezTo>
                  <a:pt x="858601" y="5094323"/>
                  <a:pt x="860806" y="5097336"/>
                  <a:pt x="860806" y="5101151"/>
                </a:cubicBezTo>
                <a:cubicBezTo>
                  <a:pt x="860806" y="5103351"/>
                  <a:pt x="860213" y="5105002"/>
                  <a:pt x="859028" y="5106103"/>
                </a:cubicBezTo>
                <a:cubicBezTo>
                  <a:pt x="857842" y="5107204"/>
                  <a:pt x="855326" y="5108665"/>
                  <a:pt x="851481" y="5110487"/>
                </a:cubicBezTo>
                <a:cubicBezTo>
                  <a:pt x="849789" y="5111306"/>
                  <a:pt x="848505" y="5112221"/>
                  <a:pt x="847631" y="5113233"/>
                </a:cubicBezTo>
                <a:cubicBezTo>
                  <a:pt x="846756" y="5114244"/>
                  <a:pt x="843261" y="5118870"/>
                  <a:pt x="837145" y="5127111"/>
                </a:cubicBezTo>
                <a:lnTo>
                  <a:pt x="830744" y="5136760"/>
                </a:lnTo>
                <a:cubicBezTo>
                  <a:pt x="830101" y="5137671"/>
                  <a:pt x="829780" y="5138122"/>
                  <a:pt x="829780" y="5138115"/>
                </a:cubicBezTo>
                <a:cubicBezTo>
                  <a:pt x="829780" y="5138049"/>
                  <a:pt x="829992" y="5138364"/>
                  <a:pt x="830418" y="5139058"/>
                </a:cubicBezTo>
                <a:lnTo>
                  <a:pt x="836226" y="5147868"/>
                </a:lnTo>
                <a:cubicBezTo>
                  <a:pt x="842281" y="5157015"/>
                  <a:pt x="846718" y="5162935"/>
                  <a:pt x="849535" y="5165630"/>
                </a:cubicBezTo>
                <a:cubicBezTo>
                  <a:pt x="850798" y="5166837"/>
                  <a:pt x="853185" y="5168228"/>
                  <a:pt x="856694" y="5169803"/>
                </a:cubicBezTo>
                <a:cubicBezTo>
                  <a:pt x="859818" y="5171162"/>
                  <a:pt x="861380" y="5173783"/>
                  <a:pt x="861380" y="5177665"/>
                </a:cubicBezTo>
                <a:cubicBezTo>
                  <a:pt x="861380" y="5182970"/>
                  <a:pt x="858420" y="5186520"/>
                  <a:pt x="852499" y="5188318"/>
                </a:cubicBezTo>
                <a:cubicBezTo>
                  <a:pt x="846578" y="5190115"/>
                  <a:pt x="836374" y="5191013"/>
                  <a:pt x="821887" y="5191013"/>
                </a:cubicBezTo>
                <a:cubicBezTo>
                  <a:pt x="810752" y="5191013"/>
                  <a:pt x="802684" y="5190425"/>
                  <a:pt x="797684" y="5189248"/>
                </a:cubicBezTo>
                <a:cubicBezTo>
                  <a:pt x="791513" y="5187739"/>
                  <a:pt x="788428" y="5184197"/>
                  <a:pt x="788428" y="5178622"/>
                </a:cubicBezTo>
                <a:cubicBezTo>
                  <a:pt x="788428" y="5175109"/>
                  <a:pt x="790464" y="5172412"/>
                  <a:pt x="794537" y="5170532"/>
                </a:cubicBezTo>
                <a:cubicBezTo>
                  <a:pt x="795636" y="5170040"/>
                  <a:pt x="796185" y="5169225"/>
                  <a:pt x="796185" y="5168089"/>
                </a:cubicBezTo>
                <a:cubicBezTo>
                  <a:pt x="796185" y="5166442"/>
                  <a:pt x="795032" y="5163993"/>
                  <a:pt x="792726" y="5160744"/>
                </a:cubicBezTo>
                <a:cubicBezTo>
                  <a:pt x="790420" y="5157494"/>
                  <a:pt x="788894" y="5155901"/>
                  <a:pt x="788147" y="5155964"/>
                </a:cubicBezTo>
                <a:cubicBezTo>
                  <a:pt x="787348" y="5155998"/>
                  <a:pt x="785595" y="5158058"/>
                  <a:pt x="782891" y="5162144"/>
                </a:cubicBezTo>
                <a:cubicBezTo>
                  <a:pt x="780187" y="5166230"/>
                  <a:pt x="778835" y="5169233"/>
                  <a:pt x="778835" y="5171153"/>
                </a:cubicBezTo>
                <a:cubicBezTo>
                  <a:pt x="778835" y="5171811"/>
                  <a:pt x="779317" y="5172722"/>
                  <a:pt x="780280" y="5173886"/>
                </a:cubicBezTo>
                <a:cubicBezTo>
                  <a:pt x="782189" y="5176069"/>
                  <a:pt x="783143" y="5178350"/>
                  <a:pt x="783143" y="5180729"/>
                </a:cubicBezTo>
                <a:cubicBezTo>
                  <a:pt x="783143" y="5187585"/>
                  <a:pt x="775916" y="5191013"/>
                  <a:pt x="761462" y="5191013"/>
                </a:cubicBezTo>
                <a:cubicBezTo>
                  <a:pt x="753990" y="5191013"/>
                  <a:pt x="748444" y="5190201"/>
                  <a:pt x="744826" y="5188577"/>
                </a:cubicBezTo>
                <a:cubicBezTo>
                  <a:pt x="741208" y="5186953"/>
                  <a:pt x="739398" y="5184113"/>
                  <a:pt x="739398" y="5180058"/>
                </a:cubicBezTo>
                <a:cubicBezTo>
                  <a:pt x="739398" y="5177459"/>
                  <a:pt x="740062" y="5175539"/>
                  <a:pt x="741390" y="5174297"/>
                </a:cubicBezTo>
                <a:cubicBezTo>
                  <a:pt x="742718" y="5173055"/>
                  <a:pt x="744913" y="5172142"/>
                  <a:pt x="747976" y="5171559"/>
                </a:cubicBezTo>
                <a:cubicBezTo>
                  <a:pt x="750309" y="5171135"/>
                  <a:pt x="752109" y="5170151"/>
                  <a:pt x="753376" y="5168608"/>
                </a:cubicBezTo>
                <a:cubicBezTo>
                  <a:pt x="754643" y="5167064"/>
                  <a:pt x="759220" y="5160064"/>
                  <a:pt x="767106" y="5147607"/>
                </a:cubicBezTo>
                <a:lnTo>
                  <a:pt x="773573" y="5136916"/>
                </a:lnTo>
                <a:cubicBezTo>
                  <a:pt x="774028" y="5136187"/>
                  <a:pt x="774255" y="5135789"/>
                  <a:pt x="774255" y="5135721"/>
                </a:cubicBezTo>
                <a:cubicBezTo>
                  <a:pt x="774255" y="5135786"/>
                  <a:pt x="774104" y="5135620"/>
                  <a:pt x="773801" y="5135223"/>
                </a:cubicBezTo>
                <a:lnTo>
                  <a:pt x="764872" y="5123198"/>
                </a:lnTo>
                <a:cubicBezTo>
                  <a:pt x="761728" y="5119852"/>
                  <a:pt x="759255" y="5117481"/>
                  <a:pt x="757453" y="5116086"/>
                </a:cubicBezTo>
                <a:cubicBezTo>
                  <a:pt x="755652" y="5114690"/>
                  <a:pt x="753398" y="5113705"/>
                  <a:pt x="750693" y="5113129"/>
                </a:cubicBezTo>
                <a:cubicBezTo>
                  <a:pt x="744631" y="5111825"/>
                  <a:pt x="741600" y="5108758"/>
                  <a:pt x="741600" y="5103928"/>
                </a:cubicBezTo>
                <a:cubicBezTo>
                  <a:pt x="741600" y="5099064"/>
                  <a:pt x="745127" y="5095607"/>
                  <a:pt x="752179" y="5093558"/>
                </a:cubicBezTo>
                <a:cubicBezTo>
                  <a:pt x="759232" y="5091508"/>
                  <a:pt x="769604" y="5090484"/>
                  <a:pt x="783296" y="5090484"/>
                </a:cubicBezTo>
                <a:cubicBezTo>
                  <a:pt x="793247" y="5090484"/>
                  <a:pt x="800706" y="5091047"/>
                  <a:pt x="805672" y="5092173"/>
                </a:cubicBezTo>
                <a:cubicBezTo>
                  <a:pt x="812040" y="5093707"/>
                  <a:pt x="815224" y="5096892"/>
                  <a:pt x="815224" y="5101726"/>
                </a:cubicBezTo>
                <a:cubicBezTo>
                  <a:pt x="815224" y="5103570"/>
                  <a:pt x="813846" y="5106615"/>
                  <a:pt x="811090" y="5110861"/>
                </a:cubicBezTo>
                <a:cubicBezTo>
                  <a:pt x="811355" y="5110513"/>
                  <a:pt x="811488" y="5110533"/>
                  <a:pt x="811488" y="5110919"/>
                </a:cubicBezTo>
                <a:cubicBezTo>
                  <a:pt x="811488" y="5111846"/>
                  <a:pt x="812319" y="5113364"/>
                  <a:pt x="813980" y="5115474"/>
                </a:cubicBezTo>
                <a:cubicBezTo>
                  <a:pt x="815642" y="5117583"/>
                  <a:pt x="816649" y="5118638"/>
                  <a:pt x="817004" y="5118638"/>
                </a:cubicBezTo>
                <a:cubicBezTo>
                  <a:pt x="817514" y="5118638"/>
                  <a:pt x="818721" y="5117429"/>
                  <a:pt x="820623" y="5115010"/>
                </a:cubicBezTo>
                <a:cubicBezTo>
                  <a:pt x="822526" y="5112591"/>
                  <a:pt x="823477" y="5110908"/>
                  <a:pt x="823477" y="5109961"/>
                </a:cubicBezTo>
                <a:cubicBezTo>
                  <a:pt x="823477" y="5109367"/>
                  <a:pt x="822886" y="5108206"/>
                  <a:pt x="821705" y="5106478"/>
                </a:cubicBezTo>
                <a:cubicBezTo>
                  <a:pt x="820269" y="5104350"/>
                  <a:pt x="819550" y="5102574"/>
                  <a:pt x="819550" y="5101151"/>
                </a:cubicBezTo>
                <a:cubicBezTo>
                  <a:pt x="819550" y="5099290"/>
                  <a:pt x="820197" y="5097537"/>
                  <a:pt x="821489" y="5095891"/>
                </a:cubicBezTo>
                <a:cubicBezTo>
                  <a:pt x="822782" y="5094246"/>
                  <a:pt x="824394" y="5093037"/>
                  <a:pt x="826325" y="5092265"/>
                </a:cubicBezTo>
                <a:cubicBezTo>
                  <a:pt x="829452" y="5091013"/>
                  <a:pt x="834548" y="5090387"/>
                  <a:pt x="841613" y="5090387"/>
                </a:cubicBezTo>
                <a:close/>
                <a:moveTo>
                  <a:pt x="11779314" y="5089814"/>
                </a:moveTo>
                <a:cubicBezTo>
                  <a:pt x="11791922" y="5089814"/>
                  <a:pt x="11802659" y="5093414"/>
                  <a:pt x="11811526" y="5100614"/>
                </a:cubicBezTo>
                <a:cubicBezTo>
                  <a:pt x="11816015" y="5104231"/>
                  <a:pt x="11819623" y="5108500"/>
                  <a:pt x="11822348" y="5113420"/>
                </a:cubicBezTo>
                <a:cubicBezTo>
                  <a:pt x="11825541" y="5119127"/>
                  <a:pt x="11827137" y="5124677"/>
                  <a:pt x="11827137" y="5130071"/>
                </a:cubicBezTo>
                <a:cubicBezTo>
                  <a:pt x="11827137" y="5134572"/>
                  <a:pt x="11826121" y="5138385"/>
                  <a:pt x="11824088" y="5141510"/>
                </a:cubicBezTo>
                <a:cubicBezTo>
                  <a:pt x="11822055" y="5144635"/>
                  <a:pt x="11819291" y="5146197"/>
                  <a:pt x="11815799" y="5146197"/>
                </a:cubicBezTo>
                <a:lnTo>
                  <a:pt x="11770790" y="5146197"/>
                </a:lnTo>
                <a:cubicBezTo>
                  <a:pt x="11770178" y="5146197"/>
                  <a:pt x="11769873" y="5146408"/>
                  <a:pt x="11769873" y="5146829"/>
                </a:cubicBezTo>
                <a:cubicBezTo>
                  <a:pt x="11769873" y="5150400"/>
                  <a:pt x="11771901" y="5153840"/>
                  <a:pt x="11775959" y="5157149"/>
                </a:cubicBezTo>
                <a:cubicBezTo>
                  <a:pt x="11780016" y="5160458"/>
                  <a:pt x="11784390" y="5162113"/>
                  <a:pt x="11789080" y="5162113"/>
                </a:cubicBezTo>
                <a:cubicBezTo>
                  <a:pt x="11791930" y="5162113"/>
                  <a:pt x="11795125" y="5161553"/>
                  <a:pt x="11798666" y="5160433"/>
                </a:cubicBezTo>
                <a:cubicBezTo>
                  <a:pt x="11802205" y="5159314"/>
                  <a:pt x="11805110" y="5157953"/>
                  <a:pt x="11807376" y="5156350"/>
                </a:cubicBezTo>
                <a:cubicBezTo>
                  <a:pt x="11809904" y="5154574"/>
                  <a:pt x="11812008" y="5153686"/>
                  <a:pt x="11813691" y="5153686"/>
                </a:cubicBezTo>
                <a:cubicBezTo>
                  <a:pt x="11816022" y="5153686"/>
                  <a:pt x="11818159" y="5154930"/>
                  <a:pt x="11820103" y="5157419"/>
                </a:cubicBezTo>
                <a:cubicBezTo>
                  <a:pt x="11822048" y="5159908"/>
                  <a:pt x="11823020" y="5162443"/>
                  <a:pt x="11823020" y="5165025"/>
                </a:cubicBezTo>
                <a:cubicBezTo>
                  <a:pt x="11823020" y="5170266"/>
                  <a:pt x="11819869" y="5175232"/>
                  <a:pt x="11813568" y="5179922"/>
                </a:cubicBezTo>
                <a:cubicBezTo>
                  <a:pt x="11803091" y="5187763"/>
                  <a:pt x="11790970" y="5191683"/>
                  <a:pt x="11777206" y="5191683"/>
                </a:cubicBezTo>
                <a:cubicBezTo>
                  <a:pt x="11763301" y="5191683"/>
                  <a:pt x="11751636" y="5187637"/>
                  <a:pt x="11742216" y="5179544"/>
                </a:cubicBezTo>
                <a:cubicBezTo>
                  <a:pt x="11737625" y="5175551"/>
                  <a:pt x="11733834" y="5170729"/>
                  <a:pt x="11730842" y="5165078"/>
                </a:cubicBezTo>
                <a:cubicBezTo>
                  <a:pt x="11726933" y="5157590"/>
                  <a:pt x="11724979" y="5149687"/>
                  <a:pt x="11724979" y="5141370"/>
                </a:cubicBezTo>
                <a:cubicBezTo>
                  <a:pt x="11724979" y="5130220"/>
                  <a:pt x="11728367" y="5120194"/>
                  <a:pt x="11735143" y="5111292"/>
                </a:cubicBezTo>
                <a:cubicBezTo>
                  <a:pt x="11740989" y="5103585"/>
                  <a:pt x="11748404" y="5097854"/>
                  <a:pt x="11757387" y="5094099"/>
                </a:cubicBezTo>
                <a:cubicBezTo>
                  <a:pt x="11764188" y="5091242"/>
                  <a:pt x="11771497" y="5089814"/>
                  <a:pt x="11779314" y="5089814"/>
                </a:cubicBezTo>
                <a:close/>
                <a:moveTo>
                  <a:pt x="11150662" y="5089814"/>
                </a:moveTo>
                <a:cubicBezTo>
                  <a:pt x="11163271" y="5089814"/>
                  <a:pt x="11174009" y="5093414"/>
                  <a:pt x="11182874" y="5100614"/>
                </a:cubicBezTo>
                <a:cubicBezTo>
                  <a:pt x="11187365" y="5104231"/>
                  <a:pt x="11190972" y="5108500"/>
                  <a:pt x="11193698" y="5113420"/>
                </a:cubicBezTo>
                <a:cubicBezTo>
                  <a:pt x="11196890" y="5119127"/>
                  <a:pt x="11198486" y="5124677"/>
                  <a:pt x="11198486" y="5130071"/>
                </a:cubicBezTo>
                <a:cubicBezTo>
                  <a:pt x="11198486" y="5134572"/>
                  <a:pt x="11197470" y="5138385"/>
                  <a:pt x="11195438" y="5141510"/>
                </a:cubicBezTo>
                <a:cubicBezTo>
                  <a:pt x="11193405" y="5144635"/>
                  <a:pt x="11190641" y="5146197"/>
                  <a:pt x="11187147" y="5146197"/>
                </a:cubicBezTo>
                <a:lnTo>
                  <a:pt x="11142140" y="5146197"/>
                </a:lnTo>
                <a:cubicBezTo>
                  <a:pt x="11141528" y="5146197"/>
                  <a:pt x="11141222" y="5146408"/>
                  <a:pt x="11141222" y="5146829"/>
                </a:cubicBezTo>
                <a:cubicBezTo>
                  <a:pt x="11141222" y="5150400"/>
                  <a:pt x="11143251" y="5153840"/>
                  <a:pt x="11147308" y="5157149"/>
                </a:cubicBezTo>
                <a:cubicBezTo>
                  <a:pt x="11151366" y="5160458"/>
                  <a:pt x="11155740" y="5162113"/>
                  <a:pt x="11160429" y="5162113"/>
                </a:cubicBezTo>
                <a:cubicBezTo>
                  <a:pt x="11163280" y="5162113"/>
                  <a:pt x="11166475" y="5161553"/>
                  <a:pt x="11170016" y="5160433"/>
                </a:cubicBezTo>
                <a:cubicBezTo>
                  <a:pt x="11173556" y="5159314"/>
                  <a:pt x="11176460" y="5157953"/>
                  <a:pt x="11178726" y="5156350"/>
                </a:cubicBezTo>
                <a:cubicBezTo>
                  <a:pt x="11181252" y="5154574"/>
                  <a:pt x="11183358" y="5153686"/>
                  <a:pt x="11185041" y="5153686"/>
                </a:cubicBezTo>
                <a:cubicBezTo>
                  <a:pt x="11187372" y="5153686"/>
                  <a:pt x="11189509" y="5154930"/>
                  <a:pt x="11191453" y="5157419"/>
                </a:cubicBezTo>
                <a:cubicBezTo>
                  <a:pt x="11193397" y="5159908"/>
                  <a:pt x="11194369" y="5162443"/>
                  <a:pt x="11194369" y="5165025"/>
                </a:cubicBezTo>
                <a:cubicBezTo>
                  <a:pt x="11194369" y="5170266"/>
                  <a:pt x="11191219" y="5175232"/>
                  <a:pt x="11184918" y="5179922"/>
                </a:cubicBezTo>
                <a:cubicBezTo>
                  <a:pt x="11174440" y="5187763"/>
                  <a:pt x="11162320" y="5191683"/>
                  <a:pt x="11148556" y="5191683"/>
                </a:cubicBezTo>
                <a:cubicBezTo>
                  <a:pt x="11134649" y="5191683"/>
                  <a:pt x="11122986" y="5187637"/>
                  <a:pt x="11113566" y="5179544"/>
                </a:cubicBezTo>
                <a:cubicBezTo>
                  <a:pt x="11108975" y="5175551"/>
                  <a:pt x="11105184" y="5170729"/>
                  <a:pt x="11102191" y="5165078"/>
                </a:cubicBezTo>
                <a:cubicBezTo>
                  <a:pt x="11098283" y="5157590"/>
                  <a:pt x="11096329" y="5149687"/>
                  <a:pt x="11096329" y="5141370"/>
                </a:cubicBezTo>
                <a:cubicBezTo>
                  <a:pt x="11096329" y="5130220"/>
                  <a:pt x="11099717" y="5120194"/>
                  <a:pt x="11106492" y="5111292"/>
                </a:cubicBezTo>
                <a:cubicBezTo>
                  <a:pt x="11112339" y="5103585"/>
                  <a:pt x="11119754" y="5097854"/>
                  <a:pt x="11128736" y="5094099"/>
                </a:cubicBezTo>
                <a:cubicBezTo>
                  <a:pt x="11135538" y="5091242"/>
                  <a:pt x="11142845" y="5089814"/>
                  <a:pt x="11150662" y="5089814"/>
                </a:cubicBezTo>
                <a:close/>
                <a:moveTo>
                  <a:pt x="10210273" y="5089814"/>
                </a:moveTo>
                <a:cubicBezTo>
                  <a:pt x="10222043" y="5089814"/>
                  <a:pt x="10232440" y="5092767"/>
                  <a:pt x="10241464" y="5098673"/>
                </a:cubicBezTo>
                <a:cubicBezTo>
                  <a:pt x="10250319" y="5104506"/>
                  <a:pt x="10254746" y="5111780"/>
                  <a:pt x="10254746" y="5120495"/>
                </a:cubicBezTo>
                <a:cubicBezTo>
                  <a:pt x="10254746" y="5126603"/>
                  <a:pt x="10252830" y="5130756"/>
                  <a:pt x="10249000" y="5132956"/>
                </a:cubicBezTo>
                <a:cubicBezTo>
                  <a:pt x="10244618" y="5138208"/>
                  <a:pt x="10239625" y="5140835"/>
                  <a:pt x="10234021" y="5140835"/>
                </a:cubicBezTo>
                <a:cubicBezTo>
                  <a:pt x="10228029" y="5140835"/>
                  <a:pt x="10223500" y="5138645"/>
                  <a:pt x="10220433" y="5134265"/>
                </a:cubicBezTo>
                <a:cubicBezTo>
                  <a:pt x="10219506" y="5132908"/>
                  <a:pt x="10218212" y="5129639"/>
                  <a:pt x="10216551" y="5124457"/>
                </a:cubicBezTo>
                <a:cubicBezTo>
                  <a:pt x="10215115" y="5119990"/>
                  <a:pt x="10212448" y="5117756"/>
                  <a:pt x="10208550" y="5117756"/>
                </a:cubicBezTo>
                <a:cubicBezTo>
                  <a:pt x="10205725" y="5117756"/>
                  <a:pt x="10203285" y="5119070"/>
                  <a:pt x="10201231" y="5121699"/>
                </a:cubicBezTo>
                <a:cubicBezTo>
                  <a:pt x="10199178" y="5124328"/>
                  <a:pt x="10198151" y="5127662"/>
                  <a:pt x="10198151" y="5131700"/>
                </a:cubicBezTo>
                <a:cubicBezTo>
                  <a:pt x="10198151" y="5138902"/>
                  <a:pt x="10200704" y="5145263"/>
                  <a:pt x="10205810" y="5150783"/>
                </a:cubicBezTo>
                <a:cubicBezTo>
                  <a:pt x="10209880" y="5155145"/>
                  <a:pt x="10215007" y="5157325"/>
                  <a:pt x="10221190" y="5157325"/>
                </a:cubicBezTo>
                <a:cubicBezTo>
                  <a:pt x="10224219" y="5157325"/>
                  <a:pt x="10226762" y="5157068"/>
                  <a:pt x="10228821" y="5156553"/>
                </a:cubicBezTo>
                <a:cubicBezTo>
                  <a:pt x="10230880" y="5156038"/>
                  <a:pt x="10233388" y="5155082"/>
                  <a:pt x="10236346" y="5153683"/>
                </a:cubicBezTo>
                <a:cubicBezTo>
                  <a:pt x="10237875" y="5152919"/>
                  <a:pt x="10239335" y="5152537"/>
                  <a:pt x="10240726" y="5152537"/>
                </a:cubicBezTo>
                <a:cubicBezTo>
                  <a:pt x="10243546" y="5152537"/>
                  <a:pt x="10245965" y="5153779"/>
                  <a:pt x="10247984" y="5156263"/>
                </a:cubicBezTo>
                <a:cubicBezTo>
                  <a:pt x="10250002" y="5158748"/>
                  <a:pt x="10251012" y="5161572"/>
                  <a:pt x="10251012" y="5164736"/>
                </a:cubicBezTo>
                <a:cubicBezTo>
                  <a:pt x="10251012" y="5168031"/>
                  <a:pt x="10249730" y="5171393"/>
                  <a:pt x="10247169" y="5174820"/>
                </a:cubicBezTo>
                <a:cubicBezTo>
                  <a:pt x="10244607" y="5178248"/>
                  <a:pt x="10241280" y="5181224"/>
                  <a:pt x="10237186" y="5183748"/>
                </a:cubicBezTo>
                <a:cubicBezTo>
                  <a:pt x="10228588" y="5189038"/>
                  <a:pt x="10218436" y="5191683"/>
                  <a:pt x="10206729" y="5191683"/>
                </a:cubicBezTo>
                <a:cubicBezTo>
                  <a:pt x="10193088" y="5191683"/>
                  <a:pt x="10181468" y="5187711"/>
                  <a:pt x="10171866" y="5179765"/>
                </a:cubicBezTo>
                <a:cubicBezTo>
                  <a:pt x="10159524" y="5169678"/>
                  <a:pt x="10153354" y="5156817"/>
                  <a:pt x="10153354" y="5141180"/>
                </a:cubicBezTo>
                <a:cubicBezTo>
                  <a:pt x="10153354" y="5126157"/>
                  <a:pt x="10159099" y="5113730"/>
                  <a:pt x="10170590" y="5103899"/>
                </a:cubicBezTo>
                <a:cubicBezTo>
                  <a:pt x="10181503" y="5094509"/>
                  <a:pt x="10194730" y="5089814"/>
                  <a:pt x="10210273" y="5089814"/>
                </a:cubicBezTo>
                <a:close/>
                <a:moveTo>
                  <a:pt x="9731438" y="5089814"/>
                </a:moveTo>
                <a:cubicBezTo>
                  <a:pt x="9744046" y="5089814"/>
                  <a:pt x="9754784" y="5093414"/>
                  <a:pt x="9763650" y="5100614"/>
                </a:cubicBezTo>
                <a:cubicBezTo>
                  <a:pt x="9768140" y="5104231"/>
                  <a:pt x="9771747" y="5108500"/>
                  <a:pt x="9774473" y="5113420"/>
                </a:cubicBezTo>
                <a:cubicBezTo>
                  <a:pt x="9777665" y="5119127"/>
                  <a:pt x="9779262" y="5124677"/>
                  <a:pt x="9779262" y="5130071"/>
                </a:cubicBezTo>
                <a:cubicBezTo>
                  <a:pt x="9779262" y="5134572"/>
                  <a:pt x="9778246" y="5138385"/>
                  <a:pt x="9776213" y="5141510"/>
                </a:cubicBezTo>
                <a:cubicBezTo>
                  <a:pt x="9774180" y="5144635"/>
                  <a:pt x="9771416" y="5146197"/>
                  <a:pt x="9767923" y="5146197"/>
                </a:cubicBezTo>
                <a:lnTo>
                  <a:pt x="9722915" y="5146197"/>
                </a:lnTo>
                <a:cubicBezTo>
                  <a:pt x="9722303" y="5146197"/>
                  <a:pt x="9721997" y="5146408"/>
                  <a:pt x="9721997" y="5146829"/>
                </a:cubicBezTo>
                <a:cubicBezTo>
                  <a:pt x="9721997" y="5150400"/>
                  <a:pt x="9724026" y="5153840"/>
                  <a:pt x="9728084" y="5157149"/>
                </a:cubicBezTo>
                <a:cubicBezTo>
                  <a:pt x="9732140" y="5160458"/>
                  <a:pt x="9736514" y="5162113"/>
                  <a:pt x="9741205" y="5162113"/>
                </a:cubicBezTo>
                <a:cubicBezTo>
                  <a:pt x="9744055" y="5162113"/>
                  <a:pt x="9747250" y="5161553"/>
                  <a:pt x="9750790" y="5160433"/>
                </a:cubicBezTo>
                <a:cubicBezTo>
                  <a:pt x="9754330" y="5159314"/>
                  <a:pt x="9757234" y="5157953"/>
                  <a:pt x="9759501" y="5156350"/>
                </a:cubicBezTo>
                <a:cubicBezTo>
                  <a:pt x="9762028" y="5154574"/>
                  <a:pt x="9764133" y="5153686"/>
                  <a:pt x="9765816" y="5153686"/>
                </a:cubicBezTo>
                <a:cubicBezTo>
                  <a:pt x="9768146" y="5153686"/>
                  <a:pt x="9770284" y="5154930"/>
                  <a:pt x="9772228" y="5157419"/>
                </a:cubicBezTo>
                <a:cubicBezTo>
                  <a:pt x="9774172" y="5159908"/>
                  <a:pt x="9775145" y="5162443"/>
                  <a:pt x="9775145" y="5165025"/>
                </a:cubicBezTo>
                <a:cubicBezTo>
                  <a:pt x="9775145" y="5170266"/>
                  <a:pt x="9771994" y="5175232"/>
                  <a:pt x="9765693" y="5179922"/>
                </a:cubicBezTo>
                <a:cubicBezTo>
                  <a:pt x="9755216" y="5187763"/>
                  <a:pt x="9743094" y="5191683"/>
                  <a:pt x="9729330" y="5191683"/>
                </a:cubicBezTo>
                <a:cubicBezTo>
                  <a:pt x="9715424" y="5191683"/>
                  <a:pt x="9703761" y="5187637"/>
                  <a:pt x="9694340" y="5179544"/>
                </a:cubicBezTo>
                <a:cubicBezTo>
                  <a:pt x="9689750" y="5175551"/>
                  <a:pt x="9685959" y="5170729"/>
                  <a:pt x="9682967" y="5165078"/>
                </a:cubicBezTo>
                <a:cubicBezTo>
                  <a:pt x="9679057" y="5157590"/>
                  <a:pt x="9677104" y="5149687"/>
                  <a:pt x="9677104" y="5141370"/>
                </a:cubicBezTo>
                <a:cubicBezTo>
                  <a:pt x="9677104" y="5130220"/>
                  <a:pt x="9680492" y="5120194"/>
                  <a:pt x="9687267" y="5111292"/>
                </a:cubicBezTo>
                <a:cubicBezTo>
                  <a:pt x="9693114" y="5103585"/>
                  <a:pt x="9700529" y="5097854"/>
                  <a:pt x="9709511" y="5094099"/>
                </a:cubicBezTo>
                <a:cubicBezTo>
                  <a:pt x="9716312" y="5091242"/>
                  <a:pt x="9723621" y="5089814"/>
                  <a:pt x="9731438" y="5089814"/>
                </a:cubicBezTo>
                <a:close/>
                <a:moveTo>
                  <a:pt x="8264588" y="5089814"/>
                </a:moveTo>
                <a:cubicBezTo>
                  <a:pt x="8277196" y="5089814"/>
                  <a:pt x="8287934" y="5093414"/>
                  <a:pt x="8296800" y="5100614"/>
                </a:cubicBezTo>
                <a:cubicBezTo>
                  <a:pt x="8301290" y="5104231"/>
                  <a:pt x="8304897" y="5108500"/>
                  <a:pt x="8307623" y="5113420"/>
                </a:cubicBezTo>
                <a:cubicBezTo>
                  <a:pt x="8310816" y="5119127"/>
                  <a:pt x="8312412" y="5124677"/>
                  <a:pt x="8312412" y="5130071"/>
                </a:cubicBezTo>
                <a:cubicBezTo>
                  <a:pt x="8312412" y="5134572"/>
                  <a:pt x="8311396" y="5138385"/>
                  <a:pt x="8309363" y="5141510"/>
                </a:cubicBezTo>
                <a:cubicBezTo>
                  <a:pt x="8307330" y="5144635"/>
                  <a:pt x="8304567" y="5146197"/>
                  <a:pt x="8301073" y="5146197"/>
                </a:cubicBezTo>
                <a:lnTo>
                  <a:pt x="8256065" y="5146197"/>
                </a:lnTo>
                <a:cubicBezTo>
                  <a:pt x="8255453" y="5146197"/>
                  <a:pt x="8255148" y="5146408"/>
                  <a:pt x="8255148" y="5146829"/>
                </a:cubicBezTo>
                <a:cubicBezTo>
                  <a:pt x="8255148" y="5150400"/>
                  <a:pt x="8257177" y="5153840"/>
                  <a:pt x="8261234" y="5157149"/>
                </a:cubicBezTo>
                <a:cubicBezTo>
                  <a:pt x="8265291" y="5160458"/>
                  <a:pt x="8269665" y="5162113"/>
                  <a:pt x="8274355" y="5162113"/>
                </a:cubicBezTo>
                <a:cubicBezTo>
                  <a:pt x="8277206" y="5162113"/>
                  <a:pt x="8280401" y="5161553"/>
                  <a:pt x="8283941" y="5160433"/>
                </a:cubicBezTo>
                <a:cubicBezTo>
                  <a:pt x="8287481" y="5159314"/>
                  <a:pt x="8290384" y="5157953"/>
                  <a:pt x="8292651" y="5156350"/>
                </a:cubicBezTo>
                <a:cubicBezTo>
                  <a:pt x="8295178" y="5154574"/>
                  <a:pt x="8297283" y="5153686"/>
                  <a:pt x="8298966" y="5153686"/>
                </a:cubicBezTo>
                <a:cubicBezTo>
                  <a:pt x="8301296" y="5153686"/>
                  <a:pt x="8303434" y="5154930"/>
                  <a:pt x="8305378" y="5157419"/>
                </a:cubicBezTo>
                <a:cubicBezTo>
                  <a:pt x="8307322" y="5159908"/>
                  <a:pt x="8308295" y="5162443"/>
                  <a:pt x="8308295" y="5165025"/>
                </a:cubicBezTo>
                <a:cubicBezTo>
                  <a:pt x="8308295" y="5170266"/>
                  <a:pt x="8305145" y="5175232"/>
                  <a:pt x="8298844" y="5179922"/>
                </a:cubicBezTo>
                <a:cubicBezTo>
                  <a:pt x="8288366" y="5187763"/>
                  <a:pt x="8276245" y="5191683"/>
                  <a:pt x="8262480" y="5191683"/>
                </a:cubicBezTo>
                <a:cubicBezTo>
                  <a:pt x="8248575" y="5191683"/>
                  <a:pt x="8236911" y="5187637"/>
                  <a:pt x="8227491" y="5179544"/>
                </a:cubicBezTo>
                <a:cubicBezTo>
                  <a:pt x="8222900" y="5175551"/>
                  <a:pt x="8219109" y="5170729"/>
                  <a:pt x="8216117" y="5165078"/>
                </a:cubicBezTo>
                <a:cubicBezTo>
                  <a:pt x="8212208" y="5157590"/>
                  <a:pt x="8210254" y="5149687"/>
                  <a:pt x="8210254" y="5141370"/>
                </a:cubicBezTo>
                <a:cubicBezTo>
                  <a:pt x="8210254" y="5130220"/>
                  <a:pt x="8213642" y="5120194"/>
                  <a:pt x="8220418" y="5111292"/>
                </a:cubicBezTo>
                <a:cubicBezTo>
                  <a:pt x="8226264" y="5103585"/>
                  <a:pt x="8233679" y="5097854"/>
                  <a:pt x="8242662" y="5094099"/>
                </a:cubicBezTo>
                <a:cubicBezTo>
                  <a:pt x="8249463" y="5091242"/>
                  <a:pt x="8256771" y="5089814"/>
                  <a:pt x="8264588" y="5089814"/>
                </a:cubicBezTo>
                <a:close/>
                <a:moveTo>
                  <a:pt x="7800448" y="5089814"/>
                </a:moveTo>
                <a:cubicBezTo>
                  <a:pt x="7812219" y="5089814"/>
                  <a:pt x="7822615" y="5092767"/>
                  <a:pt x="7831639" y="5098673"/>
                </a:cubicBezTo>
                <a:cubicBezTo>
                  <a:pt x="7840494" y="5104506"/>
                  <a:pt x="7844921" y="5111780"/>
                  <a:pt x="7844921" y="5120495"/>
                </a:cubicBezTo>
                <a:cubicBezTo>
                  <a:pt x="7844921" y="5126603"/>
                  <a:pt x="7843005" y="5130756"/>
                  <a:pt x="7839175" y="5132956"/>
                </a:cubicBezTo>
                <a:cubicBezTo>
                  <a:pt x="7834794" y="5138208"/>
                  <a:pt x="7829800" y="5140835"/>
                  <a:pt x="7824197" y="5140835"/>
                </a:cubicBezTo>
                <a:cubicBezTo>
                  <a:pt x="7818204" y="5140835"/>
                  <a:pt x="7813676" y="5138645"/>
                  <a:pt x="7810609" y="5134265"/>
                </a:cubicBezTo>
                <a:cubicBezTo>
                  <a:pt x="7809682" y="5132908"/>
                  <a:pt x="7808388" y="5129639"/>
                  <a:pt x="7806726" y="5124457"/>
                </a:cubicBezTo>
                <a:cubicBezTo>
                  <a:pt x="7805291" y="5119990"/>
                  <a:pt x="7802624" y="5117756"/>
                  <a:pt x="7798725" y="5117756"/>
                </a:cubicBezTo>
                <a:cubicBezTo>
                  <a:pt x="7795900" y="5117756"/>
                  <a:pt x="7793461" y="5119070"/>
                  <a:pt x="7791407" y="5121699"/>
                </a:cubicBezTo>
                <a:cubicBezTo>
                  <a:pt x="7789353" y="5124328"/>
                  <a:pt x="7788327" y="5127662"/>
                  <a:pt x="7788327" y="5131700"/>
                </a:cubicBezTo>
                <a:cubicBezTo>
                  <a:pt x="7788327" y="5138902"/>
                  <a:pt x="7790879" y="5145263"/>
                  <a:pt x="7795986" y="5150783"/>
                </a:cubicBezTo>
                <a:cubicBezTo>
                  <a:pt x="7800056" y="5155145"/>
                  <a:pt x="7805182" y="5157325"/>
                  <a:pt x="7811365" y="5157325"/>
                </a:cubicBezTo>
                <a:cubicBezTo>
                  <a:pt x="7814394" y="5157325"/>
                  <a:pt x="7816938" y="5157068"/>
                  <a:pt x="7818997" y="5156553"/>
                </a:cubicBezTo>
                <a:cubicBezTo>
                  <a:pt x="7821055" y="5156038"/>
                  <a:pt x="7823563" y="5155082"/>
                  <a:pt x="7826521" y="5153683"/>
                </a:cubicBezTo>
                <a:cubicBezTo>
                  <a:pt x="7828050" y="5152919"/>
                  <a:pt x="7829510" y="5152537"/>
                  <a:pt x="7830901" y="5152537"/>
                </a:cubicBezTo>
                <a:cubicBezTo>
                  <a:pt x="7833721" y="5152537"/>
                  <a:pt x="7836141" y="5153779"/>
                  <a:pt x="7838158" y="5156263"/>
                </a:cubicBezTo>
                <a:cubicBezTo>
                  <a:pt x="7840178" y="5158748"/>
                  <a:pt x="7841186" y="5161572"/>
                  <a:pt x="7841186" y="5164736"/>
                </a:cubicBezTo>
                <a:cubicBezTo>
                  <a:pt x="7841186" y="5168031"/>
                  <a:pt x="7839905" y="5171393"/>
                  <a:pt x="7837344" y="5174820"/>
                </a:cubicBezTo>
                <a:cubicBezTo>
                  <a:pt x="7834783" y="5178248"/>
                  <a:pt x="7831455" y="5181224"/>
                  <a:pt x="7827362" y="5183748"/>
                </a:cubicBezTo>
                <a:cubicBezTo>
                  <a:pt x="7818764" y="5189038"/>
                  <a:pt x="7808612" y="5191683"/>
                  <a:pt x="7796905" y="5191683"/>
                </a:cubicBezTo>
                <a:cubicBezTo>
                  <a:pt x="7783264" y="5191683"/>
                  <a:pt x="7771643" y="5187711"/>
                  <a:pt x="7762042" y="5179765"/>
                </a:cubicBezTo>
                <a:cubicBezTo>
                  <a:pt x="7749700" y="5169678"/>
                  <a:pt x="7743529" y="5156817"/>
                  <a:pt x="7743529" y="5141180"/>
                </a:cubicBezTo>
                <a:cubicBezTo>
                  <a:pt x="7743529" y="5126157"/>
                  <a:pt x="7749274" y="5113730"/>
                  <a:pt x="7760766" y="5103899"/>
                </a:cubicBezTo>
                <a:cubicBezTo>
                  <a:pt x="7771678" y="5094509"/>
                  <a:pt x="7784906" y="5089814"/>
                  <a:pt x="7800448" y="5089814"/>
                </a:cubicBezTo>
                <a:close/>
                <a:moveTo>
                  <a:pt x="6419324" y="5089814"/>
                </a:moveTo>
                <a:cubicBezTo>
                  <a:pt x="6431093" y="5089814"/>
                  <a:pt x="6441490" y="5092767"/>
                  <a:pt x="6450515" y="5098673"/>
                </a:cubicBezTo>
                <a:cubicBezTo>
                  <a:pt x="6459369" y="5104506"/>
                  <a:pt x="6463796" y="5111780"/>
                  <a:pt x="6463796" y="5120495"/>
                </a:cubicBezTo>
                <a:cubicBezTo>
                  <a:pt x="6463796" y="5126603"/>
                  <a:pt x="6461881" y="5130756"/>
                  <a:pt x="6458050" y="5132956"/>
                </a:cubicBezTo>
                <a:cubicBezTo>
                  <a:pt x="6453669" y="5138208"/>
                  <a:pt x="6448676" y="5140835"/>
                  <a:pt x="6443072" y="5140835"/>
                </a:cubicBezTo>
                <a:cubicBezTo>
                  <a:pt x="6437079" y="5140835"/>
                  <a:pt x="6432551" y="5138645"/>
                  <a:pt x="6429484" y="5134265"/>
                </a:cubicBezTo>
                <a:cubicBezTo>
                  <a:pt x="6428557" y="5132908"/>
                  <a:pt x="6427263" y="5129639"/>
                  <a:pt x="6425602" y="5124457"/>
                </a:cubicBezTo>
                <a:cubicBezTo>
                  <a:pt x="6424166" y="5119990"/>
                  <a:pt x="6421499" y="5117756"/>
                  <a:pt x="6417600" y="5117756"/>
                </a:cubicBezTo>
                <a:cubicBezTo>
                  <a:pt x="6414775" y="5117756"/>
                  <a:pt x="6412336" y="5119070"/>
                  <a:pt x="6410282" y="5121699"/>
                </a:cubicBezTo>
                <a:cubicBezTo>
                  <a:pt x="6408229" y="5124328"/>
                  <a:pt x="6407202" y="5127662"/>
                  <a:pt x="6407202" y="5131700"/>
                </a:cubicBezTo>
                <a:cubicBezTo>
                  <a:pt x="6407202" y="5138902"/>
                  <a:pt x="6409755" y="5145263"/>
                  <a:pt x="6414861" y="5150783"/>
                </a:cubicBezTo>
                <a:cubicBezTo>
                  <a:pt x="6418931" y="5155145"/>
                  <a:pt x="6424057" y="5157325"/>
                  <a:pt x="6430241" y="5157325"/>
                </a:cubicBezTo>
                <a:cubicBezTo>
                  <a:pt x="6433270" y="5157325"/>
                  <a:pt x="6435813" y="5157068"/>
                  <a:pt x="6437872" y="5156553"/>
                </a:cubicBezTo>
                <a:cubicBezTo>
                  <a:pt x="6439930" y="5156038"/>
                  <a:pt x="6442439" y="5155082"/>
                  <a:pt x="6445396" y="5153683"/>
                </a:cubicBezTo>
                <a:cubicBezTo>
                  <a:pt x="6446925" y="5152919"/>
                  <a:pt x="6448385" y="5152537"/>
                  <a:pt x="6449776" y="5152537"/>
                </a:cubicBezTo>
                <a:cubicBezTo>
                  <a:pt x="6452596" y="5152537"/>
                  <a:pt x="6455016" y="5153779"/>
                  <a:pt x="6457034" y="5156263"/>
                </a:cubicBezTo>
                <a:cubicBezTo>
                  <a:pt x="6459053" y="5158748"/>
                  <a:pt x="6460062" y="5161572"/>
                  <a:pt x="6460062" y="5164736"/>
                </a:cubicBezTo>
                <a:cubicBezTo>
                  <a:pt x="6460062" y="5168031"/>
                  <a:pt x="6458781" y="5171393"/>
                  <a:pt x="6456219" y="5174820"/>
                </a:cubicBezTo>
                <a:cubicBezTo>
                  <a:pt x="6453658" y="5178248"/>
                  <a:pt x="6450330" y="5181224"/>
                  <a:pt x="6446237" y="5183748"/>
                </a:cubicBezTo>
                <a:cubicBezTo>
                  <a:pt x="6437639" y="5189038"/>
                  <a:pt x="6427487" y="5191683"/>
                  <a:pt x="6415780" y="5191683"/>
                </a:cubicBezTo>
                <a:cubicBezTo>
                  <a:pt x="6402139" y="5191683"/>
                  <a:pt x="6390518" y="5187711"/>
                  <a:pt x="6380917" y="5179765"/>
                </a:cubicBezTo>
                <a:cubicBezTo>
                  <a:pt x="6368575" y="5169678"/>
                  <a:pt x="6362404" y="5156817"/>
                  <a:pt x="6362404" y="5141180"/>
                </a:cubicBezTo>
                <a:cubicBezTo>
                  <a:pt x="6362404" y="5126157"/>
                  <a:pt x="6368150" y="5113730"/>
                  <a:pt x="6379641" y="5103899"/>
                </a:cubicBezTo>
                <a:cubicBezTo>
                  <a:pt x="6390553" y="5094509"/>
                  <a:pt x="6403781" y="5089814"/>
                  <a:pt x="6419324" y="5089814"/>
                </a:cubicBezTo>
                <a:close/>
                <a:moveTo>
                  <a:pt x="3959289" y="5089814"/>
                </a:moveTo>
                <a:cubicBezTo>
                  <a:pt x="3971898" y="5089814"/>
                  <a:pt x="3982635" y="5093414"/>
                  <a:pt x="3991501" y="5100614"/>
                </a:cubicBezTo>
                <a:cubicBezTo>
                  <a:pt x="3995991" y="5104231"/>
                  <a:pt x="3999599" y="5108500"/>
                  <a:pt x="4002325" y="5113420"/>
                </a:cubicBezTo>
                <a:cubicBezTo>
                  <a:pt x="4005517" y="5119127"/>
                  <a:pt x="4007114" y="5124677"/>
                  <a:pt x="4007114" y="5130071"/>
                </a:cubicBezTo>
                <a:cubicBezTo>
                  <a:pt x="4007114" y="5134572"/>
                  <a:pt x="4006097" y="5138385"/>
                  <a:pt x="4004063" y="5141510"/>
                </a:cubicBezTo>
                <a:cubicBezTo>
                  <a:pt x="4002031" y="5144635"/>
                  <a:pt x="3999268" y="5146197"/>
                  <a:pt x="3995775" y="5146197"/>
                </a:cubicBezTo>
                <a:lnTo>
                  <a:pt x="3950766" y="5146197"/>
                </a:lnTo>
                <a:cubicBezTo>
                  <a:pt x="3950155" y="5146197"/>
                  <a:pt x="3949849" y="5146408"/>
                  <a:pt x="3949849" y="5146829"/>
                </a:cubicBezTo>
                <a:cubicBezTo>
                  <a:pt x="3949849" y="5150400"/>
                  <a:pt x="3951878" y="5153840"/>
                  <a:pt x="3955935" y="5157149"/>
                </a:cubicBezTo>
                <a:cubicBezTo>
                  <a:pt x="3959992" y="5160458"/>
                  <a:pt x="3964367" y="5162113"/>
                  <a:pt x="3969056" y="5162113"/>
                </a:cubicBezTo>
                <a:cubicBezTo>
                  <a:pt x="3971907" y="5162113"/>
                  <a:pt x="3975102" y="5161553"/>
                  <a:pt x="3978642" y="5160433"/>
                </a:cubicBezTo>
                <a:cubicBezTo>
                  <a:pt x="3982183" y="5159314"/>
                  <a:pt x="3985085" y="5157953"/>
                  <a:pt x="3987352" y="5156350"/>
                </a:cubicBezTo>
                <a:cubicBezTo>
                  <a:pt x="3989879" y="5154574"/>
                  <a:pt x="3991984" y="5153686"/>
                  <a:pt x="3993667" y="5153686"/>
                </a:cubicBezTo>
                <a:cubicBezTo>
                  <a:pt x="3995998" y="5153686"/>
                  <a:pt x="3998135" y="5154930"/>
                  <a:pt x="4000080" y="5157419"/>
                </a:cubicBezTo>
                <a:cubicBezTo>
                  <a:pt x="4002023" y="5159908"/>
                  <a:pt x="4002996" y="5162443"/>
                  <a:pt x="4002996" y="5165024"/>
                </a:cubicBezTo>
                <a:cubicBezTo>
                  <a:pt x="4002996" y="5170266"/>
                  <a:pt x="3999846" y="5175232"/>
                  <a:pt x="3993545" y="5179922"/>
                </a:cubicBezTo>
                <a:cubicBezTo>
                  <a:pt x="3983067" y="5187763"/>
                  <a:pt x="3970946" y="5191683"/>
                  <a:pt x="3957182" y="5191683"/>
                </a:cubicBezTo>
                <a:cubicBezTo>
                  <a:pt x="3943277" y="5191683"/>
                  <a:pt x="3931613" y="5187637"/>
                  <a:pt x="3922192" y="5179544"/>
                </a:cubicBezTo>
                <a:cubicBezTo>
                  <a:pt x="3917601" y="5175551"/>
                  <a:pt x="3913810" y="5170729"/>
                  <a:pt x="3910819" y="5165078"/>
                </a:cubicBezTo>
                <a:cubicBezTo>
                  <a:pt x="3906909" y="5157590"/>
                  <a:pt x="3904955" y="5149687"/>
                  <a:pt x="3904955" y="5141370"/>
                </a:cubicBezTo>
                <a:cubicBezTo>
                  <a:pt x="3904955" y="5130220"/>
                  <a:pt x="3908343" y="5120194"/>
                  <a:pt x="3915119" y="5111292"/>
                </a:cubicBezTo>
                <a:cubicBezTo>
                  <a:pt x="3920966" y="5103585"/>
                  <a:pt x="3928380" y="5097854"/>
                  <a:pt x="3937363" y="5094099"/>
                </a:cubicBezTo>
                <a:cubicBezTo>
                  <a:pt x="3944164" y="5091242"/>
                  <a:pt x="3951472" y="5089814"/>
                  <a:pt x="3959289" y="5089814"/>
                </a:cubicBezTo>
                <a:close/>
                <a:moveTo>
                  <a:pt x="11505769" y="5089718"/>
                </a:moveTo>
                <a:cubicBezTo>
                  <a:pt x="11517303" y="5089718"/>
                  <a:pt x="11527115" y="5092659"/>
                  <a:pt x="11535204" y="5098541"/>
                </a:cubicBezTo>
                <a:cubicBezTo>
                  <a:pt x="11539604" y="5101772"/>
                  <a:pt x="11542684" y="5105475"/>
                  <a:pt x="11544443" y="5109650"/>
                </a:cubicBezTo>
                <a:cubicBezTo>
                  <a:pt x="11546201" y="5113824"/>
                  <a:pt x="11547081" y="5118735"/>
                  <a:pt x="11547081" y="5124384"/>
                </a:cubicBezTo>
                <a:lnTo>
                  <a:pt x="11546891" y="5138651"/>
                </a:lnTo>
                <a:cubicBezTo>
                  <a:pt x="11546891" y="5149612"/>
                  <a:pt x="11547405" y="5156168"/>
                  <a:pt x="11548432" y="5158319"/>
                </a:cubicBezTo>
                <a:cubicBezTo>
                  <a:pt x="11549214" y="5159879"/>
                  <a:pt x="11549767" y="5160756"/>
                  <a:pt x="11550093" y="5160952"/>
                </a:cubicBezTo>
                <a:cubicBezTo>
                  <a:pt x="11550418" y="5161148"/>
                  <a:pt x="11551478" y="5161385"/>
                  <a:pt x="11553268" y="5161664"/>
                </a:cubicBezTo>
                <a:cubicBezTo>
                  <a:pt x="11556485" y="5162168"/>
                  <a:pt x="11558095" y="5164150"/>
                  <a:pt x="11558095" y="5167610"/>
                </a:cubicBezTo>
                <a:cubicBezTo>
                  <a:pt x="11558095" y="5171092"/>
                  <a:pt x="11556764" y="5174631"/>
                  <a:pt x="11554102" y="5178226"/>
                </a:cubicBezTo>
                <a:cubicBezTo>
                  <a:pt x="11551440" y="5181821"/>
                  <a:pt x="11548365" y="5184544"/>
                  <a:pt x="11544879" y="5186397"/>
                </a:cubicBezTo>
                <a:cubicBezTo>
                  <a:pt x="11539129" y="5189921"/>
                  <a:pt x="11533434" y="5191683"/>
                  <a:pt x="11527793" y="5191683"/>
                </a:cubicBezTo>
                <a:cubicBezTo>
                  <a:pt x="11520474" y="5191683"/>
                  <a:pt x="11514634" y="5189112"/>
                  <a:pt x="11510277" y="5183971"/>
                </a:cubicBezTo>
                <a:cubicBezTo>
                  <a:pt x="11509378" y="5182857"/>
                  <a:pt x="11508673" y="5182300"/>
                  <a:pt x="11508164" y="5182300"/>
                </a:cubicBezTo>
                <a:cubicBezTo>
                  <a:pt x="11507376" y="5182300"/>
                  <a:pt x="11506367" y="5182756"/>
                  <a:pt x="11505138" y="5183668"/>
                </a:cubicBezTo>
                <a:cubicBezTo>
                  <a:pt x="11497844" y="5189012"/>
                  <a:pt x="11489914" y="5191683"/>
                  <a:pt x="11481350" y="5191683"/>
                </a:cubicBezTo>
                <a:cubicBezTo>
                  <a:pt x="11472557" y="5191683"/>
                  <a:pt x="11465414" y="5189784"/>
                  <a:pt x="11459920" y="5185985"/>
                </a:cubicBezTo>
                <a:cubicBezTo>
                  <a:pt x="11456280" y="5183444"/>
                  <a:pt x="11453396" y="5180133"/>
                  <a:pt x="11451271" y="5176054"/>
                </a:cubicBezTo>
                <a:cubicBezTo>
                  <a:pt x="11449145" y="5171975"/>
                  <a:pt x="11448083" y="5167692"/>
                  <a:pt x="11448083" y="5163204"/>
                </a:cubicBezTo>
                <a:cubicBezTo>
                  <a:pt x="11448083" y="5155997"/>
                  <a:pt x="11450957" y="5149655"/>
                  <a:pt x="11456705" y="5144180"/>
                </a:cubicBezTo>
                <a:cubicBezTo>
                  <a:pt x="11465449" y="5135772"/>
                  <a:pt x="11478415" y="5131535"/>
                  <a:pt x="11495602" y="5131469"/>
                </a:cubicBezTo>
                <a:cubicBezTo>
                  <a:pt x="11498894" y="5131469"/>
                  <a:pt x="11500798" y="5131271"/>
                  <a:pt x="11501315" y="5130874"/>
                </a:cubicBezTo>
                <a:cubicBezTo>
                  <a:pt x="11501833" y="5130477"/>
                  <a:pt x="11502091" y="5129252"/>
                  <a:pt x="11502091" y="5127198"/>
                </a:cubicBezTo>
                <a:cubicBezTo>
                  <a:pt x="11502091" y="5120761"/>
                  <a:pt x="11501501" y="5116269"/>
                  <a:pt x="11500322" y="5113723"/>
                </a:cubicBezTo>
                <a:cubicBezTo>
                  <a:pt x="11499143" y="5111177"/>
                  <a:pt x="11497384" y="5109904"/>
                  <a:pt x="11495044" y="5109904"/>
                </a:cubicBezTo>
                <a:cubicBezTo>
                  <a:pt x="11493595" y="5109904"/>
                  <a:pt x="11492254" y="5110376"/>
                  <a:pt x="11491023" y="5111319"/>
                </a:cubicBezTo>
                <a:cubicBezTo>
                  <a:pt x="11489792" y="5112262"/>
                  <a:pt x="11488188" y="5114089"/>
                  <a:pt x="11486213" y="5116799"/>
                </a:cubicBezTo>
                <a:cubicBezTo>
                  <a:pt x="11479995" y="5125673"/>
                  <a:pt x="11473425" y="5130110"/>
                  <a:pt x="11466506" y="5130110"/>
                </a:cubicBezTo>
                <a:cubicBezTo>
                  <a:pt x="11462853" y="5130110"/>
                  <a:pt x="11459842" y="5129002"/>
                  <a:pt x="11457475" y="5126787"/>
                </a:cubicBezTo>
                <a:cubicBezTo>
                  <a:pt x="11455108" y="5124572"/>
                  <a:pt x="11453924" y="5121677"/>
                  <a:pt x="11453924" y="5118101"/>
                </a:cubicBezTo>
                <a:cubicBezTo>
                  <a:pt x="11453924" y="5114578"/>
                  <a:pt x="11455265" y="5111144"/>
                  <a:pt x="11457947" y="5107800"/>
                </a:cubicBezTo>
                <a:cubicBezTo>
                  <a:pt x="11460630" y="5104456"/>
                  <a:pt x="11463854" y="5101770"/>
                  <a:pt x="11467618" y="5099742"/>
                </a:cubicBezTo>
                <a:cubicBezTo>
                  <a:pt x="11480171" y="5093059"/>
                  <a:pt x="11492889" y="5089718"/>
                  <a:pt x="11505769" y="5089718"/>
                </a:cubicBezTo>
                <a:close/>
                <a:moveTo>
                  <a:pt x="10800919" y="5089718"/>
                </a:moveTo>
                <a:cubicBezTo>
                  <a:pt x="10812453" y="5089718"/>
                  <a:pt x="10822265" y="5092659"/>
                  <a:pt x="10830354" y="5098541"/>
                </a:cubicBezTo>
                <a:cubicBezTo>
                  <a:pt x="10834754" y="5101772"/>
                  <a:pt x="10837834" y="5105475"/>
                  <a:pt x="10839593" y="5109650"/>
                </a:cubicBezTo>
                <a:cubicBezTo>
                  <a:pt x="10841352" y="5113824"/>
                  <a:pt x="10842231" y="5118735"/>
                  <a:pt x="10842231" y="5124384"/>
                </a:cubicBezTo>
                <a:lnTo>
                  <a:pt x="10842041" y="5138651"/>
                </a:lnTo>
                <a:cubicBezTo>
                  <a:pt x="10842041" y="5149612"/>
                  <a:pt x="10842555" y="5156168"/>
                  <a:pt x="10843582" y="5158319"/>
                </a:cubicBezTo>
                <a:cubicBezTo>
                  <a:pt x="10844364" y="5159879"/>
                  <a:pt x="10844917" y="5160756"/>
                  <a:pt x="10845244" y="5160952"/>
                </a:cubicBezTo>
                <a:cubicBezTo>
                  <a:pt x="10845569" y="5161148"/>
                  <a:pt x="10846628" y="5161385"/>
                  <a:pt x="10848418" y="5161664"/>
                </a:cubicBezTo>
                <a:cubicBezTo>
                  <a:pt x="10851637" y="5162168"/>
                  <a:pt x="10853246" y="5164150"/>
                  <a:pt x="10853246" y="5167610"/>
                </a:cubicBezTo>
                <a:cubicBezTo>
                  <a:pt x="10853246" y="5171092"/>
                  <a:pt x="10851914" y="5174631"/>
                  <a:pt x="10849253" y="5178226"/>
                </a:cubicBezTo>
                <a:cubicBezTo>
                  <a:pt x="10846590" y="5181821"/>
                  <a:pt x="10843516" y="5184544"/>
                  <a:pt x="10840029" y="5186397"/>
                </a:cubicBezTo>
                <a:cubicBezTo>
                  <a:pt x="10834281" y="5189921"/>
                  <a:pt x="10828584" y="5191683"/>
                  <a:pt x="10822944" y="5191683"/>
                </a:cubicBezTo>
                <a:cubicBezTo>
                  <a:pt x="10815624" y="5191683"/>
                  <a:pt x="10809784" y="5189112"/>
                  <a:pt x="10805427" y="5183971"/>
                </a:cubicBezTo>
                <a:cubicBezTo>
                  <a:pt x="10804528" y="5182857"/>
                  <a:pt x="10803823" y="5182300"/>
                  <a:pt x="10803314" y="5182300"/>
                </a:cubicBezTo>
                <a:cubicBezTo>
                  <a:pt x="10802526" y="5182300"/>
                  <a:pt x="10801519" y="5182756"/>
                  <a:pt x="10800288" y="5183668"/>
                </a:cubicBezTo>
                <a:cubicBezTo>
                  <a:pt x="10792994" y="5189012"/>
                  <a:pt x="10785064" y="5191683"/>
                  <a:pt x="10776500" y="5191683"/>
                </a:cubicBezTo>
                <a:cubicBezTo>
                  <a:pt x="10767707" y="5191683"/>
                  <a:pt x="10760564" y="5189784"/>
                  <a:pt x="10755070" y="5185985"/>
                </a:cubicBezTo>
                <a:cubicBezTo>
                  <a:pt x="10751430" y="5183444"/>
                  <a:pt x="10748546" y="5180133"/>
                  <a:pt x="10746421" y="5176054"/>
                </a:cubicBezTo>
                <a:cubicBezTo>
                  <a:pt x="10744295" y="5171975"/>
                  <a:pt x="10743233" y="5167692"/>
                  <a:pt x="10743233" y="5163204"/>
                </a:cubicBezTo>
                <a:cubicBezTo>
                  <a:pt x="10743233" y="5155997"/>
                  <a:pt x="10746107" y="5149655"/>
                  <a:pt x="10751855" y="5144180"/>
                </a:cubicBezTo>
                <a:cubicBezTo>
                  <a:pt x="10760599" y="5135772"/>
                  <a:pt x="10773565" y="5131535"/>
                  <a:pt x="10790752" y="5131469"/>
                </a:cubicBezTo>
                <a:cubicBezTo>
                  <a:pt x="10794044" y="5131469"/>
                  <a:pt x="10795948" y="5131271"/>
                  <a:pt x="10796465" y="5130874"/>
                </a:cubicBezTo>
                <a:cubicBezTo>
                  <a:pt x="10796983" y="5130477"/>
                  <a:pt x="10797241" y="5129252"/>
                  <a:pt x="10797241" y="5127198"/>
                </a:cubicBezTo>
                <a:cubicBezTo>
                  <a:pt x="10797241" y="5120761"/>
                  <a:pt x="10796651" y="5116269"/>
                  <a:pt x="10795472" y="5113723"/>
                </a:cubicBezTo>
                <a:cubicBezTo>
                  <a:pt x="10794293" y="5111177"/>
                  <a:pt x="10792534" y="5109904"/>
                  <a:pt x="10790194" y="5109904"/>
                </a:cubicBezTo>
                <a:cubicBezTo>
                  <a:pt x="10788745" y="5109904"/>
                  <a:pt x="10787406" y="5110376"/>
                  <a:pt x="10786173" y="5111319"/>
                </a:cubicBezTo>
                <a:cubicBezTo>
                  <a:pt x="10784942" y="5112262"/>
                  <a:pt x="10783338" y="5114089"/>
                  <a:pt x="10781363" y="5116799"/>
                </a:cubicBezTo>
                <a:cubicBezTo>
                  <a:pt x="10775145" y="5125673"/>
                  <a:pt x="10768575" y="5130110"/>
                  <a:pt x="10761656" y="5130110"/>
                </a:cubicBezTo>
                <a:cubicBezTo>
                  <a:pt x="10758003" y="5130110"/>
                  <a:pt x="10754992" y="5129002"/>
                  <a:pt x="10752625" y="5126787"/>
                </a:cubicBezTo>
                <a:cubicBezTo>
                  <a:pt x="10750258" y="5124572"/>
                  <a:pt x="10749074" y="5121677"/>
                  <a:pt x="10749074" y="5118101"/>
                </a:cubicBezTo>
                <a:cubicBezTo>
                  <a:pt x="10749074" y="5114578"/>
                  <a:pt x="10750415" y="5111144"/>
                  <a:pt x="10753097" y="5107800"/>
                </a:cubicBezTo>
                <a:cubicBezTo>
                  <a:pt x="10755780" y="5104456"/>
                  <a:pt x="10759004" y="5101770"/>
                  <a:pt x="10762768" y="5099742"/>
                </a:cubicBezTo>
                <a:cubicBezTo>
                  <a:pt x="10775321" y="5093059"/>
                  <a:pt x="10788039" y="5089718"/>
                  <a:pt x="10800919" y="5089718"/>
                </a:cubicBezTo>
                <a:close/>
                <a:moveTo>
                  <a:pt x="10595966" y="5089718"/>
                </a:moveTo>
                <a:cubicBezTo>
                  <a:pt x="10608062" y="5089718"/>
                  <a:pt x="10618694" y="5092872"/>
                  <a:pt x="10627859" y="5099181"/>
                </a:cubicBezTo>
                <a:cubicBezTo>
                  <a:pt x="10634468" y="5103721"/>
                  <a:pt x="10639758" y="5109595"/>
                  <a:pt x="10643726" y="5116802"/>
                </a:cubicBezTo>
                <a:cubicBezTo>
                  <a:pt x="10647854" y="5124395"/>
                  <a:pt x="10649919" y="5132297"/>
                  <a:pt x="10649919" y="5140510"/>
                </a:cubicBezTo>
                <a:cubicBezTo>
                  <a:pt x="10649919" y="5154976"/>
                  <a:pt x="10643289" y="5167273"/>
                  <a:pt x="10630029" y="5177401"/>
                </a:cubicBezTo>
                <a:cubicBezTo>
                  <a:pt x="10617553" y="5186923"/>
                  <a:pt x="10603262" y="5191683"/>
                  <a:pt x="10587156" y="5191683"/>
                </a:cubicBezTo>
                <a:cubicBezTo>
                  <a:pt x="10571357" y="5191683"/>
                  <a:pt x="10558556" y="5187179"/>
                  <a:pt x="10548754" y="5178172"/>
                </a:cubicBezTo>
                <a:cubicBezTo>
                  <a:pt x="10539153" y="5169371"/>
                  <a:pt x="10534354" y="5157902"/>
                  <a:pt x="10534354" y="5143765"/>
                </a:cubicBezTo>
                <a:cubicBezTo>
                  <a:pt x="10534354" y="5128103"/>
                  <a:pt x="10540195" y="5115294"/>
                  <a:pt x="10551879" y="5105337"/>
                </a:cubicBezTo>
                <a:cubicBezTo>
                  <a:pt x="10564005" y="5094924"/>
                  <a:pt x="10578701" y="5089718"/>
                  <a:pt x="10595966" y="5089718"/>
                </a:cubicBezTo>
                <a:close/>
                <a:moveTo>
                  <a:pt x="10499522" y="5089718"/>
                </a:moveTo>
                <a:cubicBezTo>
                  <a:pt x="10503122" y="5089718"/>
                  <a:pt x="10506775" y="5092066"/>
                  <a:pt x="10510478" y="5096762"/>
                </a:cubicBezTo>
                <a:cubicBezTo>
                  <a:pt x="10512714" y="5099484"/>
                  <a:pt x="10514647" y="5102744"/>
                  <a:pt x="10516273" y="5106540"/>
                </a:cubicBezTo>
                <a:cubicBezTo>
                  <a:pt x="10517900" y="5110337"/>
                  <a:pt x="10518714" y="5113647"/>
                  <a:pt x="10518714" y="5116473"/>
                </a:cubicBezTo>
                <a:cubicBezTo>
                  <a:pt x="10518714" y="5119558"/>
                  <a:pt x="10517616" y="5122140"/>
                  <a:pt x="10515422" y="5124217"/>
                </a:cubicBezTo>
                <a:cubicBezTo>
                  <a:pt x="10513227" y="5126294"/>
                  <a:pt x="10510513" y="5127332"/>
                  <a:pt x="10507278" y="5127332"/>
                </a:cubicBezTo>
                <a:cubicBezTo>
                  <a:pt x="10504648" y="5127332"/>
                  <a:pt x="10502344" y="5126721"/>
                  <a:pt x="10500365" y="5125498"/>
                </a:cubicBezTo>
                <a:cubicBezTo>
                  <a:pt x="10498385" y="5124275"/>
                  <a:pt x="10495995" y="5121950"/>
                  <a:pt x="10493196" y="5118522"/>
                </a:cubicBezTo>
                <a:cubicBezTo>
                  <a:pt x="10488320" y="5114565"/>
                  <a:pt x="10484811" y="5112586"/>
                  <a:pt x="10482667" y="5112586"/>
                </a:cubicBezTo>
                <a:cubicBezTo>
                  <a:pt x="10481475" y="5112586"/>
                  <a:pt x="10480417" y="5113047"/>
                  <a:pt x="10479495" y="5113969"/>
                </a:cubicBezTo>
                <a:cubicBezTo>
                  <a:pt x="10478572" y="5114891"/>
                  <a:pt x="10478110" y="5115981"/>
                  <a:pt x="10478110" y="5117239"/>
                </a:cubicBezTo>
                <a:cubicBezTo>
                  <a:pt x="10478110" y="5119558"/>
                  <a:pt x="10480706" y="5121905"/>
                  <a:pt x="10485895" y="5124278"/>
                </a:cubicBezTo>
                <a:cubicBezTo>
                  <a:pt x="10496941" y="5129245"/>
                  <a:pt x="10505411" y="5134677"/>
                  <a:pt x="10511306" y="5140572"/>
                </a:cubicBezTo>
                <a:cubicBezTo>
                  <a:pt x="10516564" y="5145830"/>
                  <a:pt x="10519193" y="5152225"/>
                  <a:pt x="10519193" y="5159756"/>
                </a:cubicBezTo>
                <a:cubicBezTo>
                  <a:pt x="10519193" y="5169246"/>
                  <a:pt x="10515299" y="5176492"/>
                  <a:pt x="10507511" y="5181495"/>
                </a:cubicBezTo>
                <a:cubicBezTo>
                  <a:pt x="10499930" y="5188287"/>
                  <a:pt x="10491042" y="5191683"/>
                  <a:pt x="10480849" y="5191683"/>
                </a:cubicBezTo>
                <a:cubicBezTo>
                  <a:pt x="10478176" y="5191683"/>
                  <a:pt x="10473442" y="5191255"/>
                  <a:pt x="10466648" y="5190397"/>
                </a:cubicBezTo>
                <a:cubicBezTo>
                  <a:pt x="10460695" y="5189722"/>
                  <a:pt x="10457418" y="5189385"/>
                  <a:pt x="10456813" y="5189385"/>
                </a:cubicBezTo>
                <a:cubicBezTo>
                  <a:pt x="10456218" y="5189385"/>
                  <a:pt x="10455491" y="5189461"/>
                  <a:pt x="10454632" y="5189613"/>
                </a:cubicBezTo>
                <a:cubicBezTo>
                  <a:pt x="10452489" y="5189908"/>
                  <a:pt x="10450917" y="5190055"/>
                  <a:pt x="10449918" y="5190055"/>
                </a:cubicBezTo>
                <a:cubicBezTo>
                  <a:pt x="10446408" y="5190055"/>
                  <a:pt x="10443608" y="5189126"/>
                  <a:pt x="10441519" y="5187268"/>
                </a:cubicBezTo>
                <a:cubicBezTo>
                  <a:pt x="10438687" y="5184714"/>
                  <a:pt x="10436101" y="5180777"/>
                  <a:pt x="10433760" y="5175459"/>
                </a:cubicBezTo>
                <a:cubicBezTo>
                  <a:pt x="10431419" y="5170141"/>
                  <a:pt x="10430248" y="5165513"/>
                  <a:pt x="10430248" y="5161577"/>
                </a:cubicBezTo>
                <a:cubicBezTo>
                  <a:pt x="10430248" y="5154402"/>
                  <a:pt x="10433198" y="5150814"/>
                  <a:pt x="10439097" y="5150814"/>
                </a:cubicBezTo>
                <a:cubicBezTo>
                  <a:pt x="10441356" y="5150814"/>
                  <a:pt x="10443340" y="5151487"/>
                  <a:pt x="10445053" y="5152835"/>
                </a:cubicBezTo>
                <a:cubicBezTo>
                  <a:pt x="10446765" y="5154183"/>
                  <a:pt x="10450059" y="5157457"/>
                  <a:pt x="10454934" y="5162658"/>
                </a:cubicBezTo>
                <a:cubicBezTo>
                  <a:pt x="10457435" y="5165341"/>
                  <a:pt x="10459423" y="5167135"/>
                  <a:pt x="10460900" y="5168037"/>
                </a:cubicBezTo>
                <a:cubicBezTo>
                  <a:pt x="10462378" y="5168939"/>
                  <a:pt x="10463919" y="5169391"/>
                  <a:pt x="10465526" y="5169391"/>
                </a:cubicBezTo>
                <a:cubicBezTo>
                  <a:pt x="10467131" y="5169391"/>
                  <a:pt x="10468372" y="5169007"/>
                  <a:pt x="10469249" y="5168239"/>
                </a:cubicBezTo>
                <a:cubicBezTo>
                  <a:pt x="10470126" y="5167472"/>
                  <a:pt x="10470564" y="5166464"/>
                  <a:pt x="10470564" y="5165215"/>
                </a:cubicBezTo>
                <a:cubicBezTo>
                  <a:pt x="10470564" y="5163170"/>
                  <a:pt x="10468106" y="5160903"/>
                  <a:pt x="10463190" y="5158414"/>
                </a:cubicBezTo>
                <a:cubicBezTo>
                  <a:pt x="10453402" y="5153741"/>
                  <a:pt x="10446102" y="5148579"/>
                  <a:pt x="10441293" y="5142929"/>
                </a:cubicBezTo>
                <a:cubicBezTo>
                  <a:pt x="10436484" y="5137279"/>
                  <a:pt x="10434079" y="5130695"/>
                  <a:pt x="10434079" y="5123177"/>
                </a:cubicBezTo>
                <a:cubicBezTo>
                  <a:pt x="10434079" y="5115105"/>
                  <a:pt x="10436562" y="5108144"/>
                  <a:pt x="10441528" y="5102294"/>
                </a:cubicBezTo>
                <a:cubicBezTo>
                  <a:pt x="10448563" y="5093974"/>
                  <a:pt x="10458127" y="5089814"/>
                  <a:pt x="10470219" y="5089814"/>
                </a:cubicBezTo>
                <a:cubicBezTo>
                  <a:pt x="10473457" y="5089814"/>
                  <a:pt x="10478474" y="5090516"/>
                  <a:pt x="10485268" y="5091920"/>
                </a:cubicBezTo>
                <a:cubicBezTo>
                  <a:pt x="10487209" y="5092175"/>
                  <a:pt x="10488609" y="5092303"/>
                  <a:pt x="10489467" y="5092303"/>
                </a:cubicBezTo>
                <a:cubicBezTo>
                  <a:pt x="10490305" y="5092303"/>
                  <a:pt x="10492441" y="5091728"/>
                  <a:pt x="10495872" y="5090580"/>
                </a:cubicBezTo>
                <a:cubicBezTo>
                  <a:pt x="10497055" y="5090005"/>
                  <a:pt x="10498271" y="5089718"/>
                  <a:pt x="10499522" y="5089718"/>
                </a:cubicBezTo>
                <a:close/>
                <a:moveTo>
                  <a:pt x="10086544" y="5089718"/>
                </a:moveTo>
                <a:cubicBezTo>
                  <a:pt x="10098078" y="5089718"/>
                  <a:pt x="10107889" y="5092659"/>
                  <a:pt x="10115979" y="5098541"/>
                </a:cubicBezTo>
                <a:cubicBezTo>
                  <a:pt x="10120379" y="5101772"/>
                  <a:pt x="10123458" y="5105475"/>
                  <a:pt x="10125217" y="5109650"/>
                </a:cubicBezTo>
                <a:cubicBezTo>
                  <a:pt x="10126977" y="5113824"/>
                  <a:pt x="10127856" y="5118735"/>
                  <a:pt x="10127856" y="5124384"/>
                </a:cubicBezTo>
                <a:lnTo>
                  <a:pt x="10127666" y="5138651"/>
                </a:lnTo>
                <a:cubicBezTo>
                  <a:pt x="10127666" y="5149612"/>
                  <a:pt x="10128180" y="5156168"/>
                  <a:pt x="10129207" y="5158319"/>
                </a:cubicBezTo>
                <a:cubicBezTo>
                  <a:pt x="10129988" y="5159879"/>
                  <a:pt x="10130542" y="5160756"/>
                  <a:pt x="10130868" y="5160952"/>
                </a:cubicBezTo>
                <a:cubicBezTo>
                  <a:pt x="10131194" y="5161148"/>
                  <a:pt x="10132253" y="5161385"/>
                  <a:pt x="10134043" y="5161664"/>
                </a:cubicBezTo>
                <a:cubicBezTo>
                  <a:pt x="10137261" y="5162168"/>
                  <a:pt x="10138870" y="5164150"/>
                  <a:pt x="10138870" y="5167610"/>
                </a:cubicBezTo>
                <a:cubicBezTo>
                  <a:pt x="10138870" y="5171092"/>
                  <a:pt x="10137539" y="5174631"/>
                  <a:pt x="10134877" y="5178226"/>
                </a:cubicBezTo>
                <a:cubicBezTo>
                  <a:pt x="10132215" y="5181821"/>
                  <a:pt x="10129140" y="5184544"/>
                  <a:pt x="10125654" y="5186397"/>
                </a:cubicBezTo>
                <a:cubicBezTo>
                  <a:pt x="10119905" y="5189921"/>
                  <a:pt x="10114209" y="5191683"/>
                  <a:pt x="10108568" y="5191683"/>
                </a:cubicBezTo>
                <a:cubicBezTo>
                  <a:pt x="10101248" y="5191683"/>
                  <a:pt x="10095409" y="5189112"/>
                  <a:pt x="10091052" y="5183971"/>
                </a:cubicBezTo>
                <a:cubicBezTo>
                  <a:pt x="10090153" y="5182857"/>
                  <a:pt x="10089448" y="5182300"/>
                  <a:pt x="10088938" y="5182300"/>
                </a:cubicBezTo>
                <a:cubicBezTo>
                  <a:pt x="10088151" y="5182300"/>
                  <a:pt x="10087142" y="5182756"/>
                  <a:pt x="10085913" y="5183668"/>
                </a:cubicBezTo>
                <a:cubicBezTo>
                  <a:pt x="10078618" y="5189012"/>
                  <a:pt x="10070688" y="5191683"/>
                  <a:pt x="10062125" y="5191683"/>
                </a:cubicBezTo>
                <a:cubicBezTo>
                  <a:pt x="10053332" y="5191683"/>
                  <a:pt x="10046189" y="5189784"/>
                  <a:pt x="10040695" y="5185985"/>
                </a:cubicBezTo>
                <a:cubicBezTo>
                  <a:pt x="10037055" y="5183444"/>
                  <a:pt x="10034171" y="5180133"/>
                  <a:pt x="10032046" y="5176054"/>
                </a:cubicBezTo>
                <a:cubicBezTo>
                  <a:pt x="10029920" y="5171975"/>
                  <a:pt x="10028857" y="5167692"/>
                  <a:pt x="10028857" y="5163204"/>
                </a:cubicBezTo>
                <a:cubicBezTo>
                  <a:pt x="10028857" y="5155997"/>
                  <a:pt x="10031732" y="5149655"/>
                  <a:pt x="10037481" y="5144180"/>
                </a:cubicBezTo>
                <a:cubicBezTo>
                  <a:pt x="10046224" y="5135772"/>
                  <a:pt x="10059190" y="5131535"/>
                  <a:pt x="10076377" y="5131469"/>
                </a:cubicBezTo>
                <a:cubicBezTo>
                  <a:pt x="10079669" y="5131469"/>
                  <a:pt x="10081572" y="5131271"/>
                  <a:pt x="10082090" y="5130874"/>
                </a:cubicBezTo>
                <a:cubicBezTo>
                  <a:pt x="10082607" y="5130477"/>
                  <a:pt x="10082866" y="5129252"/>
                  <a:pt x="10082866" y="5127198"/>
                </a:cubicBezTo>
                <a:cubicBezTo>
                  <a:pt x="10082866" y="5120761"/>
                  <a:pt x="10082276" y="5116269"/>
                  <a:pt x="10081097" y="5113723"/>
                </a:cubicBezTo>
                <a:cubicBezTo>
                  <a:pt x="10079918" y="5111177"/>
                  <a:pt x="10078159" y="5109904"/>
                  <a:pt x="10075819" y="5109904"/>
                </a:cubicBezTo>
                <a:cubicBezTo>
                  <a:pt x="10074370" y="5109904"/>
                  <a:pt x="10073030" y="5110376"/>
                  <a:pt x="10071798" y="5111319"/>
                </a:cubicBezTo>
                <a:cubicBezTo>
                  <a:pt x="10070567" y="5112262"/>
                  <a:pt x="10068963" y="5114089"/>
                  <a:pt x="10066987" y="5116799"/>
                </a:cubicBezTo>
                <a:cubicBezTo>
                  <a:pt x="10060769" y="5125673"/>
                  <a:pt x="10054200" y="5130110"/>
                  <a:pt x="10047281" y="5130110"/>
                </a:cubicBezTo>
                <a:cubicBezTo>
                  <a:pt x="10043628" y="5130110"/>
                  <a:pt x="10040617" y="5129002"/>
                  <a:pt x="10038250" y="5126787"/>
                </a:cubicBezTo>
                <a:cubicBezTo>
                  <a:pt x="10035883" y="5124572"/>
                  <a:pt x="10034699" y="5121677"/>
                  <a:pt x="10034699" y="5118101"/>
                </a:cubicBezTo>
                <a:cubicBezTo>
                  <a:pt x="10034699" y="5114578"/>
                  <a:pt x="10036040" y="5111144"/>
                  <a:pt x="10038722" y="5107800"/>
                </a:cubicBezTo>
                <a:cubicBezTo>
                  <a:pt x="10041405" y="5104456"/>
                  <a:pt x="10044628" y="5101770"/>
                  <a:pt x="10048392" y="5099742"/>
                </a:cubicBezTo>
                <a:cubicBezTo>
                  <a:pt x="10060947" y="5093059"/>
                  <a:pt x="10073664" y="5089718"/>
                  <a:pt x="10086544" y="5089718"/>
                </a:cubicBezTo>
                <a:close/>
                <a:moveTo>
                  <a:pt x="9346996" y="5089718"/>
                </a:moveTo>
                <a:cubicBezTo>
                  <a:pt x="9350597" y="5089718"/>
                  <a:pt x="9354249" y="5092066"/>
                  <a:pt x="9357954" y="5096762"/>
                </a:cubicBezTo>
                <a:cubicBezTo>
                  <a:pt x="9360190" y="5099484"/>
                  <a:pt x="9362121" y="5102744"/>
                  <a:pt x="9363748" y="5106540"/>
                </a:cubicBezTo>
                <a:cubicBezTo>
                  <a:pt x="9365375" y="5110337"/>
                  <a:pt x="9366188" y="5113647"/>
                  <a:pt x="9366188" y="5116473"/>
                </a:cubicBezTo>
                <a:cubicBezTo>
                  <a:pt x="9366188" y="5119558"/>
                  <a:pt x="9365091" y="5122140"/>
                  <a:pt x="9362897" y="5124217"/>
                </a:cubicBezTo>
                <a:cubicBezTo>
                  <a:pt x="9360702" y="5126294"/>
                  <a:pt x="9357988" y="5127332"/>
                  <a:pt x="9354753" y="5127332"/>
                </a:cubicBezTo>
                <a:cubicBezTo>
                  <a:pt x="9352123" y="5127332"/>
                  <a:pt x="9349819" y="5126721"/>
                  <a:pt x="9347839" y="5125498"/>
                </a:cubicBezTo>
                <a:cubicBezTo>
                  <a:pt x="9345860" y="5124275"/>
                  <a:pt x="9343470" y="5121950"/>
                  <a:pt x="9340671" y="5118522"/>
                </a:cubicBezTo>
                <a:cubicBezTo>
                  <a:pt x="9335795" y="5114565"/>
                  <a:pt x="9332286" y="5112586"/>
                  <a:pt x="9330143" y="5112586"/>
                </a:cubicBezTo>
                <a:cubicBezTo>
                  <a:pt x="9328950" y="5112586"/>
                  <a:pt x="9327892" y="5113047"/>
                  <a:pt x="9326970" y="5113969"/>
                </a:cubicBezTo>
                <a:cubicBezTo>
                  <a:pt x="9326047" y="5114891"/>
                  <a:pt x="9325585" y="5115981"/>
                  <a:pt x="9325585" y="5117239"/>
                </a:cubicBezTo>
                <a:cubicBezTo>
                  <a:pt x="9325585" y="5119558"/>
                  <a:pt x="9328180" y="5121905"/>
                  <a:pt x="9333370" y="5124278"/>
                </a:cubicBezTo>
                <a:cubicBezTo>
                  <a:pt x="9344416" y="5129245"/>
                  <a:pt x="9352886" y="5134677"/>
                  <a:pt x="9358781" y="5140572"/>
                </a:cubicBezTo>
                <a:cubicBezTo>
                  <a:pt x="9364038" y="5145830"/>
                  <a:pt x="9366667" y="5152225"/>
                  <a:pt x="9366667" y="5159756"/>
                </a:cubicBezTo>
                <a:cubicBezTo>
                  <a:pt x="9366667" y="5169246"/>
                  <a:pt x="9362773" y="5176492"/>
                  <a:pt x="9354985" y="5181495"/>
                </a:cubicBezTo>
                <a:cubicBezTo>
                  <a:pt x="9347404" y="5188287"/>
                  <a:pt x="9338518" y="5191683"/>
                  <a:pt x="9328324" y="5191683"/>
                </a:cubicBezTo>
                <a:cubicBezTo>
                  <a:pt x="9325651" y="5191683"/>
                  <a:pt x="9320917" y="5191255"/>
                  <a:pt x="9314123" y="5190397"/>
                </a:cubicBezTo>
                <a:cubicBezTo>
                  <a:pt x="9308170" y="5189722"/>
                  <a:pt x="9304892" y="5189385"/>
                  <a:pt x="9304288" y="5189385"/>
                </a:cubicBezTo>
                <a:cubicBezTo>
                  <a:pt x="9303693" y="5189385"/>
                  <a:pt x="9302965" y="5189461"/>
                  <a:pt x="9302107" y="5189613"/>
                </a:cubicBezTo>
                <a:cubicBezTo>
                  <a:pt x="9299963" y="5189908"/>
                  <a:pt x="9298392" y="5190055"/>
                  <a:pt x="9297393" y="5190055"/>
                </a:cubicBezTo>
                <a:cubicBezTo>
                  <a:pt x="9293883" y="5190055"/>
                  <a:pt x="9291084" y="5189126"/>
                  <a:pt x="9288994" y="5187268"/>
                </a:cubicBezTo>
                <a:cubicBezTo>
                  <a:pt x="9286162" y="5184714"/>
                  <a:pt x="9283576" y="5180777"/>
                  <a:pt x="9281235" y="5175459"/>
                </a:cubicBezTo>
                <a:cubicBezTo>
                  <a:pt x="9278894" y="5170141"/>
                  <a:pt x="9277724" y="5165513"/>
                  <a:pt x="9277724" y="5161577"/>
                </a:cubicBezTo>
                <a:cubicBezTo>
                  <a:pt x="9277724" y="5154402"/>
                  <a:pt x="9280673" y="5150814"/>
                  <a:pt x="9286572" y="5150814"/>
                </a:cubicBezTo>
                <a:cubicBezTo>
                  <a:pt x="9288830" y="5150814"/>
                  <a:pt x="9290816" y="5151487"/>
                  <a:pt x="9292528" y="5152835"/>
                </a:cubicBezTo>
                <a:cubicBezTo>
                  <a:pt x="9294240" y="5154183"/>
                  <a:pt x="9297534" y="5157457"/>
                  <a:pt x="9302409" y="5162658"/>
                </a:cubicBezTo>
                <a:cubicBezTo>
                  <a:pt x="9304909" y="5165341"/>
                  <a:pt x="9306898" y="5167135"/>
                  <a:pt x="9308375" y="5168037"/>
                </a:cubicBezTo>
                <a:cubicBezTo>
                  <a:pt x="9309852" y="5168939"/>
                  <a:pt x="9311394" y="5169391"/>
                  <a:pt x="9313002" y="5169391"/>
                </a:cubicBezTo>
                <a:cubicBezTo>
                  <a:pt x="9314606" y="5169391"/>
                  <a:pt x="9315847" y="5169007"/>
                  <a:pt x="9316724" y="5168239"/>
                </a:cubicBezTo>
                <a:cubicBezTo>
                  <a:pt x="9317600" y="5167472"/>
                  <a:pt x="9318039" y="5166464"/>
                  <a:pt x="9318039" y="5165215"/>
                </a:cubicBezTo>
                <a:cubicBezTo>
                  <a:pt x="9318039" y="5163170"/>
                  <a:pt x="9315581" y="5160903"/>
                  <a:pt x="9310665" y="5158414"/>
                </a:cubicBezTo>
                <a:cubicBezTo>
                  <a:pt x="9300876" y="5153741"/>
                  <a:pt x="9293577" y="5148579"/>
                  <a:pt x="9288768" y="5142929"/>
                </a:cubicBezTo>
                <a:cubicBezTo>
                  <a:pt x="9283958" y="5137279"/>
                  <a:pt x="9281554" y="5130695"/>
                  <a:pt x="9281554" y="5123177"/>
                </a:cubicBezTo>
                <a:cubicBezTo>
                  <a:pt x="9281554" y="5115105"/>
                  <a:pt x="9284037" y="5108144"/>
                  <a:pt x="9289003" y="5102294"/>
                </a:cubicBezTo>
                <a:cubicBezTo>
                  <a:pt x="9296038" y="5093974"/>
                  <a:pt x="9305602" y="5089814"/>
                  <a:pt x="9317694" y="5089814"/>
                </a:cubicBezTo>
                <a:cubicBezTo>
                  <a:pt x="9320933" y="5089814"/>
                  <a:pt x="9325949" y="5090516"/>
                  <a:pt x="9332743" y="5091920"/>
                </a:cubicBezTo>
                <a:cubicBezTo>
                  <a:pt x="9334684" y="5092175"/>
                  <a:pt x="9336084" y="5092303"/>
                  <a:pt x="9336941" y="5092303"/>
                </a:cubicBezTo>
                <a:cubicBezTo>
                  <a:pt x="9337781" y="5092303"/>
                  <a:pt x="9339916" y="5091728"/>
                  <a:pt x="9343348" y="5090580"/>
                </a:cubicBezTo>
                <a:cubicBezTo>
                  <a:pt x="9344530" y="5090005"/>
                  <a:pt x="9345746" y="5089718"/>
                  <a:pt x="9346996" y="5089718"/>
                </a:cubicBezTo>
                <a:close/>
                <a:moveTo>
                  <a:pt x="8943544" y="5089718"/>
                </a:moveTo>
                <a:cubicBezTo>
                  <a:pt x="8955078" y="5089718"/>
                  <a:pt x="8964889" y="5092659"/>
                  <a:pt x="8972979" y="5098541"/>
                </a:cubicBezTo>
                <a:cubicBezTo>
                  <a:pt x="8977379" y="5101772"/>
                  <a:pt x="8980459" y="5105475"/>
                  <a:pt x="8982218" y="5109650"/>
                </a:cubicBezTo>
                <a:cubicBezTo>
                  <a:pt x="8983977" y="5113824"/>
                  <a:pt x="8984856" y="5118735"/>
                  <a:pt x="8984856" y="5124384"/>
                </a:cubicBezTo>
                <a:lnTo>
                  <a:pt x="8984666" y="5138651"/>
                </a:lnTo>
                <a:cubicBezTo>
                  <a:pt x="8984666" y="5149612"/>
                  <a:pt x="8985179" y="5156168"/>
                  <a:pt x="8986207" y="5158319"/>
                </a:cubicBezTo>
                <a:cubicBezTo>
                  <a:pt x="8986988" y="5159879"/>
                  <a:pt x="8987542" y="5160756"/>
                  <a:pt x="8987868" y="5160952"/>
                </a:cubicBezTo>
                <a:cubicBezTo>
                  <a:pt x="8988194" y="5161148"/>
                  <a:pt x="8989253" y="5161385"/>
                  <a:pt x="8991043" y="5161664"/>
                </a:cubicBezTo>
                <a:cubicBezTo>
                  <a:pt x="8994261" y="5162168"/>
                  <a:pt x="8995870" y="5164150"/>
                  <a:pt x="8995870" y="5167610"/>
                </a:cubicBezTo>
                <a:cubicBezTo>
                  <a:pt x="8995870" y="5171092"/>
                  <a:pt x="8994539" y="5174631"/>
                  <a:pt x="8991877" y="5178226"/>
                </a:cubicBezTo>
                <a:cubicBezTo>
                  <a:pt x="8989215" y="5181821"/>
                  <a:pt x="8986140" y="5184544"/>
                  <a:pt x="8982654" y="5186397"/>
                </a:cubicBezTo>
                <a:cubicBezTo>
                  <a:pt x="8976905" y="5189921"/>
                  <a:pt x="8971209" y="5191683"/>
                  <a:pt x="8965568" y="5191683"/>
                </a:cubicBezTo>
                <a:cubicBezTo>
                  <a:pt x="8958248" y="5191683"/>
                  <a:pt x="8952409" y="5189112"/>
                  <a:pt x="8948052" y="5183971"/>
                </a:cubicBezTo>
                <a:cubicBezTo>
                  <a:pt x="8947153" y="5182857"/>
                  <a:pt x="8946448" y="5182300"/>
                  <a:pt x="8945938" y="5182300"/>
                </a:cubicBezTo>
                <a:cubicBezTo>
                  <a:pt x="8945151" y="5182300"/>
                  <a:pt x="8944142" y="5182756"/>
                  <a:pt x="8942914" y="5183668"/>
                </a:cubicBezTo>
                <a:cubicBezTo>
                  <a:pt x="8935618" y="5189012"/>
                  <a:pt x="8927689" y="5191683"/>
                  <a:pt x="8919125" y="5191683"/>
                </a:cubicBezTo>
                <a:cubicBezTo>
                  <a:pt x="8910332" y="5191683"/>
                  <a:pt x="8903189" y="5189784"/>
                  <a:pt x="8897695" y="5185985"/>
                </a:cubicBezTo>
                <a:cubicBezTo>
                  <a:pt x="8894054" y="5183444"/>
                  <a:pt x="8891172" y="5180133"/>
                  <a:pt x="8889046" y="5176054"/>
                </a:cubicBezTo>
                <a:cubicBezTo>
                  <a:pt x="8886920" y="5171975"/>
                  <a:pt x="8885857" y="5167692"/>
                  <a:pt x="8885857" y="5163204"/>
                </a:cubicBezTo>
                <a:cubicBezTo>
                  <a:pt x="8885857" y="5155997"/>
                  <a:pt x="8888731" y="5149655"/>
                  <a:pt x="8894481" y="5144180"/>
                </a:cubicBezTo>
                <a:cubicBezTo>
                  <a:pt x="8903224" y="5135772"/>
                  <a:pt x="8916190" y="5131535"/>
                  <a:pt x="8933377" y="5131469"/>
                </a:cubicBezTo>
                <a:cubicBezTo>
                  <a:pt x="8936669" y="5131469"/>
                  <a:pt x="8938573" y="5131271"/>
                  <a:pt x="8939090" y="5130874"/>
                </a:cubicBezTo>
                <a:cubicBezTo>
                  <a:pt x="8939608" y="5130477"/>
                  <a:pt x="8939867" y="5129252"/>
                  <a:pt x="8939867" y="5127198"/>
                </a:cubicBezTo>
                <a:cubicBezTo>
                  <a:pt x="8939867" y="5120761"/>
                  <a:pt x="8939276" y="5116269"/>
                  <a:pt x="8938097" y="5113723"/>
                </a:cubicBezTo>
                <a:cubicBezTo>
                  <a:pt x="8936918" y="5111177"/>
                  <a:pt x="8935159" y="5109904"/>
                  <a:pt x="8932819" y="5109904"/>
                </a:cubicBezTo>
                <a:cubicBezTo>
                  <a:pt x="8931370" y="5109904"/>
                  <a:pt x="8930030" y="5110376"/>
                  <a:pt x="8928799" y="5111319"/>
                </a:cubicBezTo>
                <a:cubicBezTo>
                  <a:pt x="8927567" y="5112262"/>
                  <a:pt x="8925963" y="5114089"/>
                  <a:pt x="8923987" y="5116799"/>
                </a:cubicBezTo>
                <a:cubicBezTo>
                  <a:pt x="8917769" y="5125673"/>
                  <a:pt x="8911201" y="5130110"/>
                  <a:pt x="8904282" y="5130110"/>
                </a:cubicBezTo>
                <a:cubicBezTo>
                  <a:pt x="8900628" y="5130110"/>
                  <a:pt x="8897617" y="5129002"/>
                  <a:pt x="8895250" y="5126787"/>
                </a:cubicBezTo>
                <a:cubicBezTo>
                  <a:pt x="8892882" y="5124572"/>
                  <a:pt x="8891699" y="5121677"/>
                  <a:pt x="8891699" y="5118101"/>
                </a:cubicBezTo>
                <a:cubicBezTo>
                  <a:pt x="8891699" y="5114578"/>
                  <a:pt x="8893040" y="5111144"/>
                  <a:pt x="8895723" y="5107800"/>
                </a:cubicBezTo>
                <a:cubicBezTo>
                  <a:pt x="8898405" y="5104456"/>
                  <a:pt x="8901628" y="5101770"/>
                  <a:pt x="8905393" y="5099742"/>
                </a:cubicBezTo>
                <a:cubicBezTo>
                  <a:pt x="8917946" y="5093059"/>
                  <a:pt x="8930664" y="5089718"/>
                  <a:pt x="8943544" y="5089718"/>
                </a:cubicBezTo>
                <a:close/>
                <a:moveTo>
                  <a:pt x="8710016" y="5089718"/>
                </a:moveTo>
                <a:cubicBezTo>
                  <a:pt x="8722112" y="5089718"/>
                  <a:pt x="8732743" y="5092872"/>
                  <a:pt x="8741909" y="5099181"/>
                </a:cubicBezTo>
                <a:cubicBezTo>
                  <a:pt x="8748519" y="5103721"/>
                  <a:pt x="8753808" y="5109595"/>
                  <a:pt x="8757776" y="5116802"/>
                </a:cubicBezTo>
                <a:cubicBezTo>
                  <a:pt x="8761904" y="5124395"/>
                  <a:pt x="8763968" y="5132297"/>
                  <a:pt x="8763968" y="5140510"/>
                </a:cubicBezTo>
                <a:cubicBezTo>
                  <a:pt x="8763968" y="5154976"/>
                  <a:pt x="8757339" y="5167273"/>
                  <a:pt x="8744079" y="5177401"/>
                </a:cubicBezTo>
                <a:cubicBezTo>
                  <a:pt x="8731603" y="5186923"/>
                  <a:pt x="8717312" y="5191683"/>
                  <a:pt x="8701206" y="5191683"/>
                </a:cubicBezTo>
                <a:cubicBezTo>
                  <a:pt x="8685406" y="5191683"/>
                  <a:pt x="8672606" y="5187179"/>
                  <a:pt x="8662803" y="5178172"/>
                </a:cubicBezTo>
                <a:cubicBezTo>
                  <a:pt x="8653204" y="5169371"/>
                  <a:pt x="8648404" y="5157902"/>
                  <a:pt x="8648404" y="5143765"/>
                </a:cubicBezTo>
                <a:cubicBezTo>
                  <a:pt x="8648404" y="5128103"/>
                  <a:pt x="8654245" y="5115294"/>
                  <a:pt x="8665928" y="5105337"/>
                </a:cubicBezTo>
                <a:cubicBezTo>
                  <a:pt x="8678055" y="5094924"/>
                  <a:pt x="8692751" y="5089718"/>
                  <a:pt x="8710016" y="5089718"/>
                </a:cubicBezTo>
                <a:close/>
                <a:moveTo>
                  <a:pt x="8603766" y="5089718"/>
                </a:moveTo>
                <a:cubicBezTo>
                  <a:pt x="8612400" y="5089718"/>
                  <a:pt x="8620094" y="5092689"/>
                  <a:pt x="8626849" y="5098633"/>
                </a:cubicBezTo>
                <a:cubicBezTo>
                  <a:pt x="8631955" y="5103135"/>
                  <a:pt x="8635903" y="5108774"/>
                  <a:pt x="8638694" y="5115549"/>
                </a:cubicBezTo>
                <a:cubicBezTo>
                  <a:pt x="8641610" y="5122640"/>
                  <a:pt x="8643068" y="5130067"/>
                  <a:pt x="8643068" y="5137828"/>
                </a:cubicBezTo>
                <a:cubicBezTo>
                  <a:pt x="8643068" y="5154463"/>
                  <a:pt x="8636477" y="5168360"/>
                  <a:pt x="8623296" y="5179522"/>
                </a:cubicBezTo>
                <a:cubicBezTo>
                  <a:pt x="8616456" y="5187630"/>
                  <a:pt x="8607424" y="5191683"/>
                  <a:pt x="8596201" y="5191683"/>
                </a:cubicBezTo>
                <a:cubicBezTo>
                  <a:pt x="8590474" y="5191683"/>
                  <a:pt x="8584624" y="5190356"/>
                  <a:pt x="8578650" y="5187700"/>
                </a:cubicBezTo>
                <a:cubicBezTo>
                  <a:pt x="8577730" y="5187291"/>
                  <a:pt x="8577068" y="5187087"/>
                  <a:pt x="8576666" y="5187087"/>
                </a:cubicBezTo>
                <a:cubicBezTo>
                  <a:pt x="8576118" y="5187087"/>
                  <a:pt x="8575843" y="5188351"/>
                  <a:pt x="8575843" y="5190879"/>
                </a:cubicBezTo>
                <a:cubicBezTo>
                  <a:pt x="8575843" y="5195253"/>
                  <a:pt x="8577226" y="5198353"/>
                  <a:pt x="8579989" y="5200179"/>
                </a:cubicBezTo>
                <a:cubicBezTo>
                  <a:pt x="8583300" y="5202408"/>
                  <a:pt x="8585368" y="5204022"/>
                  <a:pt x="8586193" y="5205022"/>
                </a:cubicBezTo>
                <a:cubicBezTo>
                  <a:pt x="8587018" y="5206022"/>
                  <a:pt x="8587430" y="5207596"/>
                  <a:pt x="8587430" y="5209744"/>
                </a:cubicBezTo>
                <a:cubicBezTo>
                  <a:pt x="8587430" y="5214371"/>
                  <a:pt x="8585032" y="5217849"/>
                  <a:pt x="8580234" y="5220177"/>
                </a:cubicBezTo>
                <a:cubicBezTo>
                  <a:pt x="8575436" y="5222504"/>
                  <a:pt x="8568980" y="5223668"/>
                  <a:pt x="8560864" y="5223668"/>
                </a:cubicBezTo>
                <a:cubicBezTo>
                  <a:pt x="8546646" y="5223668"/>
                  <a:pt x="8533866" y="5220007"/>
                  <a:pt x="8522522" y="5212684"/>
                </a:cubicBezTo>
                <a:cubicBezTo>
                  <a:pt x="8517224" y="5211134"/>
                  <a:pt x="8514574" y="5207888"/>
                  <a:pt x="8514574" y="5202946"/>
                </a:cubicBezTo>
                <a:cubicBezTo>
                  <a:pt x="8514574" y="5200569"/>
                  <a:pt x="8515088" y="5198744"/>
                  <a:pt x="8516116" y="5197469"/>
                </a:cubicBezTo>
                <a:cubicBezTo>
                  <a:pt x="8517144" y="5196195"/>
                  <a:pt x="8519476" y="5194879"/>
                  <a:pt x="8523111" y="5193522"/>
                </a:cubicBezTo>
                <a:cubicBezTo>
                  <a:pt x="8524778" y="5192393"/>
                  <a:pt x="8525942" y="5190011"/>
                  <a:pt x="8526606" y="5186375"/>
                </a:cubicBezTo>
                <a:cubicBezTo>
                  <a:pt x="8527269" y="5182739"/>
                  <a:pt x="8527791" y="5171450"/>
                  <a:pt x="8528172" y="5152508"/>
                </a:cubicBezTo>
                <a:cubicBezTo>
                  <a:pt x="8527733" y="5137108"/>
                  <a:pt x="8527158" y="5128335"/>
                  <a:pt x="8526449" y="5126189"/>
                </a:cubicBezTo>
                <a:cubicBezTo>
                  <a:pt x="8526484" y="5126469"/>
                  <a:pt x="8526410" y="5126572"/>
                  <a:pt x="8526228" y="5126499"/>
                </a:cubicBezTo>
                <a:cubicBezTo>
                  <a:pt x="8526046" y="5126426"/>
                  <a:pt x="8524702" y="5126150"/>
                  <a:pt x="8522194" y="5125673"/>
                </a:cubicBezTo>
                <a:cubicBezTo>
                  <a:pt x="8519688" y="5125203"/>
                  <a:pt x="8517648" y="5124044"/>
                  <a:pt x="8516074" y="5122195"/>
                </a:cubicBezTo>
                <a:cubicBezTo>
                  <a:pt x="8514499" y="5120346"/>
                  <a:pt x="8513712" y="5118119"/>
                  <a:pt x="8513712" y="5115516"/>
                </a:cubicBezTo>
                <a:cubicBezTo>
                  <a:pt x="8513712" y="5112442"/>
                  <a:pt x="8514730" y="5109796"/>
                  <a:pt x="8516767" y="5107578"/>
                </a:cubicBezTo>
                <a:cubicBezTo>
                  <a:pt x="8518802" y="5105359"/>
                  <a:pt x="8521960" y="5103265"/>
                  <a:pt x="8526236" y="5101296"/>
                </a:cubicBezTo>
                <a:cubicBezTo>
                  <a:pt x="8542092" y="5094112"/>
                  <a:pt x="8555467" y="5090444"/>
                  <a:pt x="8566363" y="5090293"/>
                </a:cubicBezTo>
                <a:cubicBezTo>
                  <a:pt x="8569310" y="5090293"/>
                  <a:pt x="8571500" y="5090793"/>
                  <a:pt x="8572930" y="5091795"/>
                </a:cubicBezTo>
                <a:cubicBezTo>
                  <a:pt x="8574362" y="5092796"/>
                  <a:pt x="8575077" y="5094957"/>
                  <a:pt x="8575077" y="5098279"/>
                </a:cubicBezTo>
                <a:cubicBezTo>
                  <a:pt x="8575077" y="5099339"/>
                  <a:pt x="8575159" y="5099869"/>
                  <a:pt x="8575324" y="5099869"/>
                </a:cubicBezTo>
                <a:cubicBezTo>
                  <a:pt x="8575566" y="5099869"/>
                  <a:pt x="8577338" y="5098768"/>
                  <a:pt x="8580642" y="5096565"/>
                </a:cubicBezTo>
                <a:cubicBezTo>
                  <a:pt x="8583550" y="5094605"/>
                  <a:pt x="8587224" y="5092973"/>
                  <a:pt x="8591666" y="5091671"/>
                </a:cubicBezTo>
                <a:cubicBezTo>
                  <a:pt x="8596108" y="5090369"/>
                  <a:pt x="8600142" y="5089718"/>
                  <a:pt x="8603766" y="5089718"/>
                </a:cubicBezTo>
                <a:close/>
                <a:moveTo>
                  <a:pt x="7919441" y="5089718"/>
                </a:moveTo>
                <a:cubicBezTo>
                  <a:pt x="7931538" y="5089718"/>
                  <a:pt x="7942168" y="5092872"/>
                  <a:pt x="7951334" y="5099181"/>
                </a:cubicBezTo>
                <a:cubicBezTo>
                  <a:pt x="7957944" y="5103721"/>
                  <a:pt x="7963233" y="5109595"/>
                  <a:pt x="7967201" y="5116802"/>
                </a:cubicBezTo>
                <a:cubicBezTo>
                  <a:pt x="7971329" y="5124395"/>
                  <a:pt x="7973393" y="5132297"/>
                  <a:pt x="7973393" y="5140510"/>
                </a:cubicBezTo>
                <a:cubicBezTo>
                  <a:pt x="7973393" y="5154976"/>
                  <a:pt x="7966763" y="5167273"/>
                  <a:pt x="7953504" y="5177401"/>
                </a:cubicBezTo>
                <a:cubicBezTo>
                  <a:pt x="7941028" y="5186923"/>
                  <a:pt x="7926737" y="5191683"/>
                  <a:pt x="7910631" y="5191683"/>
                </a:cubicBezTo>
                <a:cubicBezTo>
                  <a:pt x="7894832" y="5191683"/>
                  <a:pt x="7882031" y="5187179"/>
                  <a:pt x="7872228" y="5178172"/>
                </a:cubicBezTo>
                <a:cubicBezTo>
                  <a:pt x="7862629" y="5169371"/>
                  <a:pt x="7857829" y="5157902"/>
                  <a:pt x="7857829" y="5143765"/>
                </a:cubicBezTo>
                <a:cubicBezTo>
                  <a:pt x="7857829" y="5128103"/>
                  <a:pt x="7863670" y="5115294"/>
                  <a:pt x="7875354" y="5105337"/>
                </a:cubicBezTo>
                <a:cubicBezTo>
                  <a:pt x="7887480" y="5094924"/>
                  <a:pt x="7902176" y="5089718"/>
                  <a:pt x="7919441" y="5089718"/>
                </a:cubicBezTo>
                <a:close/>
                <a:moveTo>
                  <a:pt x="7362395" y="5089718"/>
                </a:moveTo>
                <a:cubicBezTo>
                  <a:pt x="7373928" y="5089718"/>
                  <a:pt x="7383740" y="5092659"/>
                  <a:pt x="7391829" y="5098541"/>
                </a:cubicBezTo>
                <a:cubicBezTo>
                  <a:pt x="7396230" y="5101772"/>
                  <a:pt x="7399309" y="5105475"/>
                  <a:pt x="7401068" y="5109650"/>
                </a:cubicBezTo>
                <a:cubicBezTo>
                  <a:pt x="7402827" y="5113824"/>
                  <a:pt x="7403707" y="5118735"/>
                  <a:pt x="7403707" y="5124384"/>
                </a:cubicBezTo>
                <a:lnTo>
                  <a:pt x="7403516" y="5138651"/>
                </a:lnTo>
                <a:cubicBezTo>
                  <a:pt x="7403516" y="5149612"/>
                  <a:pt x="7404030" y="5156168"/>
                  <a:pt x="7405057" y="5158319"/>
                </a:cubicBezTo>
                <a:cubicBezTo>
                  <a:pt x="7405838" y="5159879"/>
                  <a:pt x="7406392" y="5160756"/>
                  <a:pt x="7406719" y="5160952"/>
                </a:cubicBezTo>
                <a:cubicBezTo>
                  <a:pt x="7407044" y="5161148"/>
                  <a:pt x="7408103" y="5161385"/>
                  <a:pt x="7409893" y="5161664"/>
                </a:cubicBezTo>
                <a:cubicBezTo>
                  <a:pt x="7413111" y="5162168"/>
                  <a:pt x="7414720" y="5164150"/>
                  <a:pt x="7414720" y="5167610"/>
                </a:cubicBezTo>
                <a:cubicBezTo>
                  <a:pt x="7414720" y="5171092"/>
                  <a:pt x="7413389" y="5174631"/>
                  <a:pt x="7410727" y="5178226"/>
                </a:cubicBezTo>
                <a:cubicBezTo>
                  <a:pt x="7408065" y="5181821"/>
                  <a:pt x="7404991" y="5184544"/>
                  <a:pt x="7401504" y="5186397"/>
                </a:cubicBezTo>
                <a:cubicBezTo>
                  <a:pt x="7395755" y="5189921"/>
                  <a:pt x="7390060" y="5191683"/>
                  <a:pt x="7384419" y="5191683"/>
                </a:cubicBezTo>
                <a:cubicBezTo>
                  <a:pt x="7377098" y="5191683"/>
                  <a:pt x="7371260" y="5189112"/>
                  <a:pt x="7366902" y="5183971"/>
                </a:cubicBezTo>
                <a:cubicBezTo>
                  <a:pt x="7366003" y="5182857"/>
                  <a:pt x="7365299" y="5182300"/>
                  <a:pt x="7364789" y="5182300"/>
                </a:cubicBezTo>
                <a:cubicBezTo>
                  <a:pt x="7364001" y="5182300"/>
                  <a:pt x="7362993" y="5182756"/>
                  <a:pt x="7361764" y="5183668"/>
                </a:cubicBezTo>
                <a:cubicBezTo>
                  <a:pt x="7354468" y="5189012"/>
                  <a:pt x="7346539" y="5191683"/>
                  <a:pt x="7337976" y="5191683"/>
                </a:cubicBezTo>
                <a:cubicBezTo>
                  <a:pt x="7329183" y="5191683"/>
                  <a:pt x="7322039" y="5189784"/>
                  <a:pt x="7316545" y="5185985"/>
                </a:cubicBezTo>
                <a:cubicBezTo>
                  <a:pt x="7312905" y="5183444"/>
                  <a:pt x="7310022" y="5180133"/>
                  <a:pt x="7307896" y="5176054"/>
                </a:cubicBezTo>
                <a:cubicBezTo>
                  <a:pt x="7305770" y="5171975"/>
                  <a:pt x="7304707" y="5167692"/>
                  <a:pt x="7304707" y="5163204"/>
                </a:cubicBezTo>
                <a:cubicBezTo>
                  <a:pt x="7304707" y="5155997"/>
                  <a:pt x="7307582" y="5149655"/>
                  <a:pt x="7313331" y="5144180"/>
                </a:cubicBezTo>
                <a:cubicBezTo>
                  <a:pt x="7322074" y="5135772"/>
                  <a:pt x="7335040" y="5131535"/>
                  <a:pt x="7352228" y="5131469"/>
                </a:cubicBezTo>
                <a:cubicBezTo>
                  <a:pt x="7355519" y="5131469"/>
                  <a:pt x="7357423" y="5131271"/>
                  <a:pt x="7357941" y="5130874"/>
                </a:cubicBezTo>
                <a:cubicBezTo>
                  <a:pt x="7358458" y="5130477"/>
                  <a:pt x="7358716" y="5129252"/>
                  <a:pt x="7358716" y="5127198"/>
                </a:cubicBezTo>
                <a:cubicBezTo>
                  <a:pt x="7358716" y="5120761"/>
                  <a:pt x="7358127" y="5116269"/>
                  <a:pt x="7356948" y="5113723"/>
                </a:cubicBezTo>
                <a:cubicBezTo>
                  <a:pt x="7355769" y="5111177"/>
                  <a:pt x="7354009" y="5109904"/>
                  <a:pt x="7351670" y="5109904"/>
                </a:cubicBezTo>
                <a:cubicBezTo>
                  <a:pt x="7350220" y="5109904"/>
                  <a:pt x="7348880" y="5110376"/>
                  <a:pt x="7347649" y="5111319"/>
                </a:cubicBezTo>
                <a:cubicBezTo>
                  <a:pt x="7346417" y="5112262"/>
                  <a:pt x="7344814" y="5114089"/>
                  <a:pt x="7342838" y="5116799"/>
                </a:cubicBezTo>
                <a:cubicBezTo>
                  <a:pt x="7336619" y="5125673"/>
                  <a:pt x="7330051" y="5130110"/>
                  <a:pt x="7323132" y="5130110"/>
                </a:cubicBezTo>
                <a:cubicBezTo>
                  <a:pt x="7319479" y="5130110"/>
                  <a:pt x="7316468" y="5129002"/>
                  <a:pt x="7314100" y="5126787"/>
                </a:cubicBezTo>
                <a:cubicBezTo>
                  <a:pt x="7311733" y="5124572"/>
                  <a:pt x="7310549" y="5121677"/>
                  <a:pt x="7310549" y="5118101"/>
                </a:cubicBezTo>
                <a:cubicBezTo>
                  <a:pt x="7310549" y="5114578"/>
                  <a:pt x="7311891" y="5111144"/>
                  <a:pt x="7314572" y="5107800"/>
                </a:cubicBezTo>
                <a:cubicBezTo>
                  <a:pt x="7317255" y="5104456"/>
                  <a:pt x="7320478" y="5101770"/>
                  <a:pt x="7324243" y="5099742"/>
                </a:cubicBezTo>
                <a:cubicBezTo>
                  <a:pt x="7336797" y="5093059"/>
                  <a:pt x="7349514" y="5089718"/>
                  <a:pt x="7362395" y="5089718"/>
                </a:cubicBezTo>
                <a:close/>
                <a:moveTo>
                  <a:pt x="6947891" y="5089718"/>
                </a:moveTo>
                <a:cubicBezTo>
                  <a:pt x="6959988" y="5089718"/>
                  <a:pt x="6970618" y="5092872"/>
                  <a:pt x="6979784" y="5099181"/>
                </a:cubicBezTo>
                <a:cubicBezTo>
                  <a:pt x="6986394" y="5103721"/>
                  <a:pt x="6991683" y="5109595"/>
                  <a:pt x="6995651" y="5116802"/>
                </a:cubicBezTo>
                <a:cubicBezTo>
                  <a:pt x="6999779" y="5124395"/>
                  <a:pt x="7001843" y="5132297"/>
                  <a:pt x="7001843" y="5140510"/>
                </a:cubicBezTo>
                <a:cubicBezTo>
                  <a:pt x="7001843" y="5154976"/>
                  <a:pt x="6995214" y="5167273"/>
                  <a:pt x="6981954" y="5177401"/>
                </a:cubicBezTo>
                <a:cubicBezTo>
                  <a:pt x="6969478" y="5186923"/>
                  <a:pt x="6955187" y="5191683"/>
                  <a:pt x="6939081" y="5191683"/>
                </a:cubicBezTo>
                <a:cubicBezTo>
                  <a:pt x="6923282" y="5191683"/>
                  <a:pt x="6910481" y="5187179"/>
                  <a:pt x="6900678" y="5178172"/>
                </a:cubicBezTo>
                <a:cubicBezTo>
                  <a:pt x="6891079" y="5169371"/>
                  <a:pt x="6886279" y="5157902"/>
                  <a:pt x="6886279" y="5143765"/>
                </a:cubicBezTo>
                <a:cubicBezTo>
                  <a:pt x="6886279" y="5128103"/>
                  <a:pt x="6892121" y="5115294"/>
                  <a:pt x="6903804" y="5105337"/>
                </a:cubicBezTo>
                <a:cubicBezTo>
                  <a:pt x="6915930" y="5094924"/>
                  <a:pt x="6930626" y="5089718"/>
                  <a:pt x="6947891" y="5089718"/>
                </a:cubicBezTo>
                <a:close/>
                <a:moveTo>
                  <a:pt x="6538316" y="5089718"/>
                </a:moveTo>
                <a:cubicBezTo>
                  <a:pt x="6550413" y="5089718"/>
                  <a:pt x="6561044" y="5092872"/>
                  <a:pt x="6570209" y="5099181"/>
                </a:cubicBezTo>
                <a:cubicBezTo>
                  <a:pt x="6576819" y="5103721"/>
                  <a:pt x="6582108" y="5109595"/>
                  <a:pt x="6586076" y="5116802"/>
                </a:cubicBezTo>
                <a:cubicBezTo>
                  <a:pt x="6590204" y="5124395"/>
                  <a:pt x="6592268" y="5132297"/>
                  <a:pt x="6592268" y="5140510"/>
                </a:cubicBezTo>
                <a:cubicBezTo>
                  <a:pt x="6592268" y="5154976"/>
                  <a:pt x="6585639" y="5167273"/>
                  <a:pt x="6572379" y="5177401"/>
                </a:cubicBezTo>
                <a:cubicBezTo>
                  <a:pt x="6559903" y="5186923"/>
                  <a:pt x="6545612" y="5191683"/>
                  <a:pt x="6529506" y="5191683"/>
                </a:cubicBezTo>
                <a:cubicBezTo>
                  <a:pt x="6513707" y="5191683"/>
                  <a:pt x="6500906" y="5187179"/>
                  <a:pt x="6491104" y="5178172"/>
                </a:cubicBezTo>
                <a:cubicBezTo>
                  <a:pt x="6481504" y="5169371"/>
                  <a:pt x="6476704" y="5157902"/>
                  <a:pt x="6476704" y="5143765"/>
                </a:cubicBezTo>
                <a:cubicBezTo>
                  <a:pt x="6476704" y="5128103"/>
                  <a:pt x="6482546" y="5115294"/>
                  <a:pt x="6494229" y="5105337"/>
                </a:cubicBezTo>
                <a:cubicBezTo>
                  <a:pt x="6506355" y="5094924"/>
                  <a:pt x="6521051" y="5089718"/>
                  <a:pt x="6538316" y="5089718"/>
                </a:cubicBezTo>
                <a:close/>
                <a:moveTo>
                  <a:pt x="5357216" y="5089718"/>
                </a:moveTo>
                <a:cubicBezTo>
                  <a:pt x="5369313" y="5089718"/>
                  <a:pt x="5379944" y="5092872"/>
                  <a:pt x="5389109" y="5099181"/>
                </a:cubicBezTo>
                <a:cubicBezTo>
                  <a:pt x="5395719" y="5103721"/>
                  <a:pt x="5401009" y="5109595"/>
                  <a:pt x="5404976" y="5116802"/>
                </a:cubicBezTo>
                <a:cubicBezTo>
                  <a:pt x="5409104" y="5124395"/>
                  <a:pt x="5411169" y="5132297"/>
                  <a:pt x="5411169" y="5140510"/>
                </a:cubicBezTo>
                <a:cubicBezTo>
                  <a:pt x="5411169" y="5154976"/>
                  <a:pt x="5404539" y="5167273"/>
                  <a:pt x="5391279" y="5177401"/>
                </a:cubicBezTo>
                <a:cubicBezTo>
                  <a:pt x="5378803" y="5186923"/>
                  <a:pt x="5364513" y="5191683"/>
                  <a:pt x="5348406" y="5191683"/>
                </a:cubicBezTo>
                <a:cubicBezTo>
                  <a:pt x="5332607" y="5191683"/>
                  <a:pt x="5319806" y="5187179"/>
                  <a:pt x="5310004" y="5178172"/>
                </a:cubicBezTo>
                <a:cubicBezTo>
                  <a:pt x="5300404" y="5169371"/>
                  <a:pt x="5295605" y="5157902"/>
                  <a:pt x="5295605" y="5143765"/>
                </a:cubicBezTo>
                <a:cubicBezTo>
                  <a:pt x="5295605" y="5128103"/>
                  <a:pt x="5301446" y="5115294"/>
                  <a:pt x="5313129" y="5105337"/>
                </a:cubicBezTo>
                <a:cubicBezTo>
                  <a:pt x="5325256" y="5094924"/>
                  <a:pt x="5339951" y="5089718"/>
                  <a:pt x="5357216" y="5089718"/>
                </a:cubicBezTo>
                <a:close/>
                <a:moveTo>
                  <a:pt x="5052416" y="5089718"/>
                </a:moveTo>
                <a:cubicBezTo>
                  <a:pt x="5064513" y="5089718"/>
                  <a:pt x="5075144" y="5092872"/>
                  <a:pt x="5084309" y="5099181"/>
                </a:cubicBezTo>
                <a:cubicBezTo>
                  <a:pt x="5090920" y="5103721"/>
                  <a:pt x="5096208" y="5109595"/>
                  <a:pt x="5100176" y="5116802"/>
                </a:cubicBezTo>
                <a:cubicBezTo>
                  <a:pt x="5104304" y="5124395"/>
                  <a:pt x="5106369" y="5132297"/>
                  <a:pt x="5106369" y="5140510"/>
                </a:cubicBezTo>
                <a:cubicBezTo>
                  <a:pt x="5106369" y="5154976"/>
                  <a:pt x="5099739" y="5167273"/>
                  <a:pt x="5086479" y="5177401"/>
                </a:cubicBezTo>
                <a:cubicBezTo>
                  <a:pt x="5074003" y="5186923"/>
                  <a:pt x="5059712" y="5191683"/>
                  <a:pt x="5043606" y="5191683"/>
                </a:cubicBezTo>
                <a:cubicBezTo>
                  <a:pt x="5027807" y="5191683"/>
                  <a:pt x="5015006" y="5187179"/>
                  <a:pt x="5005204" y="5178172"/>
                </a:cubicBezTo>
                <a:cubicBezTo>
                  <a:pt x="4995604" y="5169371"/>
                  <a:pt x="4990804" y="5157902"/>
                  <a:pt x="4990804" y="5143765"/>
                </a:cubicBezTo>
                <a:cubicBezTo>
                  <a:pt x="4990804" y="5128103"/>
                  <a:pt x="4996646" y="5115294"/>
                  <a:pt x="5008329" y="5105337"/>
                </a:cubicBezTo>
                <a:cubicBezTo>
                  <a:pt x="5020455" y="5094924"/>
                  <a:pt x="5035151" y="5089718"/>
                  <a:pt x="5052416" y="5089718"/>
                </a:cubicBezTo>
                <a:close/>
                <a:moveTo>
                  <a:pt x="4889297" y="5089718"/>
                </a:moveTo>
                <a:cubicBezTo>
                  <a:pt x="4892897" y="5089718"/>
                  <a:pt x="4896550" y="5092066"/>
                  <a:pt x="4900254" y="5096762"/>
                </a:cubicBezTo>
                <a:cubicBezTo>
                  <a:pt x="4902490" y="5099484"/>
                  <a:pt x="4904422" y="5102744"/>
                  <a:pt x="4906049" y="5106540"/>
                </a:cubicBezTo>
                <a:cubicBezTo>
                  <a:pt x="4907675" y="5110337"/>
                  <a:pt x="4908489" y="5113647"/>
                  <a:pt x="4908489" y="5116473"/>
                </a:cubicBezTo>
                <a:cubicBezTo>
                  <a:pt x="4908489" y="5119558"/>
                  <a:pt x="4907391" y="5122140"/>
                  <a:pt x="4905197" y="5124217"/>
                </a:cubicBezTo>
                <a:cubicBezTo>
                  <a:pt x="4903002" y="5126294"/>
                  <a:pt x="4900288" y="5127332"/>
                  <a:pt x="4897054" y="5127332"/>
                </a:cubicBezTo>
                <a:cubicBezTo>
                  <a:pt x="4894424" y="5127332"/>
                  <a:pt x="4892120" y="5126721"/>
                  <a:pt x="4890140" y="5125498"/>
                </a:cubicBezTo>
                <a:cubicBezTo>
                  <a:pt x="4888161" y="5124275"/>
                  <a:pt x="4885771" y="5121950"/>
                  <a:pt x="4882971" y="5118522"/>
                </a:cubicBezTo>
                <a:cubicBezTo>
                  <a:pt x="4878096" y="5114565"/>
                  <a:pt x="4874586" y="5112586"/>
                  <a:pt x="4872443" y="5112586"/>
                </a:cubicBezTo>
                <a:cubicBezTo>
                  <a:pt x="4871251" y="5112586"/>
                  <a:pt x="4870193" y="5113047"/>
                  <a:pt x="4869270" y="5113969"/>
                </a:cubicBezTo>
                <a:cubicBezTo>
                  <a:pt x="4868347" y="5114891"/>
                  <a:pt x="4867886" y="5115981"/>
                  <a:pt x="4867886" y="5117239"/>
                </a:cubicBezTo>
                <a:cubicBezTo>
                  <a:pt x="4867886" y="5119558"/>
                  <a:pt x="4870481" y="5121905"/>
                  <a:pt x="4875671" y="5124278"/>
                </a:cubicBezTo>
                <a:cubicBezTo>
                  <a:pt x="4886717" y="5129245"/>
                  <a:pt x="4895186" y="5134677"/>
                  <a:pt x="4901081" y="5140572"/>
                </a:cubicBezTo>
                <a:cubicBezTo>
                  <a:pt x="4906339" y="5145830"/>
                  <a:pt x="4908968" y="5152225"/>
                  <a:pt x="4908968" y="5159756"/>
                </a:cubicBezTo>
                <a:cubicBezTo>
                  <a:pt x="4908968" y="5169246"/>
                  <a:pt x="4905074" y="5176492"/>
                  <a:pt x="4897286" y="5181495"/>
                </a:cubicBezTo>
                <a:cubicBezTo>
                  <a:pt x="4889705" y="5188287"/>
                  <a:pt x="4880818" y="5191683"/>
                  <a:pt x="4870624" y="5191683"/>
                </a:cubicBezTo>
                <a:cubicBezTo>
                  <a:pt x="4867951" y="5191683"/>
                  <a:pt x="4863218" y="5191255"/>
                  <a:pt x="4856424" y="5190397"/>
                </a:cubicBezTo>
                <a:cubicBezTo>
                  <a:pt x="4850471" y="5189722"/>
                  <a:pt x="4847193" y="5189385"/>
                  <a:pt x="4846589" y="5189385"/>
                </a:cubicBezTo>
                <a:cubicBezTo>
                  <a:pt x="4845994" y="5189385"/>
                  <a:pt x="4845266" y="5189461"/>
                  <a:pt x="4844407" y="5189613"/>
                </a:cubicBezTo>
                <a:cubicBezTo>
                  <a:pt x="4842264" y="5189908"/>
                  <a:pt x="4840693" y="5190055"/>
                  <a:pt x="4839694" y="5190055"/>
                </a:cubicBezTo>
                <a:cubicBezTo>
                  <a:pt x="4836184" y="5190055"/>
                  <a:pt x="4833384" y="5189126"/>
                  <a:pt x="4831294" y="5187268"/>
                </a:cubicBezTo>
                <a:cubicBezTo>
                  <a:pt x="4828463" y="5184714"/>
                  <a:pt x="4825877" y="5180777"/>
                  <a:pt x="4823536" y="5175459"/>
                </a:cubicBezTo>
                <a:cubicBezTo>
                  <a:pt x="4821194" y="5170141"/>
                  <a:pt x="4820024" y="5165513"/>
                  <a:pt x="4820024" y="5161577"/>
                </a:cubicBezTo>
                <a:cubicBezTo>
                  <a:pt x="4820024" y="5154402"/>
                  <a:pt x="4822973" y="5150814"/>
                  <a:pt x="4828872" y="5150814"/>
                </a:cubicBezTo>
                <a:cubicBezTo>
                  <a:pt x="4831131" y="5150814"/>
                  <a:pt x="4833116" y="5151487"/>
                  <a:pt x="4834829" y="5152835"/>
                </a:cubicBezTo>
                <a:cubicBezTo>
                  <a:pt x="4836541" y="5154183"/>
                  <a:pt x="4839834" y="5157457"/>
                  <a:pt x="4844710" y="5162658"/>
                </a:cubicBezTo>
                <a:cubicBezTo>
                  <a:pt x="4847210" y="5165341"/>
                  <a:pt x="4849199" y="5167135"/>
                  <a:pt x="4850676" y="5168037"/>
                </a:cubicBezTo>
                <a:cubicBezTo>
                  <a:pt x="4852152" y="5168939"/>
                  <a:pt x="4853695" y="5169391"/>
                  <a:pt x="4855302" y="5169391"/>
                </a:cubicBezTo>
                <a:cubicBezTo>
                  <a:pt x="4856906" y="5169391"/>
                  <a:pt x="4858147" y="5169007"/>
                  <a:pt x="4859025" y="5168239"/>
                </a:cubicBezTo>
                <a:cubicBezTo>
                  <a:pt x="4859901" y="5167472"/>
                  <a:pt x="4860340" y="5166464"/>
                  <a:pt x="4860340" y="5165215"/>
                </a:cubicBezTo>
                <a:cubicBezTo>
                  <a:pt x="4860340" y="5163170"/>
                  <a:pt x="4857882" y="5160903"/>
                  <a:pt x="4852966" y="5158414"/>
                </a:cubicBezTo>
                <a:cubicBezTo>
                  <a:pt x="4843176" y="5153741"/>
                  <a:pt x="4835877" y="5148579"/>
                  <a:pt x="4831068" y="5142929"/>
                </a:cubicBezTo>
                <a:cubicBezTo>
                  <a:pt x="4826259" y="5137279"/>
                  <a:pt x="4823854" y="5130695"/>
                  <a:pt x="4823854" y="5123177"/>
                </a:cubicBezTo>
                <a:cubicBezTo>
                  <a:pt x="4823854" y="5115105"/>
                  <a:pt x="4826337" y="5108144"/>
                  <a:pt x="4831303" y="5102294"/>
                </a:cubicBezTo>
                <a:cubicBezTo>
                  <a:pt x="4838338" y="5093974"/>
                  <a:pt x="4847902" y="5089814"/>
                  <a:pt x="4859995" y="5089814"/>
                </a:cubicBezTo>
                <a:cubicBezTo>
                  <a:pt x="4863233" y="5089814"/>
                  <a:pt x="4868249" y="5090516"/>
                  <a:pt x="4875043" y="5091920"/>
                </a:cubicBezTo>
                <a:cubicBezTo>
                  <a:pt x="4876985" y="5092175"/>
                  <a:pt x="4878384" y="5092303"/>
                  <a:pt x="4879241" y="5092303"/>
                </a:cubicBezTo>
                <a:cubicBezTo>
                  <a:pt x="4880081" y="5092303"/>
                  <a:pt x="4882216" y="5091728"/>
                  <a:pt x="4885648" y="5090580"/>
                </a:cubicBezTo>
                <a:cubicBezTo>
                  <a:pt x="4886830" y="5090005"/>
                  <a:pt x="4888046" y="5089718"/>
                  <a:pt x="4889297" y="5089718"/>
                </a:cubicBezTo>
                <a:close/>
                <a:moveTo>
                  <a:pt x="4476319" y="5089718"/>
                </a:moveTo>
                <a:cubicBezTo>
                  <a:pt x="4487854" y="5089718"/>
                  <a:pt x="4497665" y="5092659"/>
                  <a:pt x="4505754" y="5098541"/>
                </a:cubicBezTo>
                <a:cubicBezTo>
                  <a:pt x="4510155" y="5101772"/>
                  <a:pt x="4513234" y="5105475"/>
                  <a:pt x="4514993" y="5109650"/>
                </a:cubicBezTo>
                <a:cubicBezTo>
                  <a:pt x="4516752" y="5113824"/>
                  <a:pt x="4517632" y="5118735"/>
                  <a:pt x="4517632" y="5124384"/>
                </a:cubicBezTo>
                <a:lnTo>
                  <a:pt x="4517441" y="5138651"/>
                </a:lnTo>
                <a:cubicBezTo>
                  <a:pt x="4517441" y="5149612"/>
                  <a:pt x="4517955" y="5156168"/>
                  <a:pt x="4518982" y="5158319"/>
                </a:cubicBezTo>
                <a:cubicBezTo>
                  <a:pt x="4519764" y="5159879"/>
                  <a:pt x="4520317" y="5160756"/>
                  <a:pt x="4520643" y="5160952"/>
                </a:cubicBezTo>
                <a:cubicBezTo>
                  <a:pt x="4520969" y="5161148"/>
                  <a:pt x="4522028" y="5161385"/>
                  <a:pt x="4523818" y="5161664"/>
                </a:cubicBezTo>
                <a:cubicBezTo>
                  <a:pt x="4527036" y="5162168"/>
                  <a:pt x="4528646" y="5164150"/>
                  <a:pt x="4528646" y="5167610"/>
                </a:cubicBezTo>
                <a:cubicBezTo>
                  <a:pt x="4528646" y="5171092"/>
                  <a:pt x="4527314" y="5174631"/>
                  <a:pt x="4524652" y="5178226"/>
                </a:cubicBezTo>
                <a:cubicBezTo>
                  <a:pt x="4521990" y="5181821"/>
                  <a:pt x="4518916" y="5184544"/>
                  <a:pt x="4515429" y="5186397"/>
                </a:cubicBezTo>
                <a:cubicBezTo>
                  <a:pt x="4509680" y="5189921"/>
                  <a:pt x="4503986" y="5191683"/>
                  <a:pt x="4498344" y="5191683"/>
                </a:cubicBezTo>
                <a:cubicBezTo>
                  <a:pt x="4491023" y="5191683"/>
                  <a:pt x="4485185" y="5189112"/>
                  <a:pt x="4480827" y="5183971"/>
                </a:cubicBezTo>
                <a:cubicBezTo>
                  <a:pt x="4479928" y="5182857"/>
                  <a:pt x="4479224" y="5182300"/>
                  <a:pt x="4478714" y="5182300"/>
                </a:cubicBezTo>
                <a:cubicBezTo>
                  <a:pt x="4477926" y="5182300"/>
                  <a:pt x="4476918" y="5182756"/>
                  <a:pt x="4475689" y="5183668"/>
                </a:cubicBezTo>
                <a:cubicBezTo>
                  <a:pt x="4468393" y="5189012"/>
                  <a:pt x="4460464" y="5191683"/>
                  <a:pt x="4451901" y="5191683"/>
                </a:cubicBezTo>
                <a:cubicBezTo>
                  <a:pt x="4443107" y="5191683"/>
                  <a:pt x="4435964" y="5189784"/>
                  <a:pt x="4430470" y="5185985"/>
                </a:cubicBezTo>
                <a:cubicBezTo>
                  <a:pt x="4426831" y="5183444"/>
                  <a:pt x="4423948" y="5180133"/>
                  <a:pt x="4421822" y="5176054"/>
                </a:cubicBezTo>
                <a:cubicBezTo>
                  <a:pt x="4419695" y="5171975"/>
                  <a:pt x="4418632" y="5167692"/>
                  <a:pt x="4418632" y="5163204"/>
                </a:cubicBezTo>
                <a:cubicBezTo>
                  <a:pt x="4418632" y="5155997"/>
                  <a:pt x="4421507" y="5149655"/>
                  <a:pt x="4427256" y="5144180"/>
                </a:cubicBezTo>
                <a:cubicBezTo>
                  <a:pt x="4435999" y="5135772"/>
                  <a:pt x="4448965" y="5131535"/>
                  <a:pt x="4466153" y="5131469"/>
                </a:cubicBezTo>
                <a:cubicBezTo>
                  <a:pt x="4469444" y="5131469"/>
                  <a:pt x="4471349" y="5131271"/>
                  <a:pt x="4471866" y="5130874"/>
                </a:cubicBezTo>
                <a:cubicBezTo>
                  <a:pt x="4472384" y="5130477"/>
                  <a:pt x="4472641" y="5129252"/>
                  <a:pt x="4472641" y="5127198"/>
                </a:cubicBezTo>
                <a:cubicBezTo>
                  <a:pt x="4472641" y="5120761"/>
                  <a:pt x="4472052" y="5116269"/>
                  <a:pt x="4470873" y="5113723"/>
                </a:cubicBezTo>
                <a:cubicBezTo>
                  <a:pt x="4469694" y="5111177"/>
                  <a:pt x="4467934" y="5109904"/>
                  <a:pt x="4465594" y="5109904"/>
                </a:cubicBezTo>
                <a:cubicBezTo>
                  <a:pt x="4464145" y="5109904"/>
                  <a:pt x="4462805" y="5110376"/>
                  <a:pt x="4461574" y="5111319"/>
                </a:cubicBezTo>
                <a:cubicBezTo>
                  <a:pt x="4460342" y="5112262"/>
                  <a:pt x="4458738" y="5114089"/>
                  <a:pt x="4456763" y="5116799"/>
                </a:cubicBezTo>
                <a:cubicBezTo>
                  <a:pt x="4450544" y="5125673"/>
                  <a:pt x="4443976" y="5130110"/>
                  <a:pt x="4437057" y="5130110"/>
                </a:cubicBezTo>
                <a:cubicBezTo>
                  <a:pt x="4433404" y="5130110"/>
                  <a:pt x="4430393" y="5129002"/>
                  <a:pt x="4428025" y="5126787"/>
                </a:cubicBezTo>
                <a:cubicBezTo>
                  <a:pt x="4425658" y="5124572"/>
                  <a:pt x="4424474" y="5121677"/>
                  <a:pt x="4424474" y="5118101"/>
                </a:cubicBezTo>
                <a:cubicBezTo>
                  <a:pt x="4424474" y="5114578"/>
                  <a:pt x="4425815" y="5111144"/>
                  <a:pt x="4428498" y="5107800"/>
                </a:cubicBezTo>
                <a:cubicBezTo>
                  <a:pt x="4431180" y="5104456"/>
                  <a:pt x="4434403" y="5101770"/>
                  <a:pt x="4438168" y="5099742"/>
                </a:cubicBezTo>
                <a:cubicBezTo>
                  <a:pt x="4450722" y="5093059"/>
                  <a:pt x="4463439" y="5089718"/>
                  <a:pt x="4476319" y="5089718"/>
                </a:cubicBezTo>
                <a:close/>
                <a:moveTo>
                  <a:pt x="4355897" y="5089718"/>
                </a:moveTo>
                <a:cubicBezTo>
                  <a:pt x="4359497" y="5089718"/>
                  <a:pt x="4363150" y="5092066"/>
                  <a:pt x="4366854" y="5096762"/>
                </a:cubicBezTo>
                <a:cubicBezTo>
                  <a:pt x="4369090" y="5099484"/>
                  <a:pt x="4371021" y="5102744"/>
                  <a:pt x="4372649" y="5106540"/>
                </a:cubicBezTo>
                <a:cubicBezTo>
                  <a:pt x="4374275" y="5110337"/>
                  <a:pt x="4375088" y="5113647"/>
                  <a:pt x="4375088" y="5116473"/>
                </a:cubicBezTo>
                <a:cubicBezTo>
                  <a:pt x="4375088" y="5119558"/>
                  <a:pt x="4373991" y="5122140"/>
                  <a:pt x="4371797" y="5124217"/>
                </a:cubicBezTo>
                <a:cubicBezTo>
                  <a:pt x="4369602" y="5126294"/>
                  <a:pt x="4366888" y="5127332"/>
                  <a:pt x="4363654" y="5127332"/>
                </a:cubicBezTo>
                <a:cubicBezTo>
                  <a:pt x="4361024" y="5127332"/>
                  <a:pt x="4358719" y="5126721"/>
                  <a:pt x="4356740" y="5125498"/>
                </a:cubicBezTo>
                <a:cubicBezTo>
                  <a:pt x="4354761" y="5124275"/>
                  <a:pt x="4352371" y="5121950"/>
                  <a:pt x="4349571" y="5118522"/>
                </a:cubicBezTo>
                <a:cubicBezTo>
                  <a:pt x="4344696" y="5114564"/>
                  <a:pt x="4341186" y="5112586"/>
                  <a:pt x="4339043" y="5112586"/>
                </a:cubicBezTo>
                <a:cubicBezTo>
                  <a:pt x="4337850" y="5112586"/>
                  <a:pt x="4336793" y="5113047"/>
                  <a:pt x="4335870" y="5113969"/>
                </a:cubicBezTo>
                <a:cubicBezTo>
                  <a:pt x="4334947" y="5114891"/>
                  <a:pt x="4334486" y="5115981"/>
                  <a:pt x="4334486" y="5117239"/>
                </a:cubicBezTo>
                <a:cubicBezTo>
                  <a:pt x="4334486" y="5119558"/>
                  <a:pt x="4337080" y="5121905"/>
                  <a:pt x="4342270" y="5124278"/>
                </a:cubicBezTo>
                <a:cubicBezTo>
                  <a:pt x="4353316" y="5129245"/>
                  <a:pt x="4361787" y="5134677"/>
                  <a:pt x="4367682" y="5140572"/>
                </a:cubicBezTo>
                <a:cubicBezTo>
                  <a:pt x="4372939" y="5145830"/>
                  <a:pt x="4375568" y="5152225"/>
                  <a:pt x="4375568" y="5159757"/>
                </a:cubicBezTo>
                <a:cubicBezTo>
                  <a:pt x="4375568" y="5169246"/>
                  <a:pt x="4371674" y="5176492"/>
                  <a:pt x="4363886" y="5181495"/>
                </a:cubicBezTo>
                <a:cubicBezTo>
                  <a:pt x="4356305" y="5188287"/>
                  <a:pt x="4347418" y="5191683"/>
                  <a:pt x="4337224" y="5191683"/>
                </a:cubicBezTo>
                <a:cubicBezTo>
                  <a:pt x="4334551" y="5191683"/>
                  <a:pt x="4329818" y="5191255"/>
                  <a:pt x="4323024" y="5190397"/>
                </a:cubicBezTo>
                <a:cubicBezTo>
                  <a:pt x="4317071" y="5189722"/>
                  <a:pt x="4313792" y="5189385"/>
                  <a:pt x="4313188" y="5189385"/>
                </a:cubicBezTo>
                <a:cubicBezTo>
                  <a:pt x="4312593" y="5189385"/>
                  <a:pt x="4311866" y="5189461"/>
                  <a:pt x="4311007" y="5189613"/>
                </a:cubicBezTo>
                <a:cubicBezTo>
                  <a:pt x="4308864" y="5189908"/>
                  <a:pt x="4307292" y="5190055"/>
                  <a:pt x="4306293" y="5190055"/>
                </a:cubicBezTo>
                <a:cubicBezTo>
                  <a:pt x="4302783" y="5190055"/>
                  <a:pt x="4299983" y="5189126"/>
                  <a:pt x="4297894" y="5187268"/>
                </a:cubicBezTo>
                <a:cubicBezTo>
                  <a:pt x="4295062" y="5184714"/>
                  <a:pt x="4292476" y="5180777"/>
                  <a:pt x="4290135" y="5175459"/>
                </a:cubicBezTo>
                <a:cubicBezTo>
                  <a:pt x="4287794" y="5170141"/>
                  <a:pt x="4286624" y="5165513"/>
                  <a:pt x="4286624" y="5161577"/>
                </a:cubicBezTo>
                <a:cubicBezTo>
                  <a:pt x="4286624" y="5154402"/>
                  <a:pt x="4289573" y="5150814"/>
                  <a:pt x="4295472" y="5150814"/>
                </a:cubicBezTo>
                <a:cubicBezTo>
                  <a:pt x="4297731" y="5150814"/>
                  <a:pt x="4299717" y="5151487"/>
                  <a:pt x="4301428" y="5152835"/>
                </a:cubicBezTo>
                <a:cubicBezTo>
                  <a:pt x="4303140" y="5154183"/>
                  <a:pt x="4306435" y="5157457"/>
                  <a:pt x="4311309" y="5162658"/>
                </a:cubicBezTo>
                <a:cubicBezTo>
                  <a:pt x="4313810" y="5165341"/>
                  <a:pt x="4315800" y="5167135"/>
                  <a:pt x="4317276" y="5168037"/>
                </a:cubicBezTo>
                <a:cubicBezTo>
                  <a:pt x="4318752" y="5168939"/>
                  <a:pt x="4320295" y="5169391"/>
                  <a:pt x="4321903" y="5169391"/>
                </a:cubicBezTo>
                <a:cubicBezTo>
                  <a:pt x="4323507" y="5169391"/>
                  <a:pt x="4324747" y="5169007"/>
                  <a:pt x="4325624" y="5168239"/>
                </a:cubicBezTo>
                <a:cubicBezTo>
                  <a:pt x="4326502" y="5167472"/>
                  <a:pt x="4326940" y="5166464"/>
                  <a:pt x="4326940" y="5165215"/>
                </a:cubicBezTo>
                <a:cubicBezTo>
                  <a:pt x="4326940" y="5163170"/>
                  <a:pt x="4324481" y="5160903"/>
                  <a:pt x="4319566" y="5158414"/>
                </a:cubicBezTo>
                <a:cubicBezTo>
                  <a:pt x="4309776" y="5153741"/>
                  <a:pt x="4302477" y="5148579"/>
                  <a:pt x="4297669" y="5142929"/>
                </a:cubicBezTo>
                <a:cubicBezTo>
                  <a:pt x="4292859" y="5137279"/>
                  <a:pt x="4290454" y="5130695"/>
                  <a:pt x="4290454" y="5123177"/>
                </a:cubicBezTo>
                <a:cubicBezTo>
                  <a:pt x="4290454" y="5115105"/>
                  <a:pt x="4292937" y="5108144"/>
                  <a:pt x="4297903" y="5102294"/>
                </a:cubicBezTo>
                <a:cubicBezTo>
                  <a:pt x="4304938" y="5093974"/>
                  <a:pt x="4314502" y="5089814"/>
                  <a:pt x="4326595" y="5089814"/>
                </a:cubicBezTo>
                <a:cubicBezTo>
                  <a:pt x="4329833" y="5089814"/>
                  <a:pt x="4334849" y="5090516"/>
                  <a:pt x="4341643" y="5091920"/>
                </a:cubicBezTo>
                <a:cubicBezTo>
                  <a:pt x="4343585" y="5092175"/>
                  <a:pt x="4344984" y="5092303"/>
                  <a:pt x="4345841" y="5092303"/>
                </a:cubicBezTo>
                <a:cubicBezTo>
                  <a:pt x="4346682" y="5092303"/>
                  <a:pt x="4348816" y="5091728"/>
                  <a:pt x="4352249" y="5090580"/>
                </a:cubicBezTo>
                <a:cubicBezTo>
                  <a:pt x="4353430" y="5090005"/>
                  <a:pt x="4354647" y="5089718"/>
                  <a:pt x="4355897" y="5089718"/>
                </a:cubicBezTo>
                <a:close/>
                <a:moveTo>
                  <a:pt x="2556867" y="5089718"/>
                </a:moveTo>
                <a:cubicBezTo>
                  <a:pt x="2568964" y="5089718"/>
                  <a:pt x="2579595" y="5092872"/>
                  <a:pt x="2588761" y="5099181"/>
                </a:cubicBezTo>
                <a:cubicBezTo>
                  <a:pt x="2595371" y="5103721"/>
                  <a:pt x="2600659" y="5109595"/>
                  <a:pt x="2604627" y="5116802"/>
                </a:cubicBezTo>
                <a:cubicBezTo>
                  <a:pt x="2608755" y="5124395"/>
                  <a:pt x="2610820" y="5132297"/>
                  <a:pt x="2610820" y="5140510"/>
                </a:cubicBezTo>
                <a:cubicBezTo>
                  <a:pt x="2610820" y="5154976"/>
                  <a:pt x="2604190" y="5167273"/>
                  <a:pt x="2590930" y="5177401"/>
                </a:cubicBezTo>
                <a:cubicBezTo>
                  <a:pt x="2578454" y="5186923"/>
                  <a:pt x="2564163" y="5191683"/>
                  <a:pt x="2548058" y="5191683"/>
                </a:cubicBezTo>
                <a:cubicBezTo>
                  <a:pt x="2532258" y="5191683"/>
                  <a:pt x="2519457" y="5187179"/>
                  <a:pt x="2509655" y="5178172"/>
                </a:cubicBezTo>
                <a:cubicBezTo>
                  <a:pt x="2500055" y="5169371"/>
                  <a:pt x="2495255" y="5157902"/>
                  <a:pt x="2495255" y="5143765"/>
                </a:cubicBezTo>
                <a:cubicBezTo>
                  <a:pt x="2495255" y="5128103"/>
                  <a:pt x="2501097" y="5115294"/>
                  <a:pt x="2512780" y="5105337"/>
                </a:cubicBezTo>
                <a:cubicBezTo>
                  <a:pt x="2524906" y="5094924"/>
                  <a:pt x="2539603" y="5089718"/>
                  <a:pt x="2556867" y="5089718"/>
                </a:cubicBezTo>
                <a:close/>
                <a:moveTo>
                  <a:pt x="2299692" y="5089718"/>
                </a:moveTo>
                <a:cubicBezTo>
                  <a:pt x="2311789" y="5089718"/>
                  <a:pt x="2322420" y="5092872"/>
                  <a:pt x="2331586" y="5099181"/>
                </a:cubicBezTo>
                <a:cubicBezTo>
                  <a:pt x="2338195" y="5103721"/>
                  <a:pt x="2343484" y="5109595"/>
                  <a:pt x="2347452" y="5116802"/>
                </a:cubicBezTo>
                <a:cubicBezTo>
                  <a:pt x="2351581" y="5124395"/>
                  <a:pt x="2353644" y="5132297"/>
                  <a:pt x="2353644" y="5140510"/>
                </a:cubicBezTo>
                <a:cubicBezTo>
                  <a:pt x="2353644" y="5154976"/>
                  <a:pt x="2347015" y="5167273"/>
                  <a:pt x="2333756" y="5177401"/>
                </a:cubicBezTo>
                <a:cubicBezTo>
                  <a:pt x="2321279" y="5186923"/>
                  <a:pt x="2306988" y="5191683"/>
                  <a:pt x="2290882" y="5191683"/>
                </a:cubicBezTo>
                <a:cubicBezTo>
                  <a:pt x="2275083" y="5191683"/>
                  <a:pt x="2262283" y="5187179"/>
                  <a:pt x="2252479" y="5178172"/>
                </a:cubicBezTo>
                <a:cubicBezTo>
                  <a:pt x="2242880" y="5169371"/>
                  <a:pt x="2238080" y="5157902"/>
                  <a:pt x="2238080" y="5143765"/>
                </a:cubicBezTo>
                <a:cubicBezTo>
                  <a:pt x="2238080" y="5128103"/>
                  <a:pt x="2243921" y="5115294"/>
                  <a:pt x="2255605" y="5105337"/>
                </a:cubicBezTo>
                <a:cubicBezTo>
                  <a:pt x="2267731" y="5094924"/>
                  <a:pt x="2282427" y="5089718"/>
                  <a:pt x="2299692" y="5089718"/>
                </a:cubicBezTo>
                <a:close/>
                <a:moveTo>
                  <a:pt x="2022273" y="5089718"/>
                </a:moveTo>
                <a:cubicBezTo>
                  <a:pt x="2025873" y="5089718"/>
                  <a:pt x="2029526" y="5092066"/>
                  <a:pt x="2033230" y="5096762"/>
                </a:cubicBezTo>
                <a:cubicBezTo>
                  <a:pt x="2035466" y="5099484"/>
                  <a:pt x="2037398" y="5102744"/>
                  <a:pt x="2039024" y="5106540"/>
                </a:cubicBezTo>
                <a:cubicBezTo>
                  <a:pt x="2040651" y="5110337"/>
                  <a:pt x="2041465" y="5113647"/>
                  <a:pt x="2041465" y="5116473"/>
                </a:cubicBezTo>
                <a:cubicBezTo>
                  <a:pt x="2041465" y="5119558"/>
                  <a:pt x="2040367" y="5122140"/>
                  <a:pt x="2038173" y="5124217"/>
                </a:cubicBezTo>
                <a:cubicBezTo>
                  <a:pt x="2035978" y="5126294"/>
                  <a:pt x="2033264" y="5127332"/>
                  <a:pt x="2030030" y="5127332"/>
                </a:cubicBezTo>
                <a:cubicBezTo>
                  <a:pt x="2027400" y="5127332"/>
                  <a:pt x="2025095" y="5126721"/>
                  <a:pt x="2023116" y="5125498"/>
                </a:cubicBezTo>
                <a:cubicBezTo>
                  <a:pt x="2021137" y="5124275"/>
                  <a:pt x="2018747" y="5121950"/>
                  <a:pt x="2015947" y="5118522"/>
                </a:cubicBezTo>
                <a:cubicBezTo>
                  <a:pt x="2011072" y="5114565"/>
                  <a:pt x="2007562" y="5112586"/>
                  <a:pt x="2005419" y="5112586"/>
                </a:cubicBezTo>
                <a:cubicBezTo>
                  <a:pt x="2004227" y="5112586"/>
                  <a:pt x="2003169" y="5113047"/>
                  <a:pt x="2002246" y="5113969"/>
                </a:cubicBezTo>
                <a:cubicBezTo>
                  <a:pt x="2001324" y="5114891"/>
                  <a:pt x="2000862" y="5115981"/>
                  <a:pt x="2000862" y="5117239"/>
                </a:cubicBezTo>
                <a:cubicBezTo>
                  <a:pt x="2000862" y="5119558"/>
                  <a:pt x="2003457" y="5121905"/>
                  <a:pt x="2008646" y="5124278"/>
                </a:cubicBezTo>
                <a:cubicBezTo>
                  <a:pt x="2019692" y="5129245"/>
                  <a:pt x="2028162" y="5134677"/>
                  <a:pt x="2034057" y="5140572"/>
                </a:cubicBezTo>
                <a:cubicBezTo>
                  <a:pt x="2039315" y="5145830"/>
                  <a:pt x="2041944" y="5152225"/>
                  <a:pt x="2041944" y="5159756"/>
                </a:cubicBezTo>
                <a:cubicBezTo>
                  <a:pt x="2041944" y="5169246"/>
                  <a:pt x="2038050" y="5176492"/>
                  <a:pt x="2030262" y="5181495"/>
                </a:cubicBezTo>
                <a:cubicBezTo>
                  <a:pt x="2022681" y="5188287"/>
                  <a:pt x="2013794" y="5191683"/>
                  <a:pt x="2003600" y="5191683"/>
                </a:cubicBezTo>
                <a:cubicBezTo>
                  <a:pt x="2000927" y="5191683"/>
                  <a:pt x="1996194" y="5191255"/>
                  <a:pt x="1989400" y="5190397"/>
                </a:cubicBezTo>
                <a:cubicBezTo>
                  <a:pt x="1983447" y="5189722"/>
                  <a:pt x="1980169" y="5189385"/>
                  <a:pt x="1979564" y="5189385"/>
                </a:cubicBezTo>
                <a:cubicBezTo>
                  <a:pt x="1978969" y="5189385"/>
                  <a:pt x="1978242" y="5189461"/>
                  <a:pt x="1977384" y="5189613"/>
                </a:cubicBezTo>
                <a:cubicBezTo>
                  <a:pt x="1975240" y="5189908"/>
                  <a:pt x="1973668" y="5190055"/>
                  <a:pt x="1972669" y="5190055"/>
                </a:cubicBezTo>
                <a:cubicBezTo>
                  <a:pt x="1969159" y="5190055"/>
                  <a:pt x="1966360" y="5189126"/>
                  <a:pt x="1964270" y="5187268"/>
                </a:cubicBezTo>
                <a:cubicBezTo>
                  <a:pt x="1961438" y="5184714"/>
                  <a:pt x="1958852" y="5180777"/>
                  <a:pt x="1956511" y="5175459"/>
                </a:cubicBezTo>
                <a:cubicBezTo>
                  <a:pt x="1954170" y="5170141"/>
                  <a:pt x="1953000" y="5165513"/>
                  <a:pt x="1953000" y="5161577"/>
                </a:cubicBezTo>
                <a:cubicBezTo>
                  <a:pt x="1953000" y="5154402"/>
                  <a:pt x="1955949" y="5150814"/>
                  <a:pt x="1961848" y="5150814"/>
                </a:cubicBezTo>
                <a:cubicBezTo>
                  <a:pt x="1964107" y="5150814"/>
                  <a:pt x="1966092" y="5151487"/>
                  <a:pt x="1967804" y="5152835"/>
                </a:cubicBezTo>
                <a:cubicBezTo>
                  <a:pt x="1969516" y="5154183"/>
                  <a:pt x="1972810" y="5157457"/>
                  <a:pt x="1977686" y="5162658"/>
                </a:cubicBezTo>
                <a:cubicBezTo>
                  <a:pt x="1980186" y="5165341"/>
                  <a:pt x="1982175" y="5167135"/>
                  <a:pt x="1983652" y="5168037"/>
                </a:cubicBezTo>
                <a:cubicBezTo>
                  <a:pt x="1985129" y="5168939"/>
                  <a:pt x="1986671" y="5169391"/>
                  <a:pt x="1988278" y="5169391"/>
                </a:cubicBezTo>
                <a:cubicBezTo>
                  <a:pt x="1989882" y="5169391"/>
                  <a:pt x="1991123" y="5169007"/>
                  <a:pt x="1992000" y="5168239"/>
                </a:cubicBezTo>
                <a:cubicBezTo>
                  <a:pt x="1992877" y="5167472"/>
                  <a:pt x="1993316" y="5166464"/>
                  <a:pt x="1993316" y="5165215"/>
                </a:cubicBezTo>
                <a:cubicBezTo>
                  <a:pt x="1993316" y="5163170"/>
                  <a:pt x="1990857" y="5160903"/>
                  <a:pt x="1985942" y="5158414"/>
                </a:cubicBezTo>
                <a:cubicBezTo>
                  <a:pt x="1976152" y="5153741"/>
                  <a:pt x="1968853" y="5148579"/>
                  <a:pt x="1964044" y="5142929"/>
                </a:cubicBezTo>
                <a:cubicBezTo>
                  <a:pt x="1959235" y="5137279"/>
                  <a:pt x="1956830" y="5130695"/>
                  <a:pt x="1956830" y="5123177"/>
                </a:cubicBezTo>
                <a:cubicBezTo>
                  <a:pt x="1956830" y="5115105"/>
                  <a:pt x="1959313" y="5108144"/>
                  <a:pt x="1964279" y="5102294"/>
                </a:cubicBezTo>
                <a:cubicBezTo>
                  <a:pt x="1971314" y="5093974"/>
                  <a:pt x="1980878" y="5089814"/>
                  <a:pt x="1992971" y="5089814"/>
                </a:cubicBezTo>
                <a:cubicBezTo>
                  <a:pt x="1996209" y="5089814"/>
                  <a:pt x="2001225" y="5090516"/>
                  <a:pt x="2008019" y="5091920"/>
                </a:cubicBezTo>
                <a:cubicBezTo>
                  <a:pt x="2009960" y="5092175"/>
                  <a:pt x="2011360" y="5092303"/>
                  <a:pt x="2012218" y="5092303"/>
                </a:cubicBezTo>
                <a:cubicBezTo>
                  <a:pt x="2013057" y="5092303"/>
                  <a:pt x="2015192" y="5091728"/>
                  <a:pt x="2018624" y="5090580"/>
                </a:cubicBezTo>
                <a:cubicBezTo>
                  <a:pt x="2019806" y="5090005"/>
                  <a:pt x="2021022" y="5089718"/>
                  <a:pt x="2022273" y="5089718"/>
                </a:cubicBezTo>
                <a:close/>
                <a:moveTo>
                  <a:pt x="1780746" y="5089718"/>
                </a:moveTo>
                <a:cubicBezTo>
                  <a:pt x="1792279" y="5089718"/>
                  <a:pt x="1802091" y="5092659"/>
                  <a:pt x="1810180" y="5098541"/>
                </a:cubicBezTo>
                <a:cubicBezTo>
                  <a:pt x="1814581" y="5101772"/>
                  <a:pt x="1817660" y="5105475"/>
                  <a:pt x="1819419" y="5109650"/>
                </a:cubicBezTo>
                <a:cubicBezTo>
                  <a:pt x="1821178" y="5113824"/>
                  <a:pt x="1822058" y="5118735"/>
                  <a:pt x="1822058" y="5124384"/>
                </a:cubicBezTo>
                <a:lnTo>
                  <a:pt x="1821867" y="5138651"/>
                </a:lnTo>
                <a:cubicBezTo>
                  <a:pt x="1821867" y="5149612"/>
                  <a:pt x="1822380" y="5156168"/>
                  <a:pt x="1823408" y="5158319"/>
                </a:cubicBezTo>
                <a:cubicBezTo>
                  <a:pt x="1824190" y="5159879"/>
                  <a:pt x="1824743" y="5160756"/>
                  <a:pt x="1825069" y="5160952"/>
                </a:cubicBezTo>
                <a:cubicBezTo>
                  <a:pt x="1825396" y="5161148"/>
                  <a:pt x="1826454" y="5161385"/>
                  <a:pt x="1828245" y="5161664"/>
                </a:cubicBezTo>
                <a:cubicBezTo>
                  <a:pt x="1831462" y="5162168"/>
                  <a:pt x="1833071" y="5164150"/>
                  <a:pt x="1833071" y="5167610"/>
                </a:cubicBezTo>
                <a:cubicBezTo>
                  <a:pt x="1833071" y="5171092"/>
                  <a:pt x="1831740" y="5174631"/>
                  <a:pt x="1829078" y="5178226"/>
                </a:cubicBezTo>
                <a:cubicBezTo>
                  <a:pt x="1826416" y="5181821"/>
                  <a:pt x="1823342" y="5184544"/>
                  <a:pt x="1819856" y="5186397"/>
                </a:cubicBezTo>
                <a:cubicBezTo>
                  <a:pt x="1814106" y="5189921"/>
                  <a:pt x="1808411" y="5191683"/>
                  <a:pt x="1802770" y="5191683"/>
                </a:cubicBezTo>
                <a:cubicBezTo>
                  <a:pt x="1795450" y="5191683"/>
                  <a:pt x="1789611" y="5189112"/>
                  <a:pt x="1785253" y="5183971"/>
                </a:cubicBezTo>
                <a:cubicBezTo>
                  <a:pt x="1784354" y="5182857"/>
                  <a:pt x="1783649" y="5182300"/>
                  <a:pt x="1783140" y="5182300"/>
                </a:cubicBezTo>
                <a:cubicBezTo>
                  <a:pt x="1782352" y="5182300"/>
                  <a:pt x="1781344" y="5182756"/>
                  <a:pt x="1780115" y="5183668"/>
                </a:cubicBezTo>
                <a:cubicBezTo>
                  <a:pt x="1772820" y="5189012"/>
                  <a:pt x="1764890" y="5191683"/>
                  <a:pt x="1756327" y="5191683"/>
                </a:cubicBezTo>
                <a:cubicBezTo>
                  <a:pt x="1747533" y="5191683"/>
                  <a:pt x="1740390" y="5189784"/>
                  <a:pt x="1734896" y="5185985"/>
                </a:cubicBezTo>
                <a:cubicBezTo>
                  <a:pt x="1731256" y="5183444"/>
                  <a:pt x="1728373" y="5180133"/>
                  <a:pt x="1726247" y="5176054"/>
                </a:cubicBezTo>
                <a:cubicBezTo>
                  <a:pt x="1724121" y="5171975"/>
                  <a:pt x="1723058" y="5167692"/>
                  <a:pt x="1723058" y="5163204"/>
                </a:cubicBezTo>
                <a:cubicBezTo>
                  <a:pt x="1723058" y="5155997"/>
                  <a:pt x="1725933" y="5149655"/>
                  <a:pt x="1731683" y="5144180"/>
                </a:cubicBezTo>
                <a:cubicBezTo>
                  <a:pt x="1740426" y="5135772"/>
                  <a:pt x="1753391" y="5131535"/>
                  <a:pt x="1770579" y="5131469"/>
                </a:cubicBezTo>
                <a:cubicBezTo>
                  <a:pt x="1773870" y="5131469"/>
                  <a:pt x="1775774" y="5131271"/>
                  <a:pt x="1776291" y="5130874"/>
                </a:cubicBezTo>
                <a:cubicBezTo>
                  <a:pt x="1776809" y="5130477"/>
                  <a:pt x="1777067" y="5129252"/>
                  <a:pt x="1777067" y="5127198"/>
                </a:cubicBezTo>
                <a:cubicBezTo>
                  <a:pt x="1777067" y="5120761"/>
                  <a:pt x="1776478" y="5116269"/>
                  <a:pt x="1775299" y="5113723"/>
                </a:cubicBezTo>
                <a:cubicBezTo>
                  <a:pt x="1774120" y="5111177"/>
                  <a:pt x="1772360" y="5109904"/>
                  <a:pt x="1770020" y="5109904"/>
                </a:cubicBezTo>
                <a:cubicBezTo>
                  <a:pt x="1768571" y="5109904"/>
                  <a:pt x="1767231" y="5110376"/>
                  <a:pt x="1766000" y="5111319"/>
                </a:cubicBezTo>
                <a:cubicBezTo>
                  <a:pt x="1764768" y="5112262"/>
                  <a:pt x="1763165" y="5114089"/>
                  <a:pt x="1761189" y="5116799"/>
                </a:cubicBezTo>
                <a:cubicBezTo>
                  <a:pt x="1754971" y="5125673"/>
                  <a:pt x="1748402" y="5130110"/>
                  <a:pt x="1741483" y="5130110"/>
                </a:cubicBezTo>
                <a:cubicBezTo>
                  <a:pt x="1737829" y="5130110"/>
                  <a:pt x="1734819" y="5129002"/>
                  <a:pt x="1732452" y="5126787"/>
                </a:cubicBezTo>
                <a:cubicBezTo>
                  <a:pt x="1730084" y="5124572"/>
                  <a:pt x="1728900" y="5121677"/>
                  <a:pt x="1728900" y="5118101"/>
                </a:cubicBezTo>
                <a:cubicBezTo>
                  <a:pt x="1728900" y="5114578"/>
                  <a:pt x="1730241" y="5111144"/>
                  <a:pt x="1732924" y="5107800"/>
                </a:cubicBezTo>
                <a:cubicBezTo>
                  <a:pt x="1735606" y="5104456"/>
                  <a:pt x="1738829" y="5101770"/>
                  <a:pt x="1742594" y="5099742"/>
                </a:cubicBezTo>
                <a:cubicBezTo>
                  <a:pt x="1755148" y="5093059"/>
                  <a:pt x="1767865" y="5089718"/>
                  <a:pt x="1780746" y="5089718"/>
                </a:cubicBezTo>
                <a:close/>
                <a:moveTo>
                  <a:pt x="1575792" y="5089718"/>
                </a:moveTo>
                <a:cubicBezTo>
                  <a:pt x="1587888" y="5089718"/>
                  <a:pt x="1598520" y="5092872"/>
                  <a:pt x="1607685" y="5099181"/>
                </a:cubicBezTo>
                <a:cubicBezTo>
                  <a:pt x="1614296" y="5103721"/>
                  <a:pt x="1619584" y="5109595"/>
                  <a:pt x="1623552" y="5116802"/>
                </a:cubicBezTo>
                <a:cubicBezTo>
                  <a:pt x="1627681" y="5124395"/>
                  <a:pt x="1629745" y="5132297"/>
                  <a:pt x="1629745" y="5140510"/>
                </a:cubicBezTo>
                <a:cubicBezTo>
                  <a:pt x="1629745" y="5154976"/>
                  <a:pt x="1623115" y="5167273"/>
                  <a:pt x="1609855" y="5177401"/>
                </a:cubicBezTo>
                <a:cubicBezTo>
                  <a:pt x="1597379" y="5186923"/>
                  <a:pt x="1583088" y="5191683"/>
                  <a:pt x="1566982" y="5191683"/>
                </a:cubicBezTo>
                <a:cubicBezTo>
                  <a:pt x="1551183" y="5191683"/>
                  <a:pt x="1538382" y="5187179"/>
                  <a:pt x="1528580" y="5178172"/>
                </a:cubicBezTo>
                <a:cubicBezTo>
                  <a:pt x="1518980" y="5169371"/>
                  <a:pt x="1514180" y="5157902"/>
                  <a:pt x="1514180" y="5143765"/>
                </a:cubicBezTo>
                <a:cubicBezTo>
                  <a:pt x="1514180" y="5128103"/>
                  <a:pt x="1520022" y="5115294"/>
                  <a:pt x="1531705" y="5105337"/>
                </a:cubicBezTo>
                <a:cubicBezTo>
                  <a:pt x="1543831" y="5094924"/>
                  <a:pt x="1558527" y="5089718"/>
                  <a:pt x="1575792" y="5089718"/>
                </a:cubicBezTo>
                <a:close/>
                <a:moveTo>
                  <a:pt x="1032867" y="5089718"/>
                </a:moveTo>
                <a:cubicBezTo>
                  <a:pt x="1044964" y="5089718"/>
                  <a:pt x="1055595" y="5092872"/>
                  <a:pt x="1064760" y="5099181"/>
                </a:cubicBezTo>
                <a:cubicBezTo>
                  <a:pt x="1071370" y="5103721"/>
                  <a:pt x="1076659" y="5109595"/>
                  <a:pt x="1080627" y="5116802"/>
                </a:cubicBezTo>
                <a:cubicBezTo>
                  <a:pt x="1084755" y="5124395"/>
                  <a:pt x="1086820" y="5132297"/>
                  <a:pt x="1086820" y="5140510"/>
                </a:cubicBezTo>
                <a:cubicBezTo>
                  <a:pt x="1086820" y="5154976"/>
                  <a:pt x="1080190" y="5167273"/>
                  <a:pt x="1066930" y="5177401"/>
                </a:cubicBezTo>
                <a:cubicBezTo>
                  <a:pt x="1054454" y="5186923"/>
                  <a:pt x="1040163" y="5191683"/>
                  <a:pt x="1024057" y="5191683"/>
                </a:cubicBezTo>
                <a:cubicBezTo>
                  <a:pt x="1008258" y="5191683"/>
                  <a:pt x="995457" y="5187179"/>
                  <a:pt x="985655" y="5178172"/>
                </a:cubicBezTo>
                <a:cubicBezTo>
                  <a:pt x="976055" y="5169371"/>
                  <a:pt x="971255" y="5157902"/>
                  <a:pt x="971255" y="5143765"/>
                </a:cubicBezTo>
                <a:cubicBezTo>
                  <a:pt x="971255" y="5128103"/>
                  <a:pt x="977097" y="5115294"/>
                  <a:pt x="988780" y="5105337"/>
                </a:cubicBezTo>
                <a:cubicBezTo>
                  <a:pt x="1000906" y="5094924"/>
                  <a:pt x="1015602" y="5089718"/>
                  <a:pt x="1032867" y="5089718"/>
                </a:cubicBezTo>
                <a:close/>
                <a:moveTo>
                  <a:pt x="647627" y="5083186"/>
                </a:moveTo>
                <a:cubicBezTo>
                  <a:pt x="643076" y="5083186"/>
                  <a:pt x="639540" y="5084869"/>
                  <a:pt x="637019" y="5088234"/>
                </a:cubicBezTo>
                <a:cubicBezTo>
                  <a:pt x="634593" y="5092284"/>
                  <a:pt x="633381" y="5096590"/>
                  <a:pt x="633381" y="5101151"/>
                </a:cubicBezTo>
                <a:cubicBezTo>
                  <a:pt x="633381" y="5108205"/>
                  <a:pt x="634824" y="5116391"/>
                  <a:pt x="637710" y="5125708"/>
                </a:cubicBezTo>
                <a:cubicBezTo>
                  <a:pt x="640595" y="5135024"/>
                  <a:pt x="644054" y="5142994"/>
                  <a:pt x="648085" y="5149617"/>
                </a:cubicBezTo>
                <a:cubicBezTo>
                  <a:pt x="650269" y="5153068"/>
                  <a:pt x="652649" y="5155614"/>
                  <a:pt x="655225" y="5157256"/>
                </a:cubicBezTo>
                <a:cubicBezTo>
                  <a:pt x="657801" y="5158898"/>
                  <a:pt x="660401" y="5159718"/>
                  <a:pt x="663026" y="5159718"/>
                </a:cubicBezTo>
                <a:cubicBezTo>
                  <a:pt x="667260" y="5159718"/>
                  <a:pt x="670690" y="5158108"/>
                  <a:pt x="673317" y="5154888"/>
                </a:cubicBezTo>
                <a:cubicBezTo>
                  <a:pt x="675944" y="5151668"/>
                  <a:pt x="677257" y="5147322"/>
                  <a:pt x="677257" y="5141850"/>
                </a:cubicBezTo>
                <a:cubicBezTo>
                  <a:pt x="677257" y="5134344"/>
                  <a:pt x="676034" y="5126204"/>
                  <a:pt x="673589" y="5117427"/>
                </a:cubicBezTo>
                <a:cubicBezTo>
                  <a:pt x="671144" y="5108651"/>
                  <a:pt x="667989" y="5101177"/>
                  <a:pt x="664125" y="5095007"/>
                </a:cubicBezTo>
                <a:cubicBezTo>
                  <a:pt x="661843" y="5091343"/>
                  <a:pt x="659236" y="5088485"/>
                  <a:pt x="656303" y="5086433"/>
                </a:cubicBezTo>
                <a:cubicBezTo>
                  <a:pt x="653371" y="5084381"/>
                  <a:pt x="650479" y="5083299"/>
                  <a:pt x="647627" y="5083186"/>
                </a:cubicBezTo>
                <a:close/>
                <a:moveTo>
                  <a:pt x="9429268" y="5066735"/>
                </a:moveTo>
                <a:lnTo>
                  <a:pt x="9437025" y="5066735"/>
                </a:lnTo>
                <a:cubicBezTo>
                  <a:pt x="9439318" y="5066735"/>
                  <a:pt x="9440903" y="5067328"/>
                  <a:pt x="9441781" y="5068514"/>
                </a:cubicBezTo>
                <a:cubicBezTo>
                  <a:pt x="9442659" y="5069701"/>
                  <a:pt x="9443097" y="5071578"/>
                  <a:pt x="9443097" y="5074147"/>
                </a:cubicBezTo>
                <a:lnTo>
                  <a:pt x="9443097" y="5087074"/>
                </a:lnTo>
                <a:cubicBezTo>
                  <a:pt x="9443097" y="5088459"/>
                  <a:pt x="9443197" y="5089246"/>
                  <a:pt x="9443396" y="5089434"/>
                </a:cubicBezTo>
                <a:cubicBezTo>
                  <a:pt x="9443596" y="5089623"/>
                  <a:pt x="9444408" y="5089718"/>
                  <a:pt x="9445835" y="5089718"/>
                </a:cubicBezTo>
                <a:lnTo>
                  <a:pt x="9463550" y="5089718"/>
                </a:lnTo>
                <a:cubicBezTo>
                  <a:pt x="9466561" y="5089718"/>
                  <a:pt x="9468598" y="5090369"/>
                  <a:pt x="9469659" y="5091672"/>
                </a:cubicBezTo>
                <a:cubicBezTo>
                  <a:pt x="9470721" y="5092974"/>
                  <a:pt x="9471252" y="5095240"/>
                  <a:pt x="9471252" y="5098470"/>
                </a:cubicBezTo>
                <a:lnTo>
                  <a:pt x="9471252" y="5104121"/>
                </a:lnTo>
                <a:cubicBezTo>
                  <a:pt x="9471252" y="5107611"/>
                  <a:pt x="9470639" y="5110166"/>
                  <a:pt x="9469413" y="5111784"/>
                </a:cubicBezTo>
                <a:cubicBezTo>
                  <a:pt x="9468188" y="5113403"/>
                  <a:pt x="9466042" y="5114212"/>
                  <a:pt x="9462976" y="5114212"/>
                </a:cubicBezTo>
                <a:lnTo>
                  <a:pt x="9445643" y="5114212"/>
                </a:lnTo>
                <a:cubicBezTo>
                  <a:pt x="9444450" y="5114212"/>
                  <a:pt x="9443728" y="5114339"/>
                  <a:pt x="9443476" y="5114591"/>
                </a:cubicBezTo>
                <a:cubicBezTo>
                  <a:pt x="9443223" y="5114843"/>
                  <a:pt x="9443097" y="5115598"/>
                  <a:pt x="9443097" y="5116856"/>
                </a:cubicBezTo>
                <a:lnTo>
                  <a:pt x="9443097" y="5149224"/>
                </a:lnTo>
                <a:cubicBezTo>
                  <a:pt x="9443097" y="5152646"/>
                  <a:pt x="9443865" y="5155347"/>
                  <a:pt x="9445401" y="5157325"/>
                </a:cubicBezTo>
                <a:cubicBezTo>
                  <a:pt x="9446937" y="5159304"/>
                  <a:pt x="9448837" y="5160294"/>
                  <a:pt x="9451102" y="5160294"/>
                </a:cubicBezTo>
                <a:cubicBezTo>
                  <a:pt x="9453265" y="5160294"/>
                  <a:pt x="9456337" y="5159175"/>
                  <a:pt x="9460316" y="5156936"/>
                </a:cubicBezTo>
                <a:cubicBezTo>
                  <a:pt x="9461374" y="5156301"/>
                  <a:pt x="9462547" y="5155984"/>
                  <a:pt x="9463838" y="5155984"/>
                </a:cubicBezTo>
                <a:cubicBezTo>
                  <a:pt x="9466088" y="5155984"/>
                  <a:pt x="9468014" y="5157145"/>
                  <a:pt x="9469616" y="5159468"/>
                </a:cubicBezTo>
                <a:cubicBezTo>
                  <a:pt x="9471217" y="5161791"/>
                  <a:pt x="9472018" y="5164217"/>
                  <a:pt x="9472018" y="5166747"/>
                </a:cubicBezTo>
                <a:cubicBezTo>
                  <a:pt x="9472018" y="5171311"/>
                  <a:pt x="9468876" y="5175761"/>
                  <a:pt x="9462593" y="5180096"/>
                </a:cubicBezTo>
                <a:cubicBezTo>
                  <a:pt x="9454619" y="5187821"/>
                  <a:pt x="9443926" y="5191683"/>
                  <a:pt x="9430513" y="5191683"/>
                </a:cubicBezTo>
                <a:cubicBezTo>
                  <a:pt x="9419773" y="5191683"/>
                  <a:pt x="9411113" y="5188613"/>
                  <a:pt x="9404532" y="5182473"/>
                </a:cubicBezTo>
                <a:cubicBezTo>
                  <a:pt x="9397950" y="5176332"/>
                  <a:pt x="9394660" y="5168250"/>
                  <a:pt x="9394660" y="5158224"/>
                </a:cubicBezTo>
                <a:lnTo>
                  <a:pt x="9394660" y="5113984"/>
                </a:lnTo>
                <a:cubicBezTo>
                  <a:pt x="9394660" y="5113084"/>
                  <a:pt x="9394667" y="5112642"/>
                  <a:pt x="9394682" y="5112657"/>
                </a:cubicBezTo>
                <a:cubicBezTo>
                  <a:pt x="9394696" y="5112673"/>
                  <a:pt x="9394255" y="5112680"/>
                  <a:pt x="9393358" y="5112680"/>
                </a:cubicBezTo>
                <a:lnTo>
                  <a:pt x="9383494" y="5112680"/>
                </a:lnTo>
                <a:cubicBezTo>
                  <a:pt x="9381023" y="5112680"/>
                  <a:pt x="9379362" y="5112175"/>
                  <a:pt x="9378510" y="5111163"/>
                </a:cubicBezTo>
                <a:cubicBezTo>
                  <a:pt x="9377658" y="5110152"/>
                  <a:pt x="9377232" y="5108283"/>
                  <a:pt x="9377232" y="5105557"/>
                </a:cubicBezTo>
                <a:lnTo>
                  <a:pt x="9377232" y="5101282"/>
                </a:lnTo>
                <a:cubicBezTo>
                  <a:pt x="9377317" y="5098669"/>
                  <a:pt x="9378346" y="5096736"/>
                  <a:pt x="9380319" y="5095482"/>
                </a:cubicBezTo>
                <a:lnTo>
                  <a:pt x="9423975" y="5068029"/>
                </a:lnTo>
                <a:cubicBezTo>
                  <a:pt x="9425604" y="5067166"/>
                  <a:pt x="9427368" y="5066735"/>
                  <a:pt x="9429268" y="5066735"/>
                </a:cubicBezTo>
                <a:close/>
                <a:moveTo>
                  <a:pt x="8162443" y="5066735"/>
                </a:moveTo>
                <a:lnTo>
                  <a:pt x="8170200" y="5066735"/>
                </a:lnTo>
                <a:cubicBezTo>
                  <a:pt x="8172493" y="5066735"/>
                  <a:pt x="8174079" y="5067328"/>
                  <a:pt x="8174956" y="5068514"/>
                </a:cubicBezTo>
                <a:cubicBezTo>
                  <a:pt x="8175834" y="5069701"/>
                  <a:pt x="8176273" y="5071578"/>
                  <a:pt x="8176273" y="5074147"/>
                </a:cubicBezTo>
                <a:lnTo>
                  <a:pt x="8176273" y="5087074"/>
                </a:lnTo>
                <a:cubicBezTo>
                  <a:pt x="8176273" y="5088459"/>
                  <a:pt x="8176372" y="5089246"/>
                  <a:pt x="8176572" y="5089434"/>
                </a:cubicBezTo>
                <a:cubicBezTo>
                  <a:pt x="8176771" y="5089623"/>
                  <a:pt x="8177584" y="5089718"/>
                  <a:pt x="8179010" y="5089718"/>
                </a:cubicBezTo>
                <a:lnTo>
                  <a:pt x="8196725" y="5089718"/>
                </a:lnTo>
                <a:cubicBezTo>
                  <a:pt x="8199736" y="5089718"/>
                  <a:pt x="8201773" y="5090369"/>
                  <a:pt x="8202834" y="5091672"/>
                </a:cubicBezTo>
                <a:cubicBezTo>
                  <a:pt x="8203896" y="5092974"/>
                  <a:pt x="8204427" y="5095240"/>
                  <a:pt x="8204427" y="5098470"/>
                </a:cubicBezTo>
                <a:lnTo>
                  <a:pt x="8204427" y="5104121"/>
                </a:lnTo>
                <a:cubicBezTo>
                  <a:pt x="8204427" y="5107611"/>
                  <a:pt x="8203814" y="5110166"/>
                  <a:pt x="8202589" y="5111784"/>
                </a:cubicBezTo>
                <a:cubicBezTo>
                  <a:pt x="8201363" y="5113403"/>
                  <a:pt x="8199217" y="5114212"/>
                  <a:pt x="8196151" y="5114212"/>
                </a:cubicBezTo>
                <a:lnTo>
                  <a:pt x="8178818" y="5114212"/>
                </a:lnTo>
                <a:cubicBezTo>
                  <a:pt x="8177626" y="5114212"/>
                  <a:pt x="8176903" y="5114339"/>
                  <a:pt x="8176651" y="5114591"/>
                </a:cubicBezTo>
                <a:cubicBezTo>
                  <a:pt x="8176399" y="5114843"/>
                  <a:pt x="8176273" y="5115598"/>
                  <a:pt x="8176273" y="5116856"/>
                </a:cubicBezTo>
                <a:lnTo>
                  <a:pt x="8176273" y="5149224"/>
                </a:lnTo>
                <a:cubicBezTo>
                  <a:pt x="8176273" y="5152646"/>
                  <a:pt x="8177041" y="5155347"/>
                  <a:pt x="8178577" y="5157325"/>
                </a:cubicBezTo>
                <a:cubicBezTo>
                  <a:pt x="8180113" y="5159304"/>
                  <a:pt x="8182013" y="5160294"/>
                  <a:pt x="8184277" y="5160294"/>
                </a:cubicBezTo>
                <a:cubicBezTo>
                  <a:pt x="8186441" y="5160294"/>
                  <a:pt x="8189512" y="5159175"/>
                  <a:pt x="8193491" y="5156936"/>
                </a:cubicBezTo>
                <a:cubicBezTo>
                  <a:pt x="8194549" y="5156301"/>
                  <a:pt x="8195723" y="5155984"/>
                  <a:pt x="8197013" y="5155984"/>
                </a:cubicBezTo>
                <a:cubicBezTo>
                  <a:pt x="8199264" y="5155984"/>
                  <a:pt x="8201190" y="5157145"/>
                  <a:pt x="8202791" y="5159468"/>
                </a:cubicBezTo>
                <a:cubicBezTo>
                  <a:pt x="8204392" y="5161791"/>
                  <a:pt x="8205193" y="5164217"/>
                  <a:pt x="8205193" y="5166747"/>
                </a:cubicBezTo>
                <a:cubicBezTo>
                  <a:pt x="8205193" y="5171311"/>
                  <a:pt x="8202051" y="5175761"/>
                  <a:pt x="8195768" y="5180096"/>
                </a:cubicBezTo>
                <a:cubicBezTo>
                  <a:pt x="8187795" y="5187821"/>
                  <a:pt x="8177102" y="5191683"/>
                  <a:pt x="8163689" y="5191683"/>
                </a:cubicBezTo>
                <a:cubicBezTo>
                  <a:pt x="8152949" y="5191683"/>
                  <a:pt x="8144289" y="5188613"/>
                  <a:pt x="8137707" y="5182473"/>
                </a:cubicBezTo>
                <a:cubicBezTo>
                  <a:pt x="8131125" y="5176332"/>
                  <a:pt x="8127835" y="5168250"/>
                  <a:pt x="8127835" y="5158224"/>
                </a:cubicBezTo>
                <a:lnTo>
                  <a:pt x="8127835" y="5113984"/>
                </a:lnTo>
                <a:cubicBezTo>
                  <a:pt x="8127835" y="5113084"/>
                  <a:pt x="8127842" y="5112642"/>
                  <a:pt x="8127857" y="5112657"/>
                </a:cubicBezTo>
                <a:cubicBezTo>
                  <a:pt x="8127872" y="5112673"/>
                  <a:pt x="8127430" y="5112680"/>
                  <a:pt x="8126533" y="5112680"/>
                </a:cubicBezTo>
                <a:lnTo>
                  <a:pt x="8116669" y="5112680"/>
                </a:lnTo>
                <a:cubicBezTo>
                  <a:pt x="8114199" y="5112680"/>
                  <a:pt x="8112538" y="5112175"/>
                  <a:pt x="8111685" y="5111163"/>
                </a:cubicBezTo>
                <a:cubicBezTo>
                  <a:pt x="8110834" y="5110152"/>
                  <a:pt x="8110408" y="5108283"/>
                  <a:pt x="8110408" y="5105557"/>
                </a:cubicBezTo>
                <a:lnTo>
                  <a:pt x="8110408" y="5101282"/>
                </a:lnTo>
                <a:cubicBezTo>
                  <a:pt x="8110493" y="5098669"/>
                  <a:pt x="8111522" y="5096736"/>
                  <a:pt x="8113495" y="5095482"/>
                </a:cubicBezTo>
                <a:lnTo>
                  <a:pt x="8157151" y="5068029"/>
                </a:lnTo>
                <a:cubicBezTo>
                  <a:pt x="8158780" y="5067166"/>
                  <a:pt x="8160543" y="5066735"/>
                  <a:pt x="8162443" y="5066735"/>
                </a:cubicBezTo>
                <a:close/>
                <a:moveTo>
                  <a:pt x="7162318" y="5066735"/>
                </a:moveTo>
                <a:lnTo>
                  <a:pt x="7170075" y="5066735"/>
                </a:lnTo>
                <a:cubicBezTo>
                  <a:pt x="7172368" y="5066735"/>
                  <a:pt x="7173954" y="5067328"/>
                  <a:pt x="7174831" y="5068514"/>
                </a:cubicBezTo>
                <a:cubicBezTo>
                  <a:pt x="7175709" y="5069701"/>
                  <a:pt x="7176148" y="5071578"/>
                  <a:pt x="7176148" y="5074147"/>
                </a:cubicBezTo>
                <a:lnTo>
                  <a:pt x="7176148" y="5087074"/>
                </a:lnTo>
                <a:cubicBezTo>
                  <a:pt x="7176148" y="5088459"/>
                  <a:pt x="7176247" y="5089246"/>
                  <a:pt x="7176447" y="5089434"/>
                </a:cubicBezTo>
                <a:cubicBezTo>
                  <a:pt x="7176646" y="5089623"/>
                  <a:pt x="7177459" y="5089718"/>
                  <a:pt x="7178885" y="5089718"/>
                </a:cubicBezTo>
                <a:lnTo>
                  <a:pt x="7196600" y="5089718"/>
                </a:lnTo>
                <a:cubicBezTo>
                  <a:pt x="7199611" y="5089718"/>
                  <a:pt x="7201648" y="5090369"/>
                  <a:pt x="7202709" y="5091672"/>
                </a:cubicBezTo>
                <a:cubicBezTo>
                  <a:pt x="7203771" y="5092974"/>
                  <a:pt x="7204302" y="5095240"/>
                  <a:pt x="7204302" y="5098470"/>
                </a:cubicBezTo>
                <a:lnTo>
                  <a:pt x="7204302" y="5104121"/>
                </a:lnTo>
                <a:cubicBezTo>
                  <a:pt x="7204302" y="5107611"/>
                  <a:pt x="7203689" y="5110166"/>
                  <a:pt x="7202464" y="5111784"/>
                </a:cubicBezTo>
                <a:cubicBezTo>
                  <a:pt x="7201238" y="5113403"/>
                  <a:pt x="7199092" y="5114212"/>
                  <a:pt x="7196026" y="5114212"/>
                </a:cubicBezTo>
                <a:lnTo>
                  <a:pt x="7178693" y="5114212"/>
                </a:lnTo>
                <a:cubicBezTo>
                  <a:pt x="7177501" y="5114212"/>
                  <a:pt x="7176779" y="5114339"/>
                  <a:pt x="7176526" y="5114591"/>
                </a:cubicBezTo>
                <a:cubicBezTo>
                  <a:pt x="7176273" y="5114843"/>
                  <a:pt x="7176148" y="5115598"/>
                  <a:pt x="7176148" y="5116856"/>
                </a:cubicBezTo>
                <a:lnTo>
                  <a:pt x="7176148" y="5149224"/>
                </a:lnTo>
                <a:cubicBezTo>
                  <a:pt x="7176148" y="5152646"/>
                  <a:pt x="7176916" y="5155347"/>
                  <a:pt x="7178452" y="5157325"/>
                </a:cubicBezTo>
                <a:cubicBezTo>
                  <a:pt x="7179988" y="5159304"/>
                  <a:pt x="7181888" y="5160294"/>
                  <a:pt x="7184152" y="5160294"/>
                </a:cubicBezTo>
                <a:cubicBezTo>
                  <a:pt x="7186316" y="5160294"/>
                  <a:pt x="7189387" y="5159175"/>
                  <a:pt x="7193366" y="5156936"/>
                </a:cubicBezTo>
                <a:cubicBezTo>
                  <a:pt x="7194425" y="5156301"/>
                  <a:pt x="7195598" y="5155984"/>
                  <a:pt x="7196888" y="5155984"/>
                </a:cubicBezTo>
                <a:cubicBezTo>
                  <a:pt x="7199139" y="5155984"/>
                  <a:pt x="7201065" y="5157145"/>
                  <a:pt x="7202666" y="5159468"/>
                </a:cubicBezTo>
                <a:cubicBezTo>
                  <a:pt x="7204268" y="5161791"/>
                  <a:pt x="7205068" y="5164217"/>
                  <a:pt x="7205068" y="5166747"/>
                </a:cubicBezTo>
                <a:cubicBezTo>
                  <a:pt x="7205068" y="5171311"/>
                  <a:pt x="7201926" y="5175761"/>
                  <a:pt x="7195643" y="5180096"/>
                </a:cubicBezTo>
                <a:cubicBezTo>
                  <a:pt x="7187670" y="5187821"/>
                  <a:pt x="7176977" y="5191683"/>
                  <a:pt x="7163564" y="5191683"/>
                </a:cubicBezTo>
                <a:cubicBezTo>
                  <a:pt x="7152824" y="5191683"/>
                  <a:pt x="7144164" y="5188613"/>
                  <a:pt x="7137582" y="5182473"/>
                </a:cubicBezTo>
                <a:cubicBezTo>
                  <a:pt x="7131001" y="5176332"/>
                  <a:pt x="7127711" y="5168250"/>
                  <a:pt x="7127711" y="5158224"/>
                </a:cubicBezTo>
                <a:lnTo>
                  <a:pt x="7127711" y="5113984"/>
                </a:lnTo>
                <a:cubicBezTo>
                  <a:pt x="7127711" y="5113084"/>
                  <a:pt x="7127718" y="5112642"/>
                  <a:pt x="7127733" y="5112657"/>
                </a:cubicBezTo>
                <a:cubicBezTo>
                  <a:pt x="7127747" y="5112673"/>
                  <a:pt x="7127305" y="5112680"/>
                  <a:pt x="7126408" y="5112680"/>
                </a:cubicBezTo>
                <a:lnTo>
                  <a:pt x="7116544" y="5112680"/>
                </a:lnTo>
                <a:cubicBezTo>
                  <a:pt x="7114074" y="5112680"/>
                  <a:pt x="7112413" y="5112175"/>
                  <a:pt x="7111560" y="5111163"/>
                </a:cubicBezTo>
                <a:cubicBezTo>
                  <a:pt x="7110709" y="5110152"/>
                  <a:pt x="7110283" y="5108283"/>
                  <a:pt x="7110283" y="5105557"/>
                </a:cubicBezTo>
                <a:lnTo>
                  <a:pt x="7110283" y="5101282"/>
                </a:lnTo>
                <a:cubicBezTo>
                  <a:pt x="7110368" y="5098669"/>
                  <a:pt x="7111397" y="5096736"/>
                  <a:pt x="7113370" y="5095482"/>
                </a:cubicBezTo>
                <a:lnTo>
                  <a:pt x="7157026" y="5068029"/>
                </a:lnTo>
                <a:cubicBezTo>
                  <a:pt x="7158655" y="5067166"/>
                  <a:pt x="7160419" y="5066735"/>
                  <a:pt x="7162318" y="5066735"/>
                </a:cubicBezTo>
                <a:close/>
                <a:moveTo>
                  <a:pt x="4171470" y="5066735"/>
                </a:moveTo>
                <a:lnTo>
                  <a:pt x="4179227" y="5066735"/>
                </a:lnTo>
                <a:cubicBezTo>
                  <a:pt x="4181520" y="5066735"/>
                  <a:pt x="4183105" y="5067328"/>
                  <a:pt x="4183982" y="5068514"/>
                </a:cubicBezTo>
                <a:cubicBezTo>
                  <a:pt x="4184860" y="5069701"/>
                  <a:pt x="4185299" y="5071578"/>
                  <a:pt x="4185299" y="5074147"/>
                </a:cubicBezTo>
                <a:lnTo>
                  <a:pt x="4185299" y="5087074"/>
                </a:lnTo>
                <a:cubicBezTo>
                  <a:pt x="4185299" y="5088459"/>
                  <a:pt x="4185399" y="5089246"/>
                  <a:pt x="4185598" y="5089434"/>
                </a:cubicBezTo>
                <a:cubicBezTo>
                  <a:pt x="4185797" y="5089623"/>
                  <a:pt x="4186610" y="5089718"/>
                  <a:pt x="4188037" y="5089718"/>
                </a:cubicBezTo>
                <a:lnTo>
                  <a:pt x="4205750" y="5089718"/>
                </a:lnTo>
                <a:cubicBezTo>
                  <a:pt x="4208762" y="5089718"/>
                  <a:pt x="4210798" y="5090369"/>
                  <a:pt x="4211859" y="5091672"/>
                </a:cubicBezTo>
                <a:cubicBezTo>
                  <a:pt x="4212922" y="5092974"/>
                  <a:pt x="4213452" y="5095240"/>
                  <a:pt x="4213452" y="5098470"/>
                </a:cubicBezTo>
                <a:lnTo>
                  <a:pt x="4213452" y="5104121"/>
                </a:lnTo>
                <a:cubicBezTo>
                  <a:pt x="4213452" y="5107611"/>
                  <a:pt x="4212839" y="5110166"/>
                  <a:pt x="4211614" y="5111784"/>
                </a:cubicBezTo>
                <a:cubicBezTo>
                  <a:pt x="4210388" y="5113403"/>
                  <a:pt x="4208242" y="5114212"/>
                  <a:pt x="4205176" y="5114212"/>
                </a:cubicBezTo>
                <a:lnTo>
                  <a:pt x="4187844" y="5114212"/>
                </a:lnTo>
                <a:cubicBezTo>
                  <a:pt x="4186652" y="5114212"/>
                  <a:pt x="4185929" y="5114339"/>
                  <a:pt x="4185677" y="5114591"/>
                </a:cubicBezTo>
                <a:cubicBezTo>
                  <a:pt x="4185425" y="5114843"/>
                  <a:pt x="4185299" y="5115598"/>
                  <a:pt x="4185299" y="5116856"/>
                </a:cubicBezTo>
                <a:lnTo>
                  <a:pt x="4185299" y="5149224"/>
                </a:lnTo>
                <a:cubicBezTo>
                  <a:pt x="4185299" y="5152646"/>
                  <a:pt x="4186067" y="5155347"/>
                  <a:pt x="4187603" y="5157325"/>
                </a:cubicBezTo>
                <a:cubicBezTo>
                  <a:pt x="4189140" y="5159304"/>
                  <a:pt x="4191039" y="5160294"/>
                  <a:pt x="4193303" y="5160294"/>
                </a:cubicBezTo>
                <a:cubicBezTo>
                  <a:pt x="4195466" y="5160294"/>
                  <a:pt x="4198538" y="5159175"/>
                  <a:pt x="4202517" y="5156936"/>
                </a:cubicBezTo>
                <a:cubicBezTo>
                  <a:pt x="4203575" y="5156301"/>
                  <a:pt x="4204749" y="5155984"/>
                  <a:pt x="4206038" y="5155984"/>
                </a:cubicBezTo>
                <a:cubicBezTo>
                  <a:pt x="4208289" y="5155984"/>
                  <a:pt x="4210215" y="5157145"/>
                  <a:pt x="4211816" y="5159468"/>
                </a:cubicBezTo>
                <a:cubicBezTo>
                  <a:pt x="4213417" y="5161791"/>
                  <a:pt x="4214218" y="5164217"/>
                  <a:pt x="4214218" y="5166747"/>
                </a:cubicBezTo>
                <a:cubicBezTo>
                  <a:pt x="4214218" y="5171311"/>
                  <a:pt x="4211077" y="5175761"/>
                  <a:pt x="4204793" y="5180096"/>
                </a:cubicBezTo>
                <a:cubicBezTo>
                  <a:pt x="4196820" y="5187821"/>
                  <a:pt x="4186128" y="5191683"/>
                  <a:pt x="4172715" y="5191683"/>
                </a:cubicBezTo>
                <a:cubicBezTo>
                  <a:pt x="4161976" y="5191683"/>
                  <a:pt x="4153315" y="5188613"/>
                  <a:pt x="4146733" y="5182473"/>
                </a:cubicBezTo>
                <a:cubicBezTo>
                  <a:pt x="4140151" y="5176332"/>
                  <a:pt x="4136861" y="5168250"/>
                  <a:pt x="4136861" y="5158224"/>
                </a:cubicBezTo>
                <a:lnTo>
                  <a:pt x="4136861" y="5113984"/>
                </a:lnTo>
                <a:cubicBezTo>
                  <a:pt x="4136861" y="5113084"/>
                  <a:pt x="4136869" y="5112642"/>
                  <a:pt x="4136883" y="5112657"/>
                </a:cubicBezTo>
                <a:cubicBezTo>
                  <a:pt x="4136898" y="5112673"/>
                  <a:pt x="4136457" y="5112680"/>
                  <a:pt x="4135559" y="5112680"/>
                </a:cubicBezTo>
                <a:lnTo>
                  <a:pt x="4125695" y="5112680"/>
                </a:lnTo>
                <a:cubicBezTo>
                  <a:pt x="4123225" y="5112680"/>
                  <a:pt x="4121564" y="5112175"/>
                  <a:pt x="4120712" y="5111163"/>
                </a:cubicBezTo>
                <a:cubicBezTo>
                  <a:pt x="4119859" y="5110152"/>
                  <a:pt x="4119434" y="5108283"/>
                  <a:pt x="4119434" y="5105557"/>
                </a:cubicBezTo>
                <a:lnTo>
                  <a:pt x="4119434" y="5101282"/>
                </a:lnTo>
                <a:cubicBezTo>
                  <a:pt x="4119519" y="5098669"/>
                  <a:pt x="4120548" y="5096736"/>
                  <a:pt x="4122521" y="5095482"/>
                </a:cubicBezTo>
                <a:lnTo>
                  <a:pt x="4166177" y="5068029"/>
                </a:lnTo>
                <a:cubicBezTo>
                  <a:pt x="4167805" y="5067166"/>
                  <a:pt x="4169570" y="5066735"/>
                  <a:pt x="4171470" y="5066735"/>
                </a:cubicBezTo>
                <a:close/>
                <a:moveTo>
                  <a:pt x="3609495" y="5066735"/>
                </a:moveTo>
                <a:lnTo>
                  <a:pt x="3617252" y="5066735"/>
                </a:lnTo>
                <a:cubicBezTo>
                  <a:pt x="3619544" y="5066735"/>
                  <a:pt x="3621130" y="5067328"/>
                  <a:pt x="3622008" y="5068514"/>
                </a:cubicBezTo>
                <a:cubicBezTo>
                  <a:pt x="3622885" y="5069701"/>
                  <a:pt x="3623323" y="5071578"/>
                  <a:pt x="3623323" y="5074147"/>
                </a:cubicBezTo>
                <a:lnTo>
                  <a:pt x="3623323" y="5087074"/>
                </a:lnTo>
                <a:cubicBezTo>
                  <a:pt x="3623323" y="5088459"/>
                  <a:pt x="3623424" y="5089246"/>
                  <a:pt x="3623623" y="5089434"/>
                </a:cubicBezTo>
                <a:cubicBezTo>
                  <a:pt x="3623822" y="5089623"/>
                  <a:pt x="3624635" y="5089718"/>
                  <a:pt x="3626061" y="5089718"/>
                </a:cubicBezTo>
                <a:lnTo>
                  <a:pt x="3643776" y="5089718"/>
                </a:lnTo>
                <a:cubicBezTo>
                  <a:pt x="3646788" y="5089718"/>
                  <a:pt x="3648824" y="5090369"/>
                  <a:pt x="3649886" y="5091672"/>
                </a:cubicBezTo>
                <a:cubicBezTo>
                  <a:pt x="3650947" y="5092974"/>
                  <a:pt x="3651479" y="5095240"/>
                  <a:pt x="3651479" y="5098470"/>
                </a:cubicBezTo>
                <a:lnTo>
                  <a:pt x="3651479" y="5104121"/>
                </a:lnTo>
                <a:cubicBezTo>
                  <a:pt x="3651479" y="5107611"/>
                  <a:pt x="3650866" y="5110166"/>
                  <a:pt x="3649640" y="5111784"/>
                </a:cubicBezTo>
                <a:cubicBezTo>
                  <a:pt x="3648415" y="5113403"/>
                  <a:pt x="3646268" y="5114212"/>
                  <a:pt x="3643203" y="5114212"/>
                </a:cubicBezTo>
                <a:lnTo>
                  <a:pt x="3625869" y="5114212"/>
                </a:lnTo>
                <a:cubicBezTo>
                  <a:pt x="3624677" y="5114212"/>
                  <a:pt x="3623954" y="5114339"/>
                  <a:pt x="3623702" y="5114591"/>
                </a:cubicBezTo>
                <a:cubicBezTo>
                  <a:pt x="3623450" y="5114843"/>
                  <a:pt x="3623323" y="5115598"/>
                  <a:pt x="3623323" y="5116856"/>
                </a:cubicBezTo>
                <a:lnTo>
                  <a:pt x="3623323" y="5149224"/>
                </a:lnTo>
                <a:cubicBezTo>
                  <a:pt x="3623323" y="5152646"/>
                  <a:pt x="3624092" y="5155347"/>
                  <a:pt x="3625628" y="5157325"/>
                </a:cubicBezTo>
                <a:cubicBezTo>
                  <a:pt x="3627165" y="5159304"/>
                  <a:pt x="3629064" y="5160294"/>
                  <a:pt x="3631328" y="5160294"/>
                </a:cubicBezTo>
                <a:cubicBezTo>
                  <a:pt x="3633493" y="5160294"/>
                  <a:pt x="3636564" y="5159175"/>
                  <a:pt x="3640542" y="5156936"/>
                </a:cubicBezTo>
                <a:cubicBezTo>
                  <a:pt x="3641601" y="5156301"/>
                  <a:pt x="3642774" y="5155984"/>
                  <a:pt x="3644065" y="5155984"/>
                </a:cubicBezTo>
                <a:cubicBezTo>
                  <a:pt x="3646315" y="5155984"/>
                  <a:pt x="3648240" y="5157145"/>
                  <a:pt x="3649843" y="5159468"/>
                </a:cubicBezTo>
                <a:cubicBezTo>
                  <a:pt x="3651443" y="5161791"/>
                  <a:pt x="3652244" y="5164217"/>
                  <a:pt x="3652244" y="5166747"/>
                </a:cubicBezTo>
                <a:cubicBezTo>
                  <a:pt x="3652244" y="5171311"/>
                  <a:pt x="3649103" y="5175761"/>
                  <a:pt x="3642820" y="5180096"/>
                </a:cubicBezTo>
                <a:cubicBezTo>
                  <a:pt x="3634847" y="5187821"/>
                  <a:pt x="3624153" y="5191683"/>
                  <a:pt x="3610740" y="5191683"/>
                </a:cubicBezTo>
                <a:cubicBezTo>
                  <a:pt x="3600000" y="5191683"/>
                  <a:pt x="3591340" y="5188613"/>
                  <a:pt x="3584759" y="5182473"/>
                </a:cubicBezTo>
                <a:cubicBezTo>
                  <a:pt x="3578177" y="5176332"/>
                  <a:pt x="3574887" y="5168250"/>
                  <a:pt x="3574887" y="5158224"/>
                </a:cubicBezTo>
                <a:lnTo>
                  <a:pt x="3574887" y="5113984"/>
                </a:lnTo>
                <a:cubicBezTo>
                  <a:pt x="3574887" y="5113084"/>
                  <a:pt x="3574893" y="5112642"/>
                  <a:pt x="3574908" y="5112657"/>
                </a:cubicBezTo>
                <a:cubicBezTo>
                  <a:pt x="3574923" y="5112673"/>
                  <a:pt x="3574482" y="5112680"/>
                  <a:pt x="3573585" y="5112680"/>
                </a:cubicBezTo>
                <a:lnTo>
                  <a:pt x="3563720" y="5112680"/>
                </a:lnTo>
                <a:cubicBezTo>
                  <a:pt x="3561250" y="5112680"/>
                  <a:pt x="3559589" y="5112175"/>
                  <a:pt x="3558737" y="5111163"/>
                </a:cubicBezTo>
                <a:cubicBezTo>
                  <a:pt x="3557885" y="5110152"/>
                  <a:pt x="3557459" y="5108283"/>
                  <a:pt x="3557459" y="5105557"/>
                </a:cubicBezTo>
                <a:lnTo>
                  <a:pt x="3557459" y="5101282"/>
                </a:lnTo>
                <a:cubicBezTo>
                  <a:pt x="3557544" y="5098669"/>
                  <a:pt x="3558573" y="5096736"/>
                  <a:pt x="3560546" y="5095482"/>
                </a:cubicBezTo>
                <a:lnTo>
                  <a:pt x="3604202" y="5068029"/>
                </a:lnTo>
                <a:cubicBezTo>
                  <a:pt x="3605831" y="5067166"/>
                  <a:pt x="3607595" y="5066735"/>
                  <a:pt x="3609495" y="5066735"/>
                </a:cubicBezTo>
                <a:close/>
                <a:moveTo>
                  <a:pt x="2409345" y="5066735"/>
                </a:moveTo>
                <a:lnTo>
                  <a:pt x="2417101" y="5066735"/>
                </a:lnTo>
                <a:cubicBezTo>
                  <a:pt x="2419395" y="5066735"/>
                  <a:pt x="2420981" y="5067328"/>
                  <a:pt x="2421858" y="5068514"/>
                </a:cubicBezTo>
                <a:cubicBezTo>
                  <a:pt x="2422735" y="5069701"/>
                  <a:pt x="2423174" y="5071578"/>
                  <a:pt x="2423174" y="5074147"/>
                </a:cubicBezTo>
                <a:lnTo>
                  <a:pt x="2423174" y="5087074"/>
                </a:lnTo>
                <a:cubicBezTo>
                  <a:pt x="2423174" y="5088459"/>
                  <a:pt x="2423274" y="5089246"/>
                  <a:pt x="2423473" y="5089434"/>
                </a:cubicBezTo>
                <a:cubicBezTo>
                  <a:pt x="2423672" y="5089623"/>
                  <a:pt x="2424485" y="5089718"/>
                  <a:pt x="2425912" y="5089718"/>
                </a:cubicBezTo>
                <a:lnTo>
                  <a:pt x="2443626" y="5089718"/>
                </a:lnTo>
                <a:cubicBezTo>
                  <a:pt x="2446637" y="5089718"/>
                  <a:pt x="2448673" y="5090369"/>
                  <a:pt x="2449736" y="5091672"/>
                </a:cubicBezTo>
                <a:cubicBezTo>
                  <a:pt x="2450797" y="5092974"/>
                  <a:pt x="2451329" y="5095240"/>
                  <a:pt x="2451329" y="5098470"/>
                </a:cubicBezTo>
                <a:lnTo>
                  <a:pt x="2451329" y="5104121"/>
                </a:lnTo>
                <a:cubicBezTo>
                  <a:pt x="2451329" y="5107611"/>
                  <a:pt x="2450716" y="5110166"/>
                  <a:pt x="2449490" y="5111784"/>
                </a:cubicBezTo>
                <a:cubicBezTo>
                  <a:pt x="2448265" y="5113403"/>
                  <a:pt x="2446119" y="5114212"/>
                  <a:pt x="2443052" y="5114212"/>
                </a:cubicBezTo>
                <a:lnTo>
                  <a:pt x="2425720" y="5114212"/>
                </a:lnTo>
                <a:cubicBezTo>
                  <a:pt x="2424527" y="5114212"/>
                  <a:pt x="2423804" y="5114339"/>
                  <a:pt x="2423553" y="5114591"/>
                </a:cubicBezTo>
                <a:cubicBezTo>
                  <a:pt x="2423300" y="5114843"/>
                  <a:pt x="2423174" y="5115598"/>
                  <a:pt x="2423174" y="5116856"/>
                </a:cubicBezTo>
                <a:lnTo>
                  <a:pt x="2423174" y="5149224"/>
                </a:lnTo>
                <a:cubicBezTo>
                  <a:pt x="2423174" y="5152646"/>
                  <a:pt x="2423942" y="5155347"/>
                  <a:pt x="2425478" y="5157325"/>
                </a:cubicBezTo>
                <a:cubicBezTo>
                  <a:pt x="2427015" y="5159304"/>
                  <a:pt x="2428915" y="5160294"/>
                  <a:pt x="2431178" y="5160294"/>
                </a:cubicBezTo>
                <a:cubicBezTo>
                  <a:pt x="2433342" y="5160294"/>
                  <a:pt x="2436414" y="5159175"/>
                  <a:pt x="2440392" y="5156936"/>
                </a:cubicBezTo>
                <a:cubicBezTo>
                  <a:pt x="2441450" y="5156301"/>
                  <a:pt x="2442624" y="5155984"/>
                  <a:pt x="2443915" y="5155984"/>
                </a:cubicBezTo>
                <a:cubicBezTo>
                  <a:pt x="2446165" y="5155984"/>
                  <a:pt x="2448091" y="5157145"/>
                  <a:pt x="2449693" y="5159468"/>
                </a:cubicBezTo>
                <a:cubicBezTo>
                  <a:pt x="2451293" y="5161791"/>
                  <a:pt x="2452094" y="5164217"/>
                  <a:pt x="2452094" y="5166747"/>
                </a:cubicBezTo>
                <a:cubicBezTo>
                  <a:pt x="2452094" y="5171311"/>
                  <a:pt x="2448953" y="5175761"/>
                  <a:pt x="2442669" y="5180096"/>
                </a:cubicBezTo>
                <a:cubicBezTo>
                  <a:pt x="2434696" y="5187821"/>
                  <a:pt x="2424003" y="5191683"/>
                  <a:pt x="2410590" y="5191683"/>
                </a:cubicBezTo>
                <a:cubicBezTo>
                  <a:pt x="2399851" y="5191683"/>
                  <a:pt x="2391189" y="5188613"/>
                  <a:pt x="2384609" y="5182473"/>
                </a:cubicBezTo>
                <a:cubicBezTo>
                  <a:pt x="2378027" y="5176332"/>
                  <a:pt x="2374737" y="5168250"/>
                  <a:pt x="2374737" y="5158224"/>
                </a:cubicBezTo>
                <a:lnTo>
                  <a:pt x="2374737" y="5113984"/>
                </a:lnTo>
                <a:cubicBezTo>
                  <a:pt x="2374737" y="5113084"/>
                  <a:pt x="2374743" y="5112642"/>
                  <a:pt x="2374758" y="5112657"/>
                </a:cubicBezTo>
                <a:cubicBezTo>
                  <a:pt x="2374773" y="5112673"/>
                  <a:pt x="2374331" y="5112680"/>
                  <a:pt x="2373435" y="5112680"/>
                </a:cubicBezTo>
                <a:lnTo>
                  <a:pt x="2363570" y="5112680"/>
                </a:lnTo>
                <a:cubicBezTo>
                  <a:pt x="2361100" y="5112680"/>
                  <a:pt x="2359438" y="5112175"/>
                  <a:pt x="2358586" y="5111163"/>
                </a:cubicBezTo>
                <a:cubicBezTo>
                  <a:pt x="2357735" y="5110152"/>
                  <a:pt x="2357309" y="5108283"/>
                  <a:pt x="2357309" y="5105557"/>
                </a:cubicBezTo>
                <a:lnTo>
                  <a:pt x="2357309" y="5101282"/>
                </a:lnTo>
                <a:cubicBezTo>
                  <a:pt x="2357395" y="5098669"/>
                  <a:pt x="2358423" y="5096736"/>
                  <a:pt x="2360396" y="5095482"/>
                </a:cubicBezTo>
                <a:lnTo>
                  <a:pt x="2404052" y="5068029"/>
                </a:lnTo>
                <a:cubicBezTo>
                  <a:pt x="2405681" y="5067166"/>
                  <a:pt x="2407445" y="5066735"/>
                  <a:pt x="2409345" y="5066735"/>
                </a:cubicBezTo>
                <a:close/>
                <a:moveTo>
                  <a:pt x="11625094" y="5054478"/>
                </a:moveTo>
                <a:cubicBezTo>
                  <a:pt x="11630099" y="5054478"/>
                  <a:pt x="11632527" y="5056756"/>
                  <a:pt x="11632376" y="5061313"/>
                </a:cubicBezTo>
                <a:lnTo>
                  <a:pt x="11631517" y="5091158"/>
                </a:lnTo>
                <a:cubicBezTo>
                  <a:pt x="11631475" y="5093165"/>
                  <a:pt x="11631453" y="5097550"/>
                  <a:pt x="11631453" y="5104311"/>
                </a:cubicBezTo>
                <a:cubicBezTo>
                  <a:pt x="11631453" y="5110683"/>
                  <a:pt x="11631539" y="5114380"/>
                  <a:pt x="11631710" y="5115401"/>
                </a:cubicBezTo>
                <a:cubicBezTo>
                  <a:pt x="11631969" y="5116920"/>
                  <a:pt x="11632635" y="5117680"/>
                  <a:pt x="11633712" y="5117680"/>
                </a:cubicBezTo>
                <a:cubicBezTo>
                  <a:pt x="11635263" y="5117680"/>
                  <a:pt x="11637783" y="5116596"/>
                  <a:pt x="11641272" y="5114430"/>
                </a:cubicBezTo>
                <a:cubicBezTo>
                  <a:pt x="11644761" y="5112263"/>
                  <a:pt x="11646507" y="5110933"/>
                  <a:pt x="11646507" y="5110440"/>
                </a:cubicBezTo>
                <a:cubicBezTo>
                  <a:pt x="11646507" y="5110183"/>
                  <a:pt x="11645936" y="5109303"/>
                  <a:pt x="11644795" y="5107800"/>
                </a:cubicBezTo>
                <a:cubicBezTo>
                  <a:pt x="11643509" y="5106111"/>
                  <a:pt x="11642866" y="5104437"/>
                  <a:pt x="11642866" y="5102779"/>
                </a:cubicBezTo>
                <a:cubicBezTo>
                  <a:pt x="11642866" y="5094582"/>
                  <a:pt x="11652009" y="5090484"/>
                  <a:pt x="11670294" y="5090484"/>
                </a:cubicBezTo>
                <a:cubicBezTo>
                  <a:pt x="11679319" y="5090484"/>
                  <a:pt x="11686495" y="5091418"/>
                  <a:pt x="11691825" y="5093287"/>
                </a:cubicBezTo>
                <a:cubicBezTo>
                  <a:pt x="11694277" y="5094133"/>
                  <a:pt x="11696305" y="5095586"/>
                  <a:pt x="11697905" y="5097643"/>
                </a:cubicBezTo>
                <a:cubicBezTo>
                  <a:pt x="11699506" y="5099701"/>
                  <a:pt x="11700307" y="5101924"/>
                  <a:pt x="11700307" y="5104311"/>
                </a:cubicBezTo>
                <a:cubicBezTo>
                  <a:pt x="11700307" y="5108048"/>
                  <a:pt x="11698516" y="5110664"/>
                  <a:pt x="11694937" y="5112160"/>
                </a:cubicBezTo>
                <a:cubicBezTo>
                  <a:pt x="11694298" y="5112444"/>
                  <a:pt x="11692298" y="5112894"/>
                  <a:pt x="11688935" y="5113512"/>
                </a:cubicBezTo>
                <a:cubicBezTo>
                  <a:pt x="11686454" y="5113963"/>
                  <a:pt x="11683180" y="5115539"/>
                  <a:pt x="11679114" y="5118240"/>
                </a:cubicBezTo>
                <a:cubicBezTo>
                  <a:pt x="11675047" y="5120941"/>
                  <a:pt x="11673014" y="5122619"/>
                  <a:pt x="11673014" y="5123273"/>
                </a:cubicBezTo>
                <a:cubicBezTo>
                  <a:pt x="11673014" y="5123800"/>
                  <a:pt x="11675602" y="5127663"/>
                  <a:pt x="11680780" y="5134862"/>
                </a:cubicBezTo>
                <a:cubicBezTo>
                  <a:pt x="11685958" y="5142061"/>
                  <a:pt x="11690423" y="5148272"/>
                  <a:pt x="11694176" y="5153495"/>
                </a:cubicBezTo>
                <a:cubicBezTo>
                  <a:pt x="11698156" y="5157571"/>
                  <a:pt x="11700934" y="5160292"/>
                  <a:pt x="11702509" y="5161660"/>
                </a:cubicBezTo>
                <a:cubicBezTo>
                  <a:pt x="11704084" y="5163028"/>
                  <a:pt x="11706306" y="5164505"/>
                  <a:pt x="11709176" y="5166091"/>
                </a:cubicBezTo>
                <a:cubicBezTo>
                  <a:pt x="11714499" y="5168975"/>
                  <a:pt x="11717160" y="5172386"/>
                  <a:pt x="11717160" y="5176324"/>
                </a:cubicBezTo>
                <a:cubicBezTo>
                  <a:pt x="11717160" y="5180398"/>
                  <a:pt x="11715476" y="5183546"/>
                  <a:pt x="11712106" y="5185767"/>
                </a:cubicBezTo>
                <a:cubicBezTo>
                  <a:pt x="11708737" y="5187988"/>
                  <a:pt x="11704311" y="5189098"/>
                  <a:pt x="11698829" y="5189098"/>
                </a:cubicBezTo>
                <a:lnTo>
                  <a:pt x="11667741" y="5189098"/>
                </a:lnTo>
                <a:cubicBezTo>
                  <a:pt x="11663220" y="5189024"/>
                  <a:pt x="11659688" y="5187343"/>
                  <a:pt x="11657149" y="5184056"/>
                </a:cubicBezTo>
                <a:lnTo>
                  <a:pt x="11641252" y="5163659"/>
                </a:lnTo>
                <a:cubicBezTo>
                  <a:pt x="11637000" y="5158247"/>
                  <a:pt x="11634533" y="5155165"/>
                  <a:pt x="11633852" y="5154412"/>
                </a:cubicBezTo>
                <a:cubicBezTo>
                  <a:pt x="11633169" y="5153659"/>
                  <a:pt x="11632804" y="5153283"/>
                  <a:pt x="11632755" y="5153283"/>
                </a:cubicBezTo>
                <a:cubicBezTo>
                  <a:pt x="11633088" y="5153283"/>
                  <a:pt x="11633192" y="5153555"/>
                  <a:pt x="11633073" y="5154099"/>
                </a:cubicBezTo>
                <a:cubicBezTo>
                  <a:pt x="11632950" y="5154642"/>
                  <a:pt x="11632891" y="5156465"/>
                  <a:pt x="11632891" y="5159566"/>
                </a:cubicBezTo>
                <a:cubicBezTo>
                  <a:pt x="11632891" y="5162175"/>
                  <a:pt x="11633145" y="5164002"/>
                  <a:pt x="11633654" y="5165047"/>
                </a:cubicBezTo>
                <a:cubicBezTo>
                  <a:pt x="11634163" y="5166091"/>
                  <a:pt x="11635440" y="5167436"/>
                  <a:pt x="11637484" y="5169082"/>
                </a:cubicBezTo>
                <a:cubicBezTo>
                  <a:pt x="11639656" y="5170837"/>
                  <a:pt x="11640742" y="5173315"/>
                  <a:pt x="11640742" y="5176516"/>
                </a:cubicBezTo>
                <a:cubicBezTo>
                  <a:pt x="11640742" y="5181847"/>
                  <a:pt x="11638118" y="5185612"/>
                  <a:pt x="11632869" y="5187811"/>
                </a:cubicBezTo>
                <a:cubicBezTo>
                  <a:pt x="11627621" y="5190010"/>
                  <a:pt x="11619411" y="5191110"/>
                  <a:pt x="11608240" y="5191110"/>
                </a:cubicBezTo>
                <a:cubicBezTo>
                  <a:pt x="11595248" y="5191110"/>
                  <a:pt x="11586473" y="5190463"/>
                  <a:pt x="11581913" y="5189170"/>
                </a:cubicBezTo>
                <a:cubicBezTo>
                  <a:pt x="11579919" y="5188584"/>
                  <a:pt x="11578025" y="5187150"/>
                  <a:pt x="11576229" y="5184869"/>
                </a:cubicBezTo>
                <a:cubicBezTo>
                  <a:pt x="11574433" y="5182587"/>
                  <a:pt x="11573535" y="5180122"/>
                  <a:pt x="11573535" y="5177473"/>
                </a:cubicBezTo>
                <a:cubicBezTo>
                  <a:pt x="11573535" y="5174348"/>
                  <a:pt x="11574931" y="5171857"/>
                  <a:pt x="11577720" y="5169998"/>
                </a:cubicBezTo>
                <a:cubicBezTo>
                  <a:pt x="11580319" y="5168338"/>
                  <a:pt x="11581857" y="5167221"/>
                  <a:pt x="11582335" y="5166647"/>
                </a:cubicBezTo>
                <a:cubicBezTo>
                  <a:pt x="11582813" y="5166073"/>
                  <a:pt x="11583200" y="5165158"/>
                  <a:pt x="11583495" y="5163903"/>
                </a:cubicBezTo>
                <a:cubicBezTo>
                  <a:pt x="11584963" y="5154940"/>
                  <a:pt x="11585665" y="5141237"/>
                  <a:pt x="11585602" y="5122794"/>
                </a:cubicBezTo>
                <a:lnTo>
                  <a:pt x="11585602" y="5101822"/>
                </a:lnTo>
                <a:cubicBezTo>
                  <a:pt x="11585602" y="5094920"/>
                  <a:pt x="11585323" y="5090718"/>
                  <a:pt x="11584765" y="5089215"/>
                </a:cubicBezTo>
                <a:cubicBezTo>
                  <a:pt x="11584207" y="5087712"/>
                  <a:pt x="11582876" y="5086820"/>
                  <a:pt x="11580769" y="5086539"/>
                </a:cubicBezTo>
                <a:cubicBezTo>
                  <a:pt x="11574414" y="5085685"/>
                  <a:pt x="11571238" y="5082863"/>
                  <a:pt x="11571238" y="5078074"/>
                </a:cubicBezTo>
                <a:cubicBezTo>
                  <a:pt x="11571238" y="5075050"/>
                  <a:pt x="11572547" y="5072428"/>
                  <a:pt x="11575169" y="5070207"/>
                </a:cubicBezTo>
                <a:cubicBezTo>
                  <a:pt x="11577789" y="5067986"/>
                  <a:pt x="11581395" y="5066169"/>
                  <a:pt x="11585986" y="5064756"/>
                </a:cubicBezTo>
                <a:cubicBezTo>
                  <a:pt x="11603766" y="5057904"/>
                  <a:pt x="11616803" y="5054478"/>
                  <a:pt x="11625094" y="5054478"/>
                </a:cubicBezTo>
                <a:close/>
                <a:moveTo>
                  <a:pt x="4960747" y="5054478"/>
                </a:moveTo>
                <a:cubicBezTo>
                  <a:pt x="4966676" y="5054478"/>
                  <a:pt x="4971517" y="5055673"/>
                  <a:pt x="4975269" y="5058064"/>
                </a:cubicBezTo>
                <a:cubicBezTo>
                  <a:pt x="4979021" y="5060455"/>
                  <a:pt x="4980897" y="5063741"/>
                  <a:pt x="4980897" y="5067922"/>
                </a:cubicBezTo>
                <a:cubicBezTo>
                  <a:pt x="4980897" y="5073578"/>
                  <a:pt x="4978098" y="5078042"/>
                  <a:pt x="4972498" y="5081315"/>
                </a:cubicBezTo>
                <a:cubicBezTo>
                  <a:pt x="4964430" y="5086010"/>
                  <a:pt x="4954672" y="5088358"/>
                  <a:pt x="4943223" y="5088358"/>
                </a:cubicBezTo>
                <a:cubicBezTo>
                  <a:pt x="4938163" y="5088358"/>
                  <a:pt x="4934232" y="5087445"/>
                  <a:pt x="4931428" y="5085619"/>
                </a:cubicBezTo>
                <a:cubicBezTo>
                  <a:pt x="4926881" y="5082797"/>
                  <a:pt x="4924607" y="5078974"/>
                  <a:pt x="4924607" y="5074147"/>
                </a:cubicBezTo>
                <a:cubicBezTo>
                  <a:pt x="4924607" y="5067780"/>
                  <a:pt x="4928940" y="5062871"/>
                  <a:pt x="4937607" y="5059419"/>
                </a:cubicBezTo>
                <a:cubicBezTo>
                  <a:pt x="4945841" y="5056125"/>
                  <a:pt x="4953554" y="5054478"/>
                  <a:pt x="4960747" y="5054478"/>
                </a:cubicBezTo>
                <a:close/>
                <a:moveTo>
                  <a:pt x="4084448" y="5054478"/>
                </a:moveTo>
                <a:cubicBezTo>
                  <a:pt x="4090378" y="5054478"/>
                  <a:pt x="4095219" y="5055673"/>
                  <a:pt x="4098970" y="5058064"/>
                </a:cubicBezTo>
                <a:cubicBezTo>
                  <a:pt x="4102723" y="5060455"/>
                  <a:pt x="4104598" y="5063741"/>
                  <a:pt x="4104598" y="5067922"/>
                </a:cubicBezTo>
                <a:cubicBezTo>
                  <a:pt x="4104598" y="5073578"/>
                  <a:pt x="4101799" y="5078042"/>
                  <a:pt x="4096199" y="5081315"/>
                </a:cubicBezTo>
                <a:cubicBezTo>
                  <a:pt x="4088131" y="5086010"/>
                  <a:pt x="4078373" y="5088358"/>
                  <a:pt x="4066924" y="5088358"/>
                </a:cubicBezTo>
                <a:cubicBezTo>
                  <a:pt x="4061864" y="5088358"/>
                  <a:pt x="4057932" y="5087445"/>
                  <a:pt x="4055129" y="5085619"/>
                </a:cubicBezTo>
                <a:cubicBezTo>
                  <a:pt x="4050581" y="5082797"/>
                  <a:pt x="4048308" y="5078974"/>
                  <a:pt x="4048308" y="5074147"/>
                </a:cubicBezTo>
                <a:cubicBezTo>
                  <a:pt x="4048308" y="5067780"/>
                  <a:pt x="4052641" y="5062871"/>
                  <a:pt x="4061308" y="5059419"/>
                </a:cubicBezTo>
                <a:cubicBezTo>
                  <a:pt x="4069542" y="5056125"/>
                  <a:pt x="4077255" y="5054478"/>
                  <a:pt x="4084448" y="5054478"/>
                </a:cubicBezTo>
                <a:close/>
                <a:moveTo>
                  <a:pt x="3522473" y="5054478"/>
                </a:moveTo>
                <a:cubicBezTo>
                  <a:pt x="3528402" y="5054478"/>
                  <a:pt x="3533243" y="5055673"/>
                  <a:pt x="3536995" y="5058064"/>
                </a:cubicBezTo>
                <a:cubicBezTo>
                  <a:pt x="3540747" y="5060455"/>
                  <a:pt x="3542624" y="5063741"/>
                  <a:pt x="3542624" y="5067922"/>
                </a:cubicBezTo>
                <a:cubicBezTo>
                  <a:pt x="3542624" y="5073578"/>
                  <a:pt x="3539823" y="5078042"/>
                  <a:pt x="3534224" y="5081315"/>
                </a:cubicBezTo>
                <a:cubicBezTo>
                  <a:pt x="3526156" y="5086010"/>
                  <a:pt x="3516398" y="5088358"/>
                  <a:pt x="3504949" y="5088358"/>
                </a:cubicBezTo>
                <a:cubicBezTo>
                  <a:pt x="3499889" y="5088358"/>
                  <a:pt x="3495957" y="5087445"/>
                  <a:pt x="3493154" y="5085619"/>
                </a:cubicBezTo>
                <a:cubicBezTo>
                  <a:pt x="3488607" y="5082797"/>
                  <a:pt x="3486333" y="5078974"/>
                  <a:pt x="3486333" y="5074147"/>
                </a:cubicBezTo>
                <a:cubicBezTo>
                  <a:pt x="3486333" y="5067780"/>
                  <a:pt x="3490666" y="5062871"/>
                  <a:pt x="3499332" y="5059419"/>
                </a:cubicBezTo>
                <a:cubicBezTo>
                  <a:pt x="3507566" y="5056125"/>
                  <a:pt x="3515280" y="5054478"/>
                  <a:pt x="3522473" y="5054478"/>
                </a:cubicBezTo>
                <a:close/>
                <a:moveTo>
                  <a:pt x="1912748" y="5054478"/>
                </a:moveTo>
                <a:cubicBezTo>
                  <a:pt x="1918677" y="5054478"/>
                  <a:pt x="1923518" y="5055673"/>
                  <a:pt x="1927270" y="5058064"/>
                </a:cubicBezTo>
                <a:cubicBezTo>
                  <a:pt x="1931022" y="5060455"/>
                  <a:pt x="1932898" y="5063741"/>
                  <a:pt x="1932898" y="5067922"/>
                </a:cubicBezTo>
                <a:cubicBezTo>
                  <a:pt x="1932898" y="5073578"/>
                  <a:pt x="1930098" y="5078042"/>
                  <a:pt x="1924499" y="5081315"/>
                </a:cubicBezTo>
                <a:cubicBezTo>
                  <a:pt x="1916431" y="5086010"/>
                  <a:pt x="1906673" y="5088358"/>
                  <a:pt x="1895224" y="5088358"/>
                </a:cubicBezTo>
                <a:cubicBezTo>
                  <a:pt x="1890164" y="5088358"/>
                  <a:pt x="1886232" y="5087445"/>
                  <a:pt x="1883429" y="5085619"/>
                </a:cubicBezTo>
                <a:cubicBezTo>
                  <a:pt x="1878882" y="5082797"/>
                  <a:pt x="1876608" y="5078974"/>
                  <a:pt x="1876608" y="5074147"/>
                </a:cubicBezTo>
                <a:cubicBezTo>
                  <a:pt x="1876608" y="5067780"/>
                  <a:pt x="1880941" y="5062871"/>
                  <a:pt x="1889609" y="5059419"/>
                </a:cubicBezTo>
                <a:cubicBezTo>
                  <a:pt x="1897842" y="5056125"/>
                  <a:pt x="1905555" y="5054478"/>
                  <a:pt x="1912748" y="5054478"/>
                </a:cubicBezTo>
                <a:close/>
                <a:moveTo>
                  <a:pt x="10308345" y="5054381"/>
                </a:moveTo>
                <a:cubicBezTo>
                  <a:pt x="10313415" y="5054381"/>
                  <a:pt x="10315874" y="5056707"/>
                  <a:pt x="10315720" y="5061359"/>
                </a:cubicBezTo>
                <a:lnTo>
                  <a:pt x="10314482" y="5101308"/>
                </a:lnTo>
                <a:cubicBezTo>
                  <a:pt x="10314375" y="5104753"/>
                  <a:pt x="10315170" y="5106475"/>
                  <a:pt x="10316867" y="5106475"/>
                </a:cubicBezTo>
                <a:cubicBezTo>
                  <a:pt x="10317718" y="5106475"/>
                  <a:pt x="10318680" y="5105707"/>
                  <a:pt x="10319752" y="5104171"/>
                </a:cubicBezTo>
                <a:cubicBezTo>
                  <a:pt x="10326335" y="5094599"/>
                  <a:pt x="10335141" y="5089814"/>
                  <a:pt x="10346171" y="5089814"/>
                </a:cubicBezTo>
                <a:cubicBezTo>
                  <a:pt x="10356888" y="5089814"/>
                  <a:pt x="10365444" y="5093114"/>
                  <a:pt x="10371840" y="5099713"/>
                </a:cubicBezTo>
                <a:cubicBezTo>
                  <a:pt x="10374787" y="5102730"/>
                  <a:pt x="10376848" y="5106218"/>
                  <a:pt x="10378022" y="5110178"/>
                </a:cubicBezTo>
                <a:cubicBezTo>
                  <a:pt x="10379197" y="5114138"/>
                  <a:pt x="10379850" y="5119738"/>
                  <a:pt x="10379982" y="5126977"/>
                </a:cubicBezTo>
                <a:lnTo>
                  <a:pt x="10380844" y="5161547"/>
                </a:lnTo>
                <a:cubicBezTo>
                  <a:pt x="10380901" y="5164251"/>
                  <a:pt x="10381229" y="5166176"/>
                  <a:pt x="10381829" y="5167324"/>
                </a:cubicBezTo>
                <a:cubicBezTo>
                  <a:pt x="10382429" y="5168471"/>
                  <a:pt x="10383951" y="5170005"/>
                  <a:pt x="10386395" y="5171925"/>
                </a:cubicBezTo>
                <a:cubicBezTo>
                  <a:pt x="10388781" y="5173817"/>
                  <a:pt x="10389973" y="5176081"/>
                  <a:pt x="10389973" y="5178718"/>
                </a:cubicBezTo>
                <a:cubicBezTo>
                  <a:pt x="10389973" y="5186915"/>
                  <a:pt x="10378883" y="5191013"/>
                  <a:pt x="10356704" y="5191013"/>
                </a:cubicBezTo>
                <a:cubicBezTo>
                  <a:pt x="10336888" y="5191013"/>
                  <a:pt x="10326980" y="5187138"/>
                  <a:pt x="10326980" y="5179388"/>
                </a:cubicBezTo>
                <a:cubicBezTo>
                  <a:pt x="10326980" y="5177965"/>
                  <a:pt x="10327195" y="5176865"/>
                  <a:pt x="10327627" y="5176088"/>
                </a:cubicBezTo>
                <a:cubicBezTo>
                  <a:pt x="10328058" y="5175312"/>
                  <a:pt x="10330209" y="5173399"/>
                  <a:pt x="10334080" y="5170349"/>
                </a:cubicBezTo>
                <a:cubicBezTo>
                  <a:pt x="10334581" y="5167713"/>
                  <a:pt x="10334832" y="5159586"/>
                  <a:pt x="10334832" y="5145967"/>
                </a:cubicBezTo>
                <a:cubicBezTo>
                  <a:pt x="10334832" y="5137787"/>
                  <a:pt x="10334211" y="5132181"/>
                  <a:pt x="10332968" y="5129148"/>
                </a:cubicBezTo>
                <a:cubicBezTo>
                  <a:pt x="10330914" y="5123980"/>
                  <a:pt x="10327621" y="5121396"/>
                  <a:pt x="10323092" y="5121396"/>
                </a:cubicBezTo>
                <a:cubicBezTo>
                  <a:pt x="10319954" y="5121396"/>
                  <a:pt x="10317648" y="5122515"/>
                  <a:pt x="10316173" y="5124755"/>
                </a:cubicBezTo>
                <a:cubicBezTo>
                  <a:pt x="10315067" y="5126440"/>
                  <a:pt x="10314513" y="5129905"/>
                  <a:pt x="10314513" y="5135147"/>
                </a:cubicBezTo>
                <a:lnTo>
                  <a:pt x="10314513" y="5154122"/>
                </a:lnTo>
                <a:cubicBezTo>
                  <a:pt x="10314929" y="5161709"/>
                  <a:pt x="10315272" y="5165960"/>
                  <a:pt x="10315541" y="5166876"/>
                </a:cubicBezTo>
                <a:cubicBezTo>
                  <a:pt x="10315811" y="5167793"/>
                  <a:pt x="10317138" y="5169588"/>
                  <a:pt x="10319522" y="5172264"/>
                </a:cubicBezTo>
                <a:cubicBezTo>
                  <a:pt x="10321099" y="5174007"/>
                  <a:pt x="10321887" y="5175998"/>
                  <a:pt x="10321887" y="5178239"/>
                </a:cubicBezTo>
                <a:cubicBezTo>
                  <a:pt x="10321887" y="5186755"/>
                  <a:pt x="10311819" y="5191013"/>
                  <a:pt x="10291682" y="5191013"/>
                </a:cubicBezTo>
                <a:cubicBezTo>
                  <a:pt x="10268419" y="5191013"/>
                  <a:pt x="10256787" y="5186628"/>
                  <a:pt x="10256787" y="5177856"/>
                </a:cubicBezTo>
                <a:cubicBezTo>
                  <a:pt x="10256787" y="5175708"/>
                  <a:pt x="10257239" y="5174038"/>
                  <a:pt x="10258142" y="5172847"/>
                </a:cubicBezTo>
                <a:cubicBezTo>
                  <a:pt x="10259047" y="5171656"/>
                  <a:pt x="10260670" y="5170429"/>
                  <a:pt x="10263012" y="5169166"/>
                </a:cubicBezTo>
                <a:cubicBezTo>
                  <a:pt x="10265509" y="5167011"/>
                  <a:pt x="10267204" y="5162300"/>
                  <a:pt x="10268093" y="5155031"/>
                </a:cubicBezTo>
                <a:cubicBezTo>
                  <a:pt x="10268983" y="5147762"/>
                  <a:pt x="10269428" y="5135452"/>
                  <a:pt x="10269428" y="5118101"/>
                </a:cubicBezTo>
                <a:cubicBezTo>
                  <a:pt x="10269428" y="5104579"/>
                  <a:pt x="10269057" y="5095258"/>
                  <a:pt x="10268316" y="5090137"/>
                </a:cubicBezTo>
                <a:cubicBezTo>
                  <a:pt x="10268076" y="5088267"/>
                  <a:pt x="10267715" y="5087002"/>
                  <a:pt x="10267237" y="5086341"/>
                </a:cubicBezTo>
                <a:cubicBezTo>
                  <a:pt x="10266758" y="5085680"/>
                  <a:pt x="10265728" y="5084940"/>
                  <a:pt x="10264146" y="5084121"/>
                </a:cubicBezTo>
                <a:cubicBezTo>
                  <a:pt x="10259496" y="5081721"/>
                  <a:pt x="10257170" y="5078780"/>
                  <a:pt x="10257170" y="5075296"/>
                </a:cubicBezTo>
                <a:cubicBezTo>
                  <a:pt x="10257170" y="5071401"/>
                  <a:pt x="10258851" y="5068345"/>
                  <a:pt x="10262210" y="5066129"/>
                </a:cubicBezTo>
                <a:cubicBezTo>
                  <a:pt x="10265570" y="5063913"/>
                  <a:pt x="10271245" y="5061724"/>
                  <a:pt x="10279234" y="5059561"/>
                </a:cubicBezTo>
                <a:cubicBezTo>
                  <a:pt x="10291664" y="5056108"/>
                  <a:pt x="10301368" y="5054381"/>
                  <a:pt x="10308345" y="5054381"/>
                </a:cubicBezTo>
                <a:close/>
                <a:moveTo>
                  <a:pt x="9652747" y="5054381"/>
                </a:moveTo>
                <a:cubicBezTo>
                  <a:pt x="9659159" y="5054381"/>
                  <a:pt x="9662364" y="5058161"/>
                  <a:pt x="9662364" y="5065720"/>
                </a:cubicBezTo>
                <a:cubicBezTo>
                  <a:pt x="9662364" y="5067640"/>
                  <a:pt x="9662029" y="5072454"/>
                  <a:pt x="9661359" y="5080161"/>
                </a:cubicBezTo>
                <a:cubicBezTo>
                  <a:pt x="9660538" y="5091468"/>
                  <a:pt x="9660074" y="5101166"/>
                  <a:pt x="9659970" y="5109253"/>
                </a:cubicBezTo>
                <a:lnTo>
                  <a:pt x="9659970" y="5141946"/>
                </a:lnTo>
                <a:cubicBezTo>
                  <a:pt x="9659970" y="5155550"/>
                  <a:pt x="9660136" y="5163247"/>
                  <a:pt x="9660469" y="5165035"/>
                </a:cubicBezTo>
                <a:cubicBezTo>
                  <a:pt x="9660800" y="5166824"/>
                  <a:pt x="9662005" y="5168177"/>
                  <a:pt x="9664083" y="5169095"/>
                </a:cubicBezTo>
                <a:cubicBezTo>
                  <a:pt x="9666738" y="5170243"/>
                  <a:pt x="9668599" y="5171415"/>
                  <a:pt x="9669667" y="5172611"/>
                </a:cubicBezTo>
                <a:cubicBezTo>
                  <a:pt x="9670735" y="5173807"/>
                  <a:pt x="9671269" y="5175460"/>
                  <a:pt x="9671269" y="5177569"/>
                </a:cubicBezTo>
                <a:cubicBezTo>
                  <a:pt x="9671269" y="5180158"/>
                  <a:pt x="9670375" y="5182479"/>
                  <a:pt x="9668589" y="5184531"/>
                </a:cubicBezTo>
                <a:cubicBezTo>
                  <a:pt x="9666802" y="5186583"/>
                  <a:pt x="9664588" y="5187982"/>
                  <a:pt x="9661946" y="5188727"/>
                </a:cubicBezTo>
                <a:cubicBezTo>
                  <a:pt x="9656961" y="5190251"/>
                  <a:pt x="9648884" y="5191013"/>
                  <a:pt x="9637714" y="5191013"/>
                </a:cubicBezTo>
                <a:cubicBezTo>
                  <a:pt x="9625143" y="5191013"/>
                  <a:pt x="9616891" y="5190088"/>
                  <a:pt x="9612958" y="5188236"/>
                </a:cubicBezTo>
                <a:cubicBezTo>
                  <a:pt x="9609061" y="5187218"/>
                  <a:pt x="9606253" y="5185681"/>
                  <a:pt x="9604535" y="5183625"/>
                </a:cubicBezTo>
                <a:cubicBezTo>
                  <a:pt x="9602816" y="5181569"/>
                  <a:pt x="9601956" y="5179327"/>
                  <a:pt x="9601956" y="5176899"/>
                </a:cubicBezTo>
                <a:cubicBezTo>
                  <a:pt x="9601956" y="5174832"/>
                  <a:pt x="9602483" y="5173249"/>
                  <a:pt x="9603538" y="5172153"/>
                </a:cubicBezTo>
                <a:cubicBezTo>
                  <a:pt x="9604591" y="5171056"/>
                  <a:pt x="9606590" y="5169877"/>
                  <a:pt x="9609532" y="5168617"/>
                </a:cubicBezTo>
                <a:cubicBezTo>
                  <a:pt x="9611335" y="5167830"/>
                  <a:pt x="9612481" y="5165381"/>
                  <a:pt x="9612969" y="5161267"/>
                </a:cubicBezTo>
                <a:cubicBezTo>
                  <a:pt x="9613990" y="5152970"/>
                  <a:pt x="9614501" y="5141230"/>
                  <a:pt x="9614501" y="5126049"/>
                </a:cubicBezTo>
                <a:cubicBezTo>
                  <a:pt x="9614501" y="5110634"/>
                  <a:pt x="9614087" y="5100859"/>
                  <a:pt x="9613260" y="5096724"/>
                </a:cubicBezTo>
                <a:cubicBezTo>
                  <a:pt x="9612433" y="5092588"/>
                  <a:pt x="9610433" y="5089557"/>
                  <a:pt x="9607261" y="5087631"/>
                </a:cubicBezTo>
                <a:cubicBezTo>
                  <a:pt x="9604452" y="5086026"/>
                  <a:pt x="9602451" y="5084396"/>
                  <a:pt x="9601257" y="5082740"/>
                </a:cubicBezTo>
                <a:cubicBezTo>
                  <a:pt x="9600063" y="5081085"/>
                  <a:pt x="9599466" y="5079050"/>
                  <a:pt x="9599466" y="5076636"/>
                </a:cubicBezTo>
                <a:cubicBezTo>
                  <a:pt x="9599466" y="5072871"/>
                  <a:pt x="9601138" y="5069689"/>
                  <a:pt x="9604484" y="5067091"/>
                </a:cubicBezTo>
                <a:cubicBezTo>
                  <a:pt x="9607829" y="5064493"/>
                  <a:pt x="9612902" y="5062171"/>
                  <a:pt x="9619705" y="5060124"/>
                </a:cubicBezTo>
                <a:cubicBezTo>
                  <a:pt x="9624203" y="5058755"/>
                  <a:pt x="9630011" y="5057455"/>
                  <a:pt x="9637127" y="5056226"/>
                </a:cubicBezTo>
                <a:cubicBezTo>
                  <a:pt x="9644243" y="5054996"/>
                  <a:pt x="9649449" y="5054381"/>
                  <a:pt x="9652747" y="5054381"/>
                </a:cubicBezTo>
                <a:close/>
                <a:moveTo>
                  <a:pt x="5604623" y="5054381"/>
                </a:moveTo>
                <a:cubicBezTo>
                  <a:pt x="5611034" y="5054381"/>
                  <a:pt x="5614240" y="5058161"/>
                  <a:pt x="5614240" y="5065720"/>
                </a:cubicBezTo>
                <a:cubicBezTo>
                  <a:pt x="5614240" y="5067640"/>
                  <a:pt x="5613905" y="5072454"/>
                  <a:pt x="5613234" y="5080161"/>
                </a:cubicBezTo>
                <a:cubicBezTo>
                  <a:pt x="5612413" y="5091468"/>
                  <a:pt x="5611950" y="5101166"/>
                  <a:pt x="5611846" y="5109253"/>
                </a:cubicBezTo>
                <a:lnTo>
                  <a:pt x="5611846" y="5141946"/>
                </a:lnTo>
                <a:cubicBezTo>
                  <a:pt x="5611846" y="5155550"/>
                  <a:pt x="5612012" y="5163247"/>
                  <a:pt x="5612344" y="5165035"/>
                </a:cubicBezTo>
                <a:cubicBezTo>
                  <a:pt x="5612676" y="5166824"/>
                  <a:pt x="5613881" y="5168177"/>
                  <a:pt x="5615959" y="5169095"/>
                </a:cubicBezTo>
                <a:cubicBezTo>
                  <a:pt x="5618614" y="5170243"/>
                  <a:pt x="5620475" y="5171415"/>
                  <a:pt x="5621543" y="5172611"/>
                </a:cubicBezTo>
                <a:cubicBezTo>
                  <a:pt x="5622611" y="5173807"/>
                  <a:pt x="5623144" y="5175460"/>
                  <a:pt x="5623144" y="5177569"/>
                </a:cubicBezTo>
                <a:cubicBezTo>
                  <a:pt x="5623144" y="5180158"/>
                  <a:pt x="5622251" y="5182479"/>
                  <a:pt x="5620465" y="5184531"/>
                </a:cubicBezTo>
                <a:cubicBezTo>
                  <a:pt x="5618678" y="5186583"/>
                  <a:pt x="5616464" y="5187982"/>
                  <a:pt x="5613822" y="5188727"/>
                </a:cubicBezTo>
                <a:cubicBezTo>
                  <a:pt x="5608836" y="5190251"/>
                  <a:pt x="5600759" y="5191013"/>
                  <a:pt x="5589589" y="5191013"/>
                </a:cubicBezTo>
                <a:cubicBezTo>
                  <a:pt x="5577019" y="5191013"/>
                  <a:pt x="5568767" y="5190088"/>
                  <a:pt x="5564833" y="5188236"/>
                </a:cubicBezTo>
                <a:cubicBezTo>
                  <a:pt x="5560937" y="5187218"/>
                  <a:pt x="5558129" y="5185681"/>
                  <a:pt x="5556410" y="5183625"/>
                </a:cubicBezTo>
                <a:cubicBezTo>
                  <a:pt x="5554691" y="5181569"/>
                  <a:pt x="5553832" y="5179327"/>
                  <a:pt x="5553832" y="5176899"/>
                </a:cubicBezTo>
                <a:cubicBezTo>
                  <a:pt x="5553832" y="5174832"/>
                  <a:pt x="5554359" y="5173249"/>
                  <a:pt x="5555414" y="5172153"/>
                </a:cubicBezTo>
                <a:cubicBezTo>
                  <a:pt x="5556467" y="5171056"/>
                  <a:pt x="5558465" y="5169877"/>
                  <a:pt x="5561408" y="5168617"/>
                </a:cubicBezTo>
                <a:cubicBezTo>
                  <a:pt x="5563211" y="5167830"/>
                  <a:pt x="5564357" y="5165381"/>
                  <a:pt x="5564844" y="5161267"/>
                </a:cubicBezTo>
                <a:cubicBezTo>
                  <a:pt x="5565866" y="5152970"/>
                  <a:pt x="5566377" y="5141230"/>
                  <a:pt x="5566377" y="5126049"/>
                </a:cubicBezTo>
                <a:cubicBezTo>
                  <a:pt x="5566377" y="5110634"/>
                  <a:pt x="5565963" y="5100859"/>
                  <a:pt x="5565136" y="5096724"/>
                </a:cubicBezTo>
                <a:cubicBezTo>
                  <a:pt x="5564309" y="5092588"/>
                  <a:pt x="5562309" y="5089557"/>
                  <a:pt x="5559137" y="5087631"/>
                </a:cubicBezTo>
                <a:cubicBezTo>
                  <a:pt x="5556328" y="5086026"/>
                  <a:pt x="5554326" y="5084396"/>
                  <a:pt x="5553132" y="5082740"/>
                </a:cubicBezTo>
                <a:cubicBezTo>
                  <a:pt x="5551938" y="5081085"/>
                  <a:pt x="5551342" y="5079050"/>
                  <a:pt x="5551342" y="5076636"/>
                </a:cubicBezTo>
                <a:cubicBezTo>
                  <a:pt x="5551342" y="5072871"/>
                  <a:pt x="5553014" y="5069689"/>
                  <a:pt x="5556359" y="5067091"/>
                </a:cubicBezTo>
                <a:cubicBezTo>
                  <a:pt x="5559705" y="5064493"/>
                  <a:pt x="5564778" y="5062171"/>
                  <a:pt x="5571580" y="5060124"/>
                </a:cubicBezTo>
                <a:cubicBezTo>
                  <a:pt x="5576079" y="5058755"/>
                  <a:pt x="5581886" y="5057455"/>
                  <a:pt x="5589003" y="5056226"/>
                </a:cubicBezTo>
                <a:cubicBezTo>
                  <a:pt x="5596119" y="5054996"/>
                  <a:pt x="5601326" y="5054381"/>
                  <a:pt x="5604623" y="5054381"/>
                </a:cubicBezTo>
                <a:close/>
                <a:moveTo>
                  <a:pt x="2823324" y="5054381"/>
                </a:moveTo>
                <a:cubicBezTo>
                  <a:pt x="2829735" y="5054381"/>
                  <a:pt x="2832941" y="5058161"/>
                  <a:pt x="2832941" y="5065720"/>
                </a:cubicBezTo>
                <a:cubicBezTo>
                  <a:pt x="2832941" y="5067640"/>
                  <a:pt x="2832606" y="5072454"/>
                  <a:pt x="2831936" y="5080161"/>
                </a:cubicBezTo>
                <a:cubicBezTo>
                  <a:pt x="2831115" y="5091468"/>
                  <a:pt x="2830652" y="5101166"/>
                  <a:pt x="2830547" y="5109253"/>
                </a:cubicBezTo>
                <a:lnTo>
                  <a:pt x="2830547" y="5141946"/>
                </a:lnTo>
                <a:cubicBezTo>
                  <a:pt x="2830547" y="5155550"/>
                  <a:pt x="2830713" y="5163247"/>
                  <a:pt x="2831045" y="5165035"/>
                </a:cubicBezTo>
                <a:cubicBezTo>
                  <a:pt x="2831377" y="5166824"/>
                  <a:pt x="2832582" y="5168177"/>
                  <a:pt x="2834659" y="5169095"/>
                </a:cubicBezTo>
                <a:cubicBezTo>
                  <a:pt x="2837315" y="5170243"/>
                  <a:pt x="2839176" y="5171415"/>
                  <a:pt x="2840244" y="5172611"/>
                </a:cubicBezTo>
                <a:cubicBezTo>
                  <a:pt x="2841311" y="5173807"/>
                  <a:pt x="2841846" y="5175460"/>
                  <a:pt x="2841846" y="5177569"/>
                </a:cubicBezTo>
                <a:cubicBezTo>
                  <a:pt x="2841846" y="5180158"/>
                  <a:pt x="2840953" y="5182479"/>
                  <a:pt x="2839165" y="5184531"/>
                </a:cubicBezTo>
                <a:cubicBezTo>
                  <a:pt x="2837379" y="5186583"/>
                  <a:pt x="2835165" y="5187982"/>
                  <a:pt x="2832523" y="5188727"/>
                </a:cubicBezTo>
                <a:cubicBezTo>
                  <a:pt x="2827538" y="5190251"/>
                  <a:pt x="2819460" y="5191013"/>
                  <a:pt x="2808291" y="5191013"/>
                </a:cubicBezTo>
                <a:cubicBezTo>
                  <a:pt x="2795720" y="5191013"/>
                  <a:pt x="2787468" y="5190088"/>
                  <a:pt x="2783535" y="5188236"/>
                </a:cubicBezTo>
                <a:cubicBezTo>
                  <a:pt x="2779638" y="5187218"/>
                  <a:pt x="2776830" y="5185681"/>
                  <a:pt x="2775112" y="5183625"/>
                </a:cubicBezTo>
                <a:cubicBezTo>
                  <a:pt x="2773392" y="5181569"/>
                  <a:pt x="2772533" y="5179327"/>
                  <a:pt x="2772533" y="5176899"/>
                </a:cubicBezTo>
                <a:cubicBezTo>
                  <a:pt x="2772533" y="5174832"/>
                  <a:pt x="2773059" y="5173249"/>
                  <a:pt x="2774114" y="5172153"/>
                </a:cubicBezTo>
                <a:cubicBezTo>
                  <a:pt x="2775168" y="5171056"/>
                  <a:pt x="2777166" y="5169877"/>
                  <a:pt x="2780109" y="5168617"/>
                </a:cubicBezTo>
                <a:cubicBezTo>
                  <a:pt x="2781913" y="5167830"/>
                  <a:pt x="2783058" y="5165381"/>
                  <a:pt x="2783546" y="5161267"/>
                </a:cubicBezTo>
                <a:cubicBezTo>
                  <a:pt x="2784567" y="5152970"/>
                  <a:pt x="2785077" y="5141230"/>
                  <a:pt x="2785077" y="5126049"/>
                </a:cubicBezTo>
                <a:cubicBezTo>
                  <a:pt x="2785077" y="5110634"/>
                  <a:pt x="2784664" y="5100859"/>
                  <a:pt x="2783837" y="5096724"/>
                </a:cubicBezTo>
                <a:cubicBezTo>
                  <a:pt x="2783010" y="5092588"/>
                  <a:pt x="2781010" y="5089557"/>
                  <a:pt x="2777837" y="5087631"/>
                </a:cubicBezTo>
                <a:cubicBezTo>
                  <a:pt x="2775029" y="5086026"/>
                  <a:pt x="2773027" y="5084396"/>
                  <a:pt x="2771834" y="5082740"/>
                </a:cubicBezTo>
                <a:cubicBezTo>
                  <a:pt x="2770640" y="5081085"/>
                  <a:pt x="2770043" y="5079050"/>
                  <a:pt x="2770043" y="5076636"/>
                </a:cubicBezTo>
                <a:cubicBezTo>
                  <a:pt x="2770043" y="5072871"/>
                  <a:pt x="2771715" y="5069689"/>
                  <a:pt x="2775061" y="5067091"/>
                </a:cubicBezTo>
                <a:cubicBezTo>
                  <a:pt x="2778405" y="5064493"/>
                  <a:pt x="2783479" y="5062171"/>
                  <a:pt x="2790281" y="5060124"/>
                </a:cubicBezTo>
                <a:cubicBezTo>
                  <a:pt x="2794780" y="5058755"/>
                  <a:pt x="2800588" y="5057455"/>
                  <a:pt x="2807703" y="5056226"/>
                </a:cubicBezTo>
                <a:cubicBezTo>
                  <a:pt x="2814820" y="5054996"/>
                  <a:pt x="2820026" y="5054381"/>
                  <a:pt x="2823324" y="5054381"/>
                </a:cubicBezTo>
                <a:close/>
                <a:moveTo>
                  <a:pt x="7678124" y="5054287"/>
                </a:moveTo>
                <a:cubicBezTo>
                  <a:pt x="7684981" y="5054287"/>
                  <a:pt x="7688409" y="5057555"/>
                  <a:pt x="7688409" y="5064092"/>
                </a:cubicBezTo>
                <a:lnTo>
                  <a:pt x="7688409" y="5151522"/>
                </a:lnTo>
                <a:cubicBezTo>
                  <a:pt x="7688409" y="5156351"/>
                  <a:pt x="7688572" y="5159314"/>
                  <a:pt x="7688896" y="5160410"/>
                </a:cubicBezTo>
                <a:cubicBezTo>
                  <a:pt x="7689220" y="5161505"/>
                  <a:pt x="7690131" y="5162578"/>
                  <a:pt x="7691631" y="5163628"/>
                </a:cubicBezTo>
                <a:cubicBezTo>
                  <a:pt x="7694180" y="5165398"/>
                  <a:pt x="7695940" y="5167022"/>
                  <a:pt x="7696911" y="5168500"/>
                </a:cubicBezTo>
                <a:cubicBezTo>
                  <a:pt x="7697883" y="5169978"/>
                  <a:pt x="7698369" y="5171756"/>
                  <a:pt x="7698369" y="5173834"/>
                </a:cubicBezTo>
                <a:cubicBezTo>
                  <a:pt x="7698369" y="5179936"/>
                  <a:pt x="7691895" y="5184481"/>
                  <a:pt x="7678948" y="5187470"/>
                </a:cubicBezTo>
                <a:cubicBezTo>
                  <a:pt x="7671232" y="5189832"/>
                  <a:pt x="7662626" y="5191013"/>
                  <a:pt x="7653130" y="5191013"/>
                </a:cubicBezTo>
                <a:cubicBezTo>
                  <a:pt x="7650518" y="5191013"/>
                  <a:pt x="7648735" y="5190537"/>
                  <a:pt x="7647783" y="5189585"/>
                </a:cubicBezTo>
                <a:cubicBezTo>
                  <a:pt x="7646831" y="5188633"/>
                  <a:pt x="7646245" y="5186841"/>
                  <a:pt x="7646026" y="5184210"/>
                </a:cubicBezTo>
                <a:cubicBezTo>
                  <a:pt x="7645807" y="5181978"/>
                  <a:pt x="7645303" y="5180862"/>
                  <a:pt x="7644512" y="5180862"/>
                </a:cubicBezTo>
                <a:cubicBezTo>
                  <a:pt x="7643940" y="5180862"/>
                  <a:pt x="7642675" y="5181677"/>
                  <a:pt x="7640719" y="5183308"/>
                </a:cubicBezTo>
                <a:cubicBezTo>
                  <a:pt x="7633855" y="5188892"/>
                  <a:pt x="7626182" y="5191683"/>
                  <a:pt x="7617699" y="5191683"/>
                </a:cubicBezTo>
                <a:cubicBezTo>
                  <a:pt x="7607281" y="5191683"/>
                  <a:pt x="7597927" y="5187840"/>
                  <a:pt x="7589638" y="5180152"/>
                </a:cubicBezTo>
                <a:cubicBezTo>
                  <a:pt x="7584785" y="5175564"/>
                  <a:pt x="7580815" y="5169915"/>
                  <a:pt x="7577728" y="5163204"/>
                </a:cubicBezTo>
                <a:cubicBezTo>
                  <a:pt x="7573898" y="5156260"/>
                  <a:pt x="7571983" y="5148791"/>
                  <a:pt x="7571983" y="5140797"/>
                </a:cubicBezTo>
                <a:cubicBezTo>
                  <a:pt x="7571983" y="5131451"/>
                  <a:pt x="7574564" y="5122443"/>
                  <a:pt x="7579726" y="5113773"/>
                </a:cubicBezTo>
                <a:cubicBezTo>
                  <a:pt x="7584515" y="5105725"/>
                  <a:pt x="7591025" y="5099544"/>
                  <a:pt x="7599258" y="5095228"/>
                </a:cubicBezTo>
                <a:cubicBezTo>
                  <a:pt x="7606212" y="5091619"/>
                  <a:pt x="7613061" y="5089814"/>
                  <a:pt x="7619806" y="5089814"/>
                </a:cubicBezTo>
                <a:cubicBezTo>
                  <a:pt x="7627549" y="5089814"/>
                  <a:pt x="7634381" y="5091487"/>
                  <a:pt x="7640302" y="5094833"/>
                </a:cubicBezTo>
                <a:cubicBezTo>
                  <a:pt x="7641209" y="5095317"/>
                  <a:pt x="7641783" y="5095559"/>
                  <a:pt x="7642022" y="5095559"/>
                </a:cubicBezTo>
                <a:cubicBezTo>
                  <a:pt x="7642762" y="5095559"/>
                  <a:pt x="7643133" y="5093465"/>
                  <a:pt x="7643133" y="5089277"/>
                </a:cubicBezTo>
                <a:cubicBezTo>
                  <a:pt x="7643133" y="5087427"/>
                  <a:pt x="7642719" y="5086041"/>
                  <a:pt x="7641891" y="5085118"/>
                </a:cubicBezTo>
                <a:cubicBezTo>
                  <a:pt x="7641062" y="5084195"/>
                  <a:pt x="7640258" y="5083360"/>
                  <a:pt x="7639476" y="5082612"/>
                </a:cubicBezTo>
                <a:cubicBezTo>
                  <a:pt x="7632785" y="5080990"/>
                  <a:pt x="7629439" y="5078105"/>
                  <a:pt x="7629439" y="5073955"/>
                </a:cubicBezTo>
                <a:cubicBezTo>
                  <a:pt x="7629439" y="5068318"/>
                  <a:pt x="7634535" y="5064059"/>
                  <a:pt x="7644729" y="5061177"/>
                </a:cubicBezTo>
                <a:cubicBezTo>
                  <a:pt x="7661292" y="5056584"/>
                  <a:pt x="7672423" y="5054287"/>
                  <a:pt x="7678124" y="5054287"/>
                </a:cubicBezTo>
                <a:close/>
                <a:moveTo>
                  <a:pt x="1305900" y="5054287"/>
                </a:moveTo>
                <a:cubicBezTo>
                  <a:pt x="1312757" y="5054287"/>
                  <a:pt x="1316186" y="5057555"/>
                  <a:pt x="1316186" y="5064092"/>
                </a:cubicBezTo>
                <a:lnTo>
                  <a:pt x="1316186" y="5151522"/>
                </a:lnTo>
                <a:cubicBezTo>
                  <a:pt x="1316186" y="5156351"/>
                  <a:pt x="1316348" y="5159314"/>
                  <a:pt x="1316672" y="5160410"/>
                </a:cubicBezTo>
                <a:cubicBezTo>
                  <a:pt x="1316996" y="5161505"/>
                  <a:pt x="1317908" y="5162578"/>
                  <a:pt x="1319407" y="5163628"/>
                </a:cubicBezTo>
                <a:cubicBezTo>
                  <a:pt x="1321956" y="5165398"/>
                  <a:pt x="1323716" y="5167022"/>
                  <a:pt x="1324688" y="5168500"/>
                </a:cubicBezTo>
                <a:cubicBezTo>
                  <a:pt x="1325659" y="5169978"/>
                  <a:pt x="1326145" y="5171756"/>
                  <a:pt x="1326145" y="5173834"/>
                </a:cubicBezTo>
                <a:cubicBezTo>
                  <a:pt x="1326145" y="5179936"/>
                  <a:pt x="1319671" y="5184481"/>
                  <a:pt x="1306724" y="5187470"/>
                </a:cubicBezTo>
                <a:cubicBezTo>
                  <a:pt x="1299008" y="5189832"/>
                  <a:pt x="1290402" y="5191013"/>
                  <a:pt x="1280906" y="5191013"/>
                </a:cubicBezTo>
                <a:cubicBezTo>
                  <a:pt x="1278293" y="5191013"/>
                  <a:pt x="1276511" y="5190537"/>
                  <a:pt x="1275559" y="5189585"/>
                </a:cubicBezTo>
                <a:cubicBezTo>
                  <a:pt x="1274606" y="5188633"/>
                  <a:pt x="1274021" y="5186841"/>
                  <a:pt x="1273802" y="5184210"/>
                </a:cubicBezTo>
                <a:cubicBezTo>
                  <a:pt x="1273584" y="5181978"/>
                  <a:pt x="1273079" y="5180862"/>
                  <a:pt x="1272288" y="5180862"/>
                </a:cubicBezTo>
                <a:cubicBezTo>
                  <a:pt x="1271716" y="5180862"/>
                  <a:pt x="1270451" y="5181677"/>
                  <a:pt x="1268494" y="5183308"/>
                </a:cubicBezTo>
                <a:cubicBezTo>
                  <a:pt x="1261631" y="5188892"/>
                  <a:pt x="1253958" y="5191683"/>
                  <a:pt x="1245475" y="5191683"/>
                </a:cubicBezTo>
                <a:cubicBezTo>
                  <a:pt x="1235057" y="5191683"/>
                  <a:pt x="1225703" y="5187840"/>
                  <a:pt x="1217414" y="5180152"/>
                </a:cubicBezTo>
                <a:cubicBezTo>
                  <a:pt x="1212561" y="5175564"/>
                  <a:pt x="1208591" y="5169915"/>
                  <a:pt x="1205504" y="5163204"/>
                </a:cubicBezTo>
                <a:cubicBezTo>
                  <a:pt x="1201674" y="5156260"/>
                  <a:pt x="1199759" y="5148791"/>
                  <a:pt x="1199759" y="5140797"/>
                </a:cubicBezTo>
                <a:cubicBezTo>
                  <a:pt x="1199759" y="5131451"/>
                  <a:pt x="1202340" y="5122443"/>
                  <a:pt x="1207502" y="5113773"/>
                </a:cubicBezTo>
                <a:cubicBezTo>
                  <a:pt x="1212291" y="5105725"/>
                  <a:pt x="1218802" y="5099544"/>
                  <a:pt x="1227034" y="5095228"/>
                </a:cubicBezTo>
                <a:cubicBezTo>
                  <a:pt x="1233988" y="5091619"/>
                  <a:pt x="1240837" y="5089814"/>
                  <a:pt x="1247581" y="5089814"/>
                </a:cubicBezTo>
                <a:cubicBezTo>
                  <a:pt x="1255326" y="5089814"/>
                  <a:pt x="1262158" y="5091487"/>
                  <a:pt x="1268078" y="5094833"/>
                </a:cubicBezTo>
                <a:cubicBezTo>
                  <a:pt x="1268985" y="5095317"/>
                  <a:pt x="1269559" y="5095559"/>
                  <a:pt x="1269798" y="5095559"/>
                </a:cubicBezTo>
                <a:cubicBezTo>
                  <a:pt x="1270539" y="5095559"/>
                  <a:pt x="1270909" y="5093465"/>
                  <a:pt x="1270909" y="5089277"/>
                </a:cubicBezTo>
                <a:cubicBezTo>
                  <a:pt x="1270909" y="5087427"/>
                  <a:pt x="1270494" y="5086041"/>
                  <a:pt x="1269667" y="5085118"/>
                </a:cubicBezTo>
                <a:cubicBezTo>
                  <a:pt x="1268838" y="5084195"/>
                  <a:pt x="1268034" y="5083360"/>
                  <a:pt x="1267252" y="5082612"/>
                </a:cubicBezTo>
                <a:cubicBezTo>
                  <a:pt x="1260561" y="5080990"/>
                  <a:pt x="1257215" y="5078105"/>
                  <a:pt x="1257215" y="5073955"/>
                </a:cubicBezTo>
                <a:cubicBezTo>
                  <a:pt x="1257215" y="5068318"/>
                  <a:pt x="1262312" y="5064059"/>
                  <a:pt x="1272505" y="5061177"/>
                </a:cubicBezTo>
                <a:cubicBezTo>
                  <a:pt x="1289068" y="5056584"/>
                  <a:pt x="1300200" y="5054287"/>
                  <a:pt x="1305900" y="5054287"/>
                </a:cubicBezTo>
                <a:close/>
                <a:moveTo>
                  <a:pt x="10703033" y="5053425"/>
                </a:moveTo>
                <a:cubicBezTo>
                  <a:pt x="10715569" y="5053425"/>
                  <a:pt x="10725626" y="5056408"/>
                  <a:pt x="10733202" y="5062375"/>
                </a:cubicBezTo>
                <a:cubicBezTo>
                  <a:pt x="10739290" y="5067202"/>
                  <a:pt x="10742334" y="5072786"/>
                  <a:pt x="10742334" y="5079127"/>
                </a:cubicBezTo>
                <a:cubicBezTo>
                  <a:pt x="10742334" y="5083794"/>
                  <a:pt x="10740771" y="5087745"/>
                  <a:pt x="10737648" y="5090977"/>
                </a:cubicBezTo>
                <a:cubicBezTo>
                  <a:pt x="10734524" y="5094210"/>
                  <a:pt x="10730615" y="5095826"/>
                  <a:pt x="10725920" y="5095826"/>
                </a:cubicBezTo>
                <a:cubicBezTo>
                  <a:pt x="10720851" y="5095826"/>
                  <a:pt x="10716120" y="5094162"/>
                  <a:pt x="10711725" y="5090835"/>
                </a:cubicBezTo>
                <a:cubicBezTo>
                  <a:pt x="10710401" y="5089757"/>
                  <a:pt x="10707650" y="5086698"/>
                  <a:pt x="10703472" y="5081657"/>
                </a:cubicBezTo>
                <a:cubicBezTo>
                  <a:pt x="10701454" y="5079931"/>
                  <a:pt x="10699360" y="5079069"/>
                  <a:pt x="10697191" y="5079069"/>
                </a:cubicBezTo>
                <a:cubicBezTo>
                  <a:pt x="10695998" y="5079069"/>
                  <a:pt x="10694958" y="5079514"/>
                  <a:pt x="10694066" y="5080405"/>
                </a:cubicBezTo>
                <a:cubicBezTo>
                  <a:pt x="10693176" y="5081295"/>
                  <a:pt x="10692730" y="5082402"/>
                  <a:pt x="10692730" y="5083723"/>
                </a:cubicBezTo>
                <a:cubicBezTo>
                  <a:pt x="10692730" y="5088078"/>
                  <a:pt x="10697518" y="5093388"/>
                  <a:pt x="10707094" y="5099654"/>
                </a:cubicBezTo>
                <a:cubicBezTo>
                  <a:pt x="10709494" y="5100588"/>
                  <a:pt x="10711303" y="5101646"/>
                  <a:pt x="10712523" y="5102829"/>
                </a:cubicBezTo>
                <a:cubicBezTo>
                  <a:pt x="10713744" y="5104011"/>
                  <a:pt x="10714794" y="5105586"/>
                  <a:pt x="10715673" y="5107553"/>
                </a:cubicBezTo>
                <a:cubicBezTo>
                  <a:pt x="10715702" y="5107601"/>
                  <a:pt x="10716117" y="5107624"/>
                  <a:pt x="10716917" y="5107624"/>
                </a:cubicBezTo>
                <a:lnTo>
                  <a:pt x="10728792" y="5107624"/>
                </a:lnTo>
                <a:cubicBezTo>
                  <a:pt x="10731194" y="5107624"/>
                  <a:pt x="10733061" y="5108102"/>
                  <a:pt x="10734396" y="5109057"/>
                </a:cubicBezTo>
                <a:cubicBezTo>
                  <a:pt x="10735731" y="5110013"/>
                  <a:pt x="10736319" y="5111588"/>
                  <a:pt x="10736163" y="5113784"/>
                </a:cubicBezTo>
                <a:lnTo>
                  <a:pt x="10735399" y="5125150"/>
                </a:lnTo>
                <a:cubicBezTo>
                  <a:pt x="10735251" y="5127841"/>
                  <a:pt x="10734713" y="5129675"/>
                  <a:pt x="10733787" y="5130654"/>
                </a:cubicBezTo>
                <a:cubicBezTo>
                  <a:pt x="10732860" y="5131632"/>
                  <a:pt x="10731100" y="5132121"/>
                  <a:pt x="10728504" y="5132121"/>
                </a:cubicBezTo>
                <a:cubicBezTo>
                  <a:pt x="10727956" y="5132121"/>
                  <a:pt x="10726814" y="5132054"/>
                  <a:pt x="10725078" y="5131921"/>
                </a:cubicBezTo>
                <a:cubicBezTo>
                  <a:pt x="10724034" y="5131862"/>
                  <a:pt x="10723164" y="5131832"/>
                  <a:pt x="10722472" y="5131832"/>
                </a:cubicBezTo>
                <a:cubicBezTo>
                  <a:pt x="10720620" y="5131832"/>
                  <a:pt x="10719350" y="5132464"/>
                  <a:pt x="10718661" y="5133728"/>
                </a:cubicBezTo>
                <a:cubicBezTo>
                  <a:pt x="10717973" y="5134991"/>
                  <a:pt x="10717628" y="5137922"/>
                  <a:pt x="10717628" y="5142520"/>
                </a:cubicBezTo>
                <a:cubicBezTo>
                  <a:pt x="10717628" y="5149104"/>
                  <a:pt x="10718362" y="5154722"/>
                  <a:pt x="10719831" y="5159375"/>
                </a:cubicBezTo>
                <a:cubicBezTo>
                  <a:pt x="10720239" y="5160717"/>
                  <a:pt x="10720851" y="5161737"/>
                  <a:pt x="10721669" y="5162435"/>
                </a:cubicBezTo>
                <a:cubicBezTo>
                  <a:pt x="10722486" y="5163133"/>
                  <a:pt x="10724221" y="5163856"/>
                  <a:pt x="10726874" y="5164603"/>
                </a:cubicBezTo>
                <a:cubicBezTo>
                  <a:pt x="10733032" y="5166422"/>
                  <a:pt x="10736110" y="5170074"/>
                  <a:pt x="10736110" y="5175557"/>
                </a:cubicBezTo>
                <a:cubicBezTo>
                  <a:pt x="10736110" y="5181277"/>
                  <a:pt x="10732551" y="5185283"/>
                  <a:pt x="10725430" y="5187575"/>
                </a:cubicBezTo>
                <a:cubicBezTo>
                  <a:pt x="10718310" y="5189867"/>
                  <a:pt x="10707173" y="5191013"/>
                  <a:pt x="10692020" y="5191013"/>
                </a:cubicBezTo>
                <a:cubicBezTo>
                  <a:pt x="10668565" y="5191013"/>
                  <a:pt x="10656837" y="5185957"/>
                  <a:pt x="10656837" y="5175844"/>
                </a:cubicBezTo>
                <a:cubicBezTo>
                  <a:pt x="10656837" y="5173179"/>
                  <a:pt x="10657431" y="5171191"/>
                  <a:pt x="10658619" y="5169880"/>
                </a:cubicBezTo>
                <a:cubicBezTo>
                  <a:pt x="10659806" y="5168570"/>
                  <a:pt x="10661891" y="5167276"/>
                  <a:pt x="10664873" y="5165998"/>
                </a:cubicBezTo>
                <a:cubicBezTo>
                  <a:pt x="10667995" y="5164584"/>
                  <a:pt x="10669850" y="5162146"/>
                  <a:pt x="10670436" y="5158685"/>
                </a:cubicBezTo>
                <a:cubicBezTo>
                  <a:pt x="10671521" y="5152427"/>
                  <a:pt x="10672063" y="5145826"/>
                  <a:pt x="10672063" y="5138881"/>
                </a:cubicBezTo>
                <a:cubicBezTo>
                  <a:pt x="10672063" y="5136201"/>
                  <a:pt x="10671685" y="5134435"/>
                  <a:pt x="10670928" y="5133586"/>
                </a:cubicBezTo>
                <a:cubicBezTo>
                  <a:pt x="10670172" y="5132736"/>
                  <a:pt x="10668616" y="5132344"/>
                  <a:pt x="10666261" y="5132408"/>
                </a:cubicBezTo>
                <a:cubicBezTo>
                  <a:pt x="10662512" y="5132408"/>
                  <a:pt x="10659909" y="5132136"/>
                  <a:pt x="10658451" y="5131593"/>
                </a:cubicBezTo>
                <a:cubicBezTo>
                  <a:pt x="10656993" y="5131050"/>
                  <a:pt x="10656297" y="5129577"/>
                  <a:pt x="10656364" y="5127175"/>
                </a:cubicBezTo>
                <a:lnTo>
                  <a:pt x="10657124" y="5115201"/>
                </a:lnTo>
                <a:cubicBezTo>
                  <a:pt x="10657288" y="5112673"/>
                  <a:pt x="10657819" y="5111013"/>
                  <a:pt x="10658717" y="5110221"/>
                </a:cubicBezTo>
                <a:cubicBezTo>
                  <a:pt x="10659615" y="5109429"/>
                  <a:pt x="10661546" y="5108957"/>
                  <a:pt x="10664511" y="5108804"/>
                </a:cubicBezTo>
                <a:cubicBezTo>
                  <a:pt x="10665651" y="5108743"/>
                  <a:pt x="10666222" y="5108235"/>
                  <a:pt x="10666222" y="5107280"/>
                </a:cubicBezTo>
                <a:cubicBezTo>
                  <a:pt x="10666222" y="5106754"/>
                  <a:pt x="10665361" y="5104710"/>
                  <a:pt x="10663635" y="5101148"/>
                </a:cubicBezTo>
                <a:cubicBezTo>
                  <a:pt x="10660699" y="5096209"/>
                  <a:pt x="10659232" y="5090912"/>
                  <a:pt x="10659232" y="5085255"/>
                </a:cubicBezTo>
                <a:cubicBezTo>
                  <a:pt x="10659232" y="5076883"/>
                  <a:pt x="10662117" y="5070053"/>
                  <a:pt x="10667886" y="5064765"/>
                </a:cubicBezTo>
                <a:cubicBezTo>
                  <a:pt x="10676115" y="5057205"/>
                  <a:pt x="10687830" y="5053425"/>
                  <a:pt x="10703033" y="5053425"/>
                </a:cubicBezTo>
                <a:close/>
                <a:moveTo>
                  <a:pt x="6845408" y="5053425"/>
                </a:moveTo>
                <a:cubicBezTo>
                  <a:pt x="6857944" y="5053425"/>
                  <a:pt x="6868000" y="5056408"/>
                  <a:pt x="6875577" y="5062375"/>
                </a:cubicBezTo>
                <a:cubicBezTo>
                  <a:pt x="6881665" y="5067202"/>
                  <a:pt x="6884709" y="5072786"/>
                  <a:pt x="6884709" y="5079127"/>
                </a:cubicBezTo>
                <a:cubicBezTo>
                  <a:pt x="6884709" y="5083794"/>
                  <a:pt x="6883147" y="5087745"/>
                  <a:pt x="6880023" y="5090977"/>
                </a:cubicBezTo>
                <a:cubicBezTo>
                  <a:pt x="6876899" y="5094210"/>
                  <a:pt x="6872989" y="5095826"/>
                  <a:pt x="6868294" y="5095826"/>
                </a:cubicBezTo>
                <a:cubicBezTo>
                  <a:pt x="6863227" y="5095826"/>
                  <a:pt x="6858496" y="5094162"/>
                  <a:pt x="6854101" y="5090835"/>
                </a:cubicBezTo>
                <a:cubicBezTo>
                  <a:pt x="6852776" y="5089757"/>
                  <a:pt x="6850025" y="5086698"/>
                  <a:pt x="6845848" y="5081657"/>
                </a:cubicBezTo>
                <a:cubicBezTo>
                  <a:pt x="6843829" y="5079931"/>
                  <a:pt x="6841736" y="5079069"/>
                  <a:pt x="6839567" y="5079069"/>
                </a:cubicBezTo>
                <a:cubicBezTo>
                  <a:pt x="6838374" y="5079069"/>
                  <a:pt x="6837332" y="5079514"/>
                  <a:pt x="6836442" y="5080405"/>
                </a:cubicBezTo>
                <a:cubicBezTo>
                  <a:pt x="6835551" y="5081295"/>
                  <a:pt x="6835106" y="5082402"/>
                  <a:pt x="6835106" y="5083723"/>
                </a:cubicBezTo>
                <a:cubicBezTo>
                  <a:pt x="6835106" y="5088078"/>
                  <a:pt x="6839893" y="5093388"/>
                  <a:pt x="6849469" y="5099654"/>
                </a:cubicBezTo>
                <a:cubicBezTo>
                  <a:pt x="6851869" y="5100588"/>
                  <a:pt x="6853679" y="5101646"/>
                  <a:pt x="6854899" y="5102829"/>
                </a:cubicBezTo>
                <a:cubicBezTo>
                  <a:pt x="6856118" y="5104011"/>
                  <a:pt x="6857169" y="5105586"/>
                  <a:pt x="6858049" y="5107553"/>
                </a:cubicBezTo>
                <a:cubicBezTo>
                  <a:pt x="6858077" y="5107601"/>
                  <a:pt x="6858492" y="5107624"/>
                  <a:pt x="6859292" y="5107624"/>
                </a:cubicBezTo>
                <a:lnTo>
                  <a:pt x="6871166" y="5107624"/>
                </a:lnTo>
                <a:cubicBezTo>
                  <a:pt x="6873569" y="5107624"/>
                  <a:pt x="6875437" y="5108102"/>
                  <a:pt x="6876771" y="5109057"/>
                </a:cubicBezTo>
                <a:cubicBezTo>
                  <a:pt x="6878105" y="5110013"/>
                  <a:pt x="6878695" y="5111588"/>
                  <a:pt x="6878539" y="5113784"/>
                </a:cubicBezTo>
                <a:lnTo>
                  <a:pt x="6877775" y="5125150"/>
                </a:lnTo>
                <a:cubicBezTo>
                  <a:pt x="6877626" y="5127841"/>
                  <a:pt x="6877089" y="5129675"/>
                  <a:pt x="6876162" y="5130654"/>
                </a:cubicBezTo>
                <a:cubicBezTo>
                  <a:pt x="6875236" y="5131632"/>
                  <a:pt x="6873475" y="5132121"/>
                  <a:pt x="6870880" y="5132121"/>
                </a:cubicBezTo>
                <a:cubicBezTo>
                  <a:pt x="6870332" y="5132121"/>
                  <a:pt x="6869189" y="5132054"/>
                  <a:pt x="6867454" y="5131921"/>
                </a:cubicBezTo>
                <a:cubicBezTo>
                  <a:pt x="6866408" y="5131862"/>
                  <a:pt x="6865540" y="5131832"/>
                  <a:pt x="6864847" y="5131832"/>
                </a:cubicBezTo>
                <a:cubicBezTo>
                  <a:pt x="6862995" y="5131832"/>
                  <a:pt x="6861725" y="5132464"/>
                  <a:pt x="6861037" y="5133728"/>
                </a:cubicBezTo>
                <a:cubicBezTo>
                  <a:pt x="6860348" y="5134991"/>
                  <a:pt x="6860004" y="5137922"/>
                  <a:pt x="6860004" y="5142520"/>
                </a:cubicBezTo>
                <a:cubicBezTo>
                  <a:pt x="6860004" y="5149104"/>
                  <a:pt x="6860738" y="5154722"/>
                  <a:pt x="6862206" y="5159375"/>
                </a:cubicBezTo>
                <a:cubicBezTo>
                  <a:pt x="6862613" y="5160717"/>
                  <a:pt x="6863226" y="5161737"/>
                  <a:pt x="6864044" y="5162435"/>
                </a:cubicBezTo>
                <a:cubicBezTo>
                  <a:pt x="6864861" y="5163133"/>
                  <a:pt x="6866596" y="5163856"/>
                  <a:pt x="6869250" y="5164603"/>
                </a:cubicBezTo>
                <a:cubicBezTo>
                  <a:pt x="6875407" y="5166422"/>
                  <a:pt x="6878486" y="5170074"/>
                  <a:pt x="6878486" y="5175557"/>
                </a:cubicBezTo>
                <a:cubicBezTo>
                  <a:pt x="6878486" y="5181277"/>
                  <a:pt x="6874925" y="5185283"/>
                  <a:pt x="6867806" y="5187575"/>
                </a:cubicBezTo>
                <a:cubicBezTo>
                  <a:pt x="6860686" y="5189867"/>
                  <a:pt x="6849548" y="5191013"/>
                  <a:pt x="6834395" y="5191013"/>
                </a:cubicBezTo>
                <a:cubicBezTo>
                  <a:pt x="6810940" y="5191013"/>
                  <a:pt x="6799213" y="5185957"/>
                  <a:pt x="6799213" y="5175844"/>
                </a:cubicBezTo>
                <a:cubicBezTo>
                  <a:pt x="6799213" y="5173179"/>
                  <a:pt x="6799806" y="5171191"/>
                  <a:pt x="6800994" y="5169880"/>
                </a:cubicBezTo>
                <a:cubicBezTo>
                  <a:pt x="6802182" y="5168570"/>
                  <a:pt x="6804267" y="5167276"/>
                  <a:pt x="6807249" y="5165998"/>
                </a:cubicBezTo>
                <a:cubicBezTo>
                  <a:pt x="6810371" y="5164584"/>
                  <a:pt x="6812226" y="5162146"/>
                  <a:pt x="6812812" y="5158685"/>
                </a:cubicBezTo>
                <a:cubicBezTo>
                  <a:pt x="6813896" y="5152427"/>
                  <a:pt x="6814438" y="5145826"/>
                  <a:pt x="6814438" y="5138881"/>
                </a:cubicBezTo>
                <a:cubicBezTo>
                  <a:pt x="6814438" y="5136201"/>
                  <a:pt x="6814060" y="5134435"/>
                  <a:pt x="6813304" y="5133586"/>
                </a:cubicBezTo>
                <a:cubicBezTo>
                  <a:pt x="6812547" y="5132736"/>
                  <a:pt x="6810992" y="5132344"/>
                  <a:pt x="6808636" y="5132408"/>
                </a:cubicBezTo>
                <a:cubicBezTo>
                  <a:pt x="6804887" y="5132408"/>
                  <a:pt x="6802283" y="5132136"/>
                  <a:pt x="6800826" y="5131593"/>
                </a:cubicBezTo>
                <a:cubicBezTo>
                  <a:pt x="6799368" y="5131050"/>
                  <a:pt x="6798673" y="5129577"/>
                  <a:pt x="6798739" y="5127175"/>
                </a:cubicBezTo>
                <a:lnTo>
                  <a:pt x="6799500" y="5115201"/>
                </a:lnTo>
                <a:cubicBezTo>
                  <a:pt x="6799663" y="5112673"/>
                  <a:pt x="6800194" y="5111013"/>
                  <a:pt x="6801092" y="5110221"/>
                </a:cubicBezTo>
                <a:cubicBezTo>
                  <a:pt x="6801990" y="5109429"/>
                  <a:pt x="6803921" y="5108957"/>
                  <a:pt x="6806886" y="5108804"/>
                </a:cubicBezTo>
                <a:cubicBezTo>
                  <a:pt x="6808027" y="5108743"/>
                  <a:pt x="6808598" y="5108235"/>
                  <a:pt x="6808598" y="5107280"/>
                </a:cubicBezTo>
                <a:cubicBezTo>
                  <a:pt x="6808598" y="5106754"/>
                  <a:pt x="6807736" y="5104710"/>
                  <a:pt x="6806012" y="5101148"/>
                </a:cubicBezTo>
                <a:cubicBezTo>
                  <a:pt x="6803075" y="5096209"/>
                  <a:pt x="6801607" y="5090912"/>
                  <a:pt x="6801607" y="5085255"/>
                </a:cubicBezTo>
                <a:cubicBezTo>
                  <a:pt x="6801607" y="5076883"/>
                  <a:pt x="6804491" y="5070053"/>
                  <a:pt x="6810261" y="5064765"/>
                </a:cubicBezTo>
                <a:cubicBezTo>
                  <a:pt x="6818490" y="5057205"/>
                  <a:pt x="6830205" y="5053425"/>
                  <a:pt x="6845408" y="5053425"/>
                </a:cubicBezTo>
                <a:close/>
                <a:moveTo>
                  <a:pt x="5473808" y="5053425"/>
                </a:moveTo>
                <a:cubicBezTo>
                  <a:pt x="5486345" y="5053425"/>
                  <a:pt x="5496401" y="5056408"/>
                  <a:pt x="5503978" y="5062375"/>
                </a:cubicBezTo>
                <a:cubicBezTo>
                  <a:pt x="5510065" y="5067202"/>
                  <a:pt x="5513109" y="5072786"/>
                  <a:pt x="5513109" y="5079127"/>
                </a:cubicBezTo>
                <a:cubicBezTo>
                  <a:pt x="5513109" y="5083794"/>
                  <a:pt x="5511547" y="5087745"/>
                  <a:pt x="5508424" y="5090977"/>
                </a:cubicBezTo>
                <a:cubicBezTo>
                  <a:pt x="5505299" y="5094210"/>
                  <a:pt x="5501390" y="5095826"/>
                  <a:pt x="5496694" y="5095826"/>
                </a:cubicBezTo>
                <a:cubicBezTo>
                  <a:pt x="5491627" y="5095826"/>
                  <a:pt x="5486896" y="5094162"/>
                  <a:pt x="5482501" y="5090835"/>
                </a:cubicBezTo>
                <a:cubicBezTo>
                  <a:pt x="5481176" y="5089757"/>
                  <a:pt x="5478425" y="5086698"/>
                  <a:pt x="5474248" y="5081657"/>
                </a:cubicBezTo>
                <a:cubicBezTo>
                  <a:pt x="5472230" y="5079931"/>
                  <a:pt x="5470136" y="5079069"/>
                  <a:pt x="5467967" y="5079069"/>
                </a:cubicBezTo>
                <a:cubicBezTo>
                  <a:pt x="5466774" y="5079069"/>
                  <a:pt x="5465733" y="5079514"/>
                  <a:pt x="5464842" y="5080405"/>
                </a:cubicBezTo>
                <a:cubicBezTo>
                  <a:pt x="5463951" y="5081295"/>
                  <a:pt x="5463506" y="5082402"/>
                  <a:pt x="5463506" y="5083723"/>
                </a:cubicBezTo>
                <a:cubicBezTo>
                  <a:pt x="5463506" y="5088078"/>
                  <a:pt x="5468294" y="5093388"/>
                  <a:pt x="5477869" y="5099654"/>
                </a:cubicBezTo>
                <a:cubicBezTo>
                  <a:pt x="5480269" y="5100588"/>
                  <a:pt x="5482080" y="5101646"/>
                  <a:pt x="5483299" y="5102829"/>
                </a:cubicBezTo>
                <a:cubicBezTo>
                  <a:pt x="5484518" y="5104011"/>
                  <a:pt x="5485569" y="5105586"/>
                  <a:pt x="5486449" y="5107553"/>
                </a:cubicBezTo>
                <a:cubicBezTo>
                  <a:pt x="5486477" y="5107601"/>
                  <a:pt x="5486892" y="5107624"/>
                  <a:pt x="5487693" y="5107624"/>
                </a:cubicBezTo>
                <a:lnTo>
                  <a:pt x="5499567" y="5107624"/>
                </a:lnTo>
                <a:cubicBezTo>
                  <a:pt x="5501969" y="5107624"/>
                  <a:pt x="5503837" y="5108102"/>
                  <a:pt x="5505172" y="5109057"/>
                </a:cubicBezTo>
                <a:cubicBezTo>
                  <a:pt x="5506505" y="5110013"/>
                  <a:pt x="5507095" y="5111588"/>
                  <a:pt x="5506939" y="5113784"/>
                </a:cubicBezTo>
                <a:lnTo>
                  <a:pt x="5506175" y="5125150"/>
                </a:lnTo>
                <a:cubicBezTo>
                  <a:pt x="5506026" y="5127841"/>
                  <a:pt x="5505489" y="5129675"/>
                  <a:pt x="5504563" y="5130654"/>
                </a:cubicBezTo>
                <a:cubicBezTo>
                  <a:pt x="5503636" y="5131632"/>
                  <a:pt x="5501875" y="5132121"/>
                  <a:pt x="5499280" y="5132121"/>
                </a:cubicBezTo>
                <a:cubicBezTo>
                  <a:pt x="5498732" y="5132121"/>
                  <a:pt x="5497590" y="5132054"/>
                  <a:pt x="5495854" y="5131921"/>
                </a:cubicBezTo>
                <a:cubicBezTo>
                  <a:pt x="5494809" y="5131862"/>
                  <a:pt x="5493940" y="5131832"/>
                  <a:pt x="5493248" y="5131832"/>
                </a:cubicBezTo>
                <a:cubicBezTo>
                  <a:pt x="5491396" y="5131832"/>
                  <a:pt x="5490126" y="5132464"/>
                  <a:pt x="5489437" y="5133728"/>
                </a:cubicBezTo>
                <a:cubicBezTo>
                  <a:pt x="5488748" y="5134991"/>
                  <a:pt x="5488404" y="5137922"/>
                  <a:pt x="5488404" y="5142520"/>
                </a:cubicBezTo>
                <a:cubicBezTo>
                  <a:pt x="5488404" y="5149104"/>
                  <a:pt x="5489137" y="5154722"/>
                  <a:pt x="5490606" y="5159375"/>
                </a:cubicBezTo>
                <a:cubicBezTo>
                  <a:pt x="5491014" y="5160717"/>
                  <a:pt x="5491626" y="5161737"/>
                  <a:pt x="5492444" y="5162435"/>
                </a:cubicBezTo>
                <a:cubicBezTo>
                  <a:pt x="5493261" y="5163133"/>
                  <a:pt x="5494997" y="5163856"/>
                  <a:pt x="5497651" y="5164603"/>
                </a:cubicBezTo>
                <a:cubicBezTo>
                  <a:pt x="5503807" y="5166422"/>
                  <a:pt x="5506886" y="5170074"/>
                  <a:pt x="5506886" y="5175557"/>
                </a:cubicBezTo>
                <a:cubicBezTo>
                  <a:pt x="5506886" y="5181277"/>
                  <a:pt x="5503326" y="5185283"/>
                  <a:pt x="5496206" y="5187575"/>
                </a:cubicBezTo>
                <a:cubicBezTo>
                  <a:pt x="5489086" y="5189867"/>
                  <a:pt x="5477948" y="5191013"/>
                  <a:pt x="5462795" y="5191013"/>
                </a:cubicBezTo>
                <a:cubicBezTo>
                  <a:pt x="5439340" y="5191013"/>
                  <a:pt x="5427613" y="5185957"/>
                  <a:pt x="5427613" y="5175844"/>
                </a:cubicBezTo>
                <a:cubicBezTo>
                  <a:pt x="5427613" y="5173179"/>
                  <a:pt x="5428207" y="5171191"/>
                  <a:pt x="5429394" y="5169880"/>
                </a:cubicBezTo>
                <a:cubicBezTo>
                  <a:pt x="5430582" y="5168570"/>
                  <a:pt x="5432667" y="5167276"/>
                  <a:pt x="5435649" y="5165998"/>
                </a:cubicBezTo>
                <a:cubicBezTo>
                  <a:pt x="5438771" y="5164584"/>
                  <a:pt x="5440625" y="5162146"/>
                  <a:pt x="5441211" y="5158685"/>
                </a:cubicBezTo>
                <a:cubicBezTo>
                  <a:pt x="5442297" y="5152427"/>
                  <a:pt x="5442838" y="5145826"/>
                  <a:pt x="5442838" y="5138881"/>
                </a:cubicBezTo>
                <a:cubicBezTo>
                  <a:pt x="5442838" y="5136201"/>
                  <a:pt x="5442460" y="5134435"/>
                  <a:pt x="5441704" y="5133586"/>
                </a:cubicBezTo>
                <a:cubicBezTo>
                  <a:pt x="5440947" y="5132736"/>
                  <a:pt x="5439392" y="5132344"/>
                  <a:pt x="5437036" y="5132408"/>
                </a:cubicBezTo>
                <a:cubicBezTo>
                  <a:pt x="5433287" y="5132408"/>
                  <a:pt x="5430683" y="5132136"/>
                  <a:pt x="5429226" y="5131593"/>
                </a:cubicBezTo>
                <a:cubicBezTo>
                  <a:pt x="5427769" y="5131050"/>
                  <a:pt x="5427073" y="5129577"/>
                  <a:pt x="5427139" y="5127175"/>
                </a:cubicBezTo>
                <a:lnTo>
                  <a:pt x="5427899" y="5115201"/>
                </a:lnTo>
                <a:cubicBezTo>
                  <a:pt x="5428063" y="5112673"/>
                  <a:pt x="5428594" y="5111013"/>
                  <a:pt x="5429492" y="5110221"/>
                </a:cubicBezTo>
                <a:cubicBezTo>
                  <a:pt x="5430390" y="5109429"/>
                  <a:pt x="5432321" y="5108957"/>
                  <a:pt x="5435285" y="5108804"/>
                </a:cubicBezTo>
                <a:cubicBezTo>
                  <a:pt x="5436428" y="5108743"/>
                  <a:pt x="5436999" y="5108235"/>
                  <a:pt x="5436999" y="5107280"/>
                </a:cubicBezTo>
                <a:cubicBezTo>
                  <a:pt x="5436999" y="5106754"/>
                  <a:pt x="5436136" y="5104710"/>
                  <a:pt x="5434411" y="5101148"/>
                </a:cubicBezTo>
                <a:cubicBezTo>
                  <a:pt x="5431475" y="5096209"/>
                  <a:pt x="5430007" y="5090912"/>
                  <a:pt x="5430007" y="5085255"/>
                </a:cubicBezTo>
                <a:cubicBezTo>
                  <a:pt x="5430007" y="5076883"/>
                  <a:pt x="5432892" y="5070053"/>
                  <a:pt x="5438662" y="5064765"/>
                </a:cubicBezTo>
                <a:cubicBezTo>
                  <a:pt x="5446890" y="5057205"/>
                  <a:pt x="5458605" y="5053425"/>
                  <a:pt x="5473808" y="5053425"/>
                </a:cubicBezTo>
                <a:close/>
                <a:moveTo>
                  <a:pt x="4626083" y="5053425"/>
                </a:moveTo>
                <a:cubicBezTo>
                  <a:pt x="4638619" y="5053425"/>
                  <a:pt x="4648676" y="5056408"/>
                  <a:pt x="4656252" y="5062375"/>
                </a:cubicBezTo>
                <a:cubicBezTo>
                  <a:pt x="4662340" y="5067202"/>
                  <a:pt x="4665384" y="5072786"/>
                  <a:pt x="4665384" y="5079127"/>
                </a:cubicBezTo>
                <a:cubicBezTo>
                  <a:pt x="4665384" y="5083794"/>
                  <a:pt x="4663822" y="5087745"/>
                  <a:pt x="4660699" y="5090977"/>
                </a:cubicBezTo>
                <a:cubicBezTo>
                  <a:pt x="4657574" y="5094210"/>
                  <a:pt x="4653665" y="5095826"/>
                  <a:pt x="4648970" y="5095826"/>
                </a:cubicBezTo>
                <a:cubicBezTo>
                  <a:pt x="4643902" y="5095826"/>
                  <a:pt x="4639171" y="5094162"/>
                  <a:pt x="4634776" y="5090835"/>
                </a:cubicBezTo>
                <a:cubicBezTo>
                  <a:pt x="4633451" y="5089757"/>
                  <a:pt x="4630701" y="5086698"/>
                  <a:pt x="4626523" y="5081657"/>
                </a:cubicBezTo>
                <a:cubicBezTo>
                  <a:pt x="4624504" y="5079931"/>
                  <a:pt x="4622411" y="5079069"/>
                  <a:pt x="4620241" y="5079069"/>
                </a:cubicBezTo>
                <a:cubicBezTo>
                  <a:pt x="4619050" y="5079069"/>
                  <a:pt x="4618008" y="5079514"/>
                  <a:pt x="4617117" y="5080405"/>
                </a:cubicBezTo>
                <a:cubicBezTo>
                  <a:pt x="4616226" y="5081295"/>
                  <a:pt x="4615781" y="5082402"/>
                  <a:pt x="4615781" y="5083723"/>
                </a:cubicBezTo>
                <a:cubicBezTo>
                  <a:pt x="4615781" y="5088078"/>
                  <a:pt x="4620569" y="5093388"/>
                  <a:pt x="4630144" y="5099654"/>
                </a:cubicBezTo>
                <a:cubicBezTo>
                  <a:pt x="4632545" y="5100588"/>
                  <a:pt x="4634354" y="5101646"/>
                  <a:pt x="4635574" y="5102829"/>
                </a:cubicBezTo>
                <a:cubicBezTo>
                  <a:pt x="4636794" y="5104011"/>
                  <a:pt x="4637844" y="5105586"/>
                  <a:pt x="4638723" y="5107553"/>
                </a:cubicBezTo>
                <a:cubicBezTo>
                  <a:pt x="4638752" y="5107601"/>
                  <a:pt x="4639167" y="5107624"/>
                  <a:pt x="4639967" y="5107624"/>
                </a:cubicBezTo>
                <a:lnTo>
                  <a:pt x="4651842" y="5107624"/>
                </a:lnTo>
                <a:cubicBezTo>
                  <a:pt x="4654244" y="5107624"/>
                  <a:pt x="4656112" y="5108102"/>
                  <a:pt x="4657446" y="5109057"/>
                </a:cubicBezTo>
                <a:cubicBezTo>
                  <a:pt x="4658780" y="5110013"/>
                  <a:pt x="4659370" y="5111588"/>
                  <a:pt x="4659214" y="5113784"/>
                </a:cubicBezTo>
                <a:lnTo>
                  <a:pt x="4658450" y="5125150"/>
                </a:lnTo>
                <a:cubicBezTo>
                  <a:pt x="4658301" y="5127841"/>
                  <a:pt x="4657764" y="5129675"/>
                  <a:pt x="4656837" y="5130654"/>
                </a:cubicBezTo>
                <a:cubicBezTo>
                  <a:pt x="4655911" y="5131632"/>
                  <a:pt x="4654150" y="5132121"/>
                  <a:pt x="4651555" y="5132121"/>
                </a:cubicBezTo>
                <a:cubicBezTo>
                  <a:pt x="4651007" y="5132121"/>
                  <a:pt x="4649865" y="5132054"/>
                  <a:pt x="4648129" y="5131921"/>
                </a:cubicBezTo>
                <a:cubicBezTo>
                  <a:pt x="4647085" y="5131862"/>
                  <a:pt x="4646215" y="5131832"/>
                  <a:pt x="4645522" y="5131832"/>
                </a:cubicBezTo>
                <a:cubicBezTo>
                  <a:pt x="4643670" y="5131832"/>
                  <a:pt x="4642400" y="5132464"/>
                  <a:pt x="4641712" y="5133728"/>
                </a:cubicBezTo>
                <a:cubicBezTo>
                  <a:pt x="4641023" y="5134991"/>
                  <a:pt x="4640679" y="5137922"/>
                  <a:pt x="4640679" y="5142520"/>
                </a:cubicBezTo>
                <a:cubicBezTo>
                  <a:pt x="4640679" y="5149104"/>
                  <a:pt x="4641412" y="5154722"/>
                  <a:pt x="4642881" y="5159375"/>
                </a:cubicBezTo>
                <a:cubicBezTo>
                  <a:pt x="4643289" y="5160717"/>
                  <a:pt x="4643901" y="5161737"/>
                  <a:pt x="4644719" y="5162435"/>
                </a:cubicBezTo>
                <a:cubicBezTo>
                  <a:pt x="4645536" y="5163133"/>
                  <a:pt x="4647271" y="5163856"/>
                  <a:pt x="4649925" y="5164603"/>
                </a:cubicBezTo>
                <a:cubicBezTo>
                  <a:pt x="4656083" y="5166422"/>
                  <a:pt x="4659161" y="5170074"/>
                  <a:pt x="4659161" y="5175557"/>
                </a:cubicBezTo>
                <a:cubicBezTo>
                  <a:pt x="4659161" y="5181277"/>
                  <a:pt x="4655601" y="5185283"/>
                  <a:pt x="4648481" y="5187575"/>
                </a:cubicBezTo>
                <a:cubicBezTo>
                  <a:pt x="4641360" y="5189867"/>
                  <a:pt x="4630223" y="5191013"/>
                  <a:pt x="4615069" y="5191013"/>
                </a:cubicBezTo>
                <a:cubicBezTo>
                  <a:pt x="4591615" y="5191013"/>
                  <a:pt x="4579888" y="5185957"/>
                  <a:pt x="4579888" y="5175844"/>
                </a:cubicBezTo>
                <a:cubicBezTo>
                  <a:pt x="4579888" y="5173179"/>
                  <a:pt x="4580481" y="5171191"/>
                  <a:pt x="4581669" y="5169880"/>
                </a:cubicBezTo>
                <a:cubicBezTo>
                  <a:pt x="4582858" y="5168570"/>
                  <a:pt x="4584942" y="5167276"/>
                  <a:pt x="4587924" y="5165998"/>
                </a:cubicBezTo>
                <a:cubicBezTo>
                  <a:pt x="4591047" y="5164584"/>
                  <a:pt x="4592901" y="5162146"/>
                  <a:pt x="4593486" y="5158685"/>
                </a:cubicBezTo>
                <a:cubicBezTo>
                  <a:pt x="4594571" y="5152427"/>
                  <a:pt x="4595113" y="5145826"/>
                  <a:pt x="4595113" y="5138881"/>
                </a:cubicBezTo>
                <a:cubicBezTo>
                  <a:pt x="4595113" y="5136201"/>
                  <a:pt x="4594735" y="5134435"/>
                  <a:pt x="4593978" y="5133586"/>
                </a:cubicBezTo>
                <a:cubicBezTo>
                  <a:pt x="4593223" y="5132736"/>
                  <a:pt x="4591666" y="5132344"/>
                  <a:pt x="4589312" y="5132408"/>
                </a:cubicBezTo>
                <a:cubicBezTo>
                  <a:pt x="4585562" y="5132408"/>
                  <a:pt x="4582959" y="5132136"/>
                  <a:pt x="4581500" y="5131593"/>
                </a:cubicBezTo>
                <a:cubicBezTo>
                  <a:pt x="4580043" y="5131050"/>
                  <a:pt x="4579347" y="5129577"/>
                  <a:pt x="4579414" y="5127175"/>
                </a:cubicBezTo>
                <a:lnTo>
                  <a:pt x="4580175" y="5115201"/>
                </a:lnTo>
                <a:cubicBezTo>
                  <a:pt x="4580338" y="5112673"/>
                  <a:pt x="4580869" y="5111013"/>
                  <a:pt x="4581767" y="5110221"/>
                </a:cubicBezTo>
                <a:cubicBezTo>
                  <a:pt x="4582665" y="5109429"/>
                  <a:pt x="4584597" y="5108957"/>
                  <a:pt x="4587561" y="5108804"/>
                </a:cubicBezTo>
                <a:cubicBezTo>
                  <a:pt x="4588702" y="5108743"/>
                  <a:pt x="4589273" y="5108235"/>
                  <a:pt x="4589273" y="5107280"/>
                </a:cubicBezTo>
                <a:cubicBezTo>
                  <a:pt x="4589273" y="5106754"/>
                  <a:pt x="4588410" y="5104710"/>
                  <a:pt x="4586686" y="5101148"/>
                </a:cubicBezTo>
                <a:cubicBezTo>
                  <a:pt x="4583750" y="5096209"/>
                  <a:pt x="4582283" y="5090912"/>
                  <a:pt x="4582283" y="5085255"/>
                </a:cubicBezTo>
                <a:cubicBezTo>
                  <a:pt x="4582283" y="5076883"/>
                  <a:pt x="4585167" y="5070053"/>
                  <a:pt x="4590936" y="5064765"/>
                </a:cubicBezTo>
                <a:cubicBezTo>
                  <a:pt x="4599165" y="5057205"/>
                  <a:pt x="4610881" y="5053425"/>
                  <a:pt x="4626083" y="5053425"/>
                </a:cubicBezTo>
                <a:close/>
                <a:moveTo>
                  <a:pt x="3044934" y="5053425"/>
                </a:moveTo>
                <a:cubicBezTo>
                  <a:pt x="3057470" y="5053425"/>
                  <a:pt x="3067527" y="5056408"/>
                  <a:pt x="3075103" y="5062375"/>
                </a:cubicBezTo>
                <a:cubicBezTo>
                  <a:pt x="3081191" y="5067202"/>
                  <a:pt x="3084235" y="5072786"/>
                  <a:pt x="3084235" y="5079127"/>
                </a:cubicBezTo>
                <a:cubicBezTo>
                  <a:pt x="3084235" y="5083794"/>
                  <a:pt x="3082673" y="5087745"/>
                  <a:pt x="3079549" y="5090977"/>
                </a:cubicBezTo>
                <a:cubicBezTo>
                  <a:pt x="3076426" y="5094210"/>
                  <a:pt x="3072515" y="5095826"/>
                  <a:pt x="3067821" y="5095826"/>
                </a:cubicBezTo>
                <a:cubicBezTo>
                  <a:pt x="3062754" y="5095826"/>
                  <a:pt x="3058021" y="5094162"/>
                  <a:pt x="3053627" y="5090835"/>
                </a:cubicBezTo>
                <a:cubicBezTo>
                  <a:pt x="3052303" y="5089757"/>
                  <a:pt x="3049551" y="5086698"/>
                  <a:pt x="3045374" y="5081657"/>
                </a:cubicBezTo>
                <a:cubicBezTo>
                  <a:pt x="3043355" y="5079931"/>
                  <a:pt x="3041262" y="5079069"/>
                  <a:pt x="3039092" y="5079069"/>
                </a:cubicBezTo>
                <a:cubicBezTo>
                  <a:pt x="3037901" y="5079069"/>
                  <a:pt x="3036859" y="5079514"/>
                  <a:pt x="3035968" y="5080405"/>
                </a:cubicBezTo>
                <a:cubicBezTo>
                  <a:pt x="3035077" y="5081295"/>
                  <a:pt x="3034632" y="5082402"/>
                  <a:pt x="3034632" y="5083723"/>
                </a:cubicBezTo>
                <a:cubicBezTo>
                  <a:pt x="3034632" y="5088078"/>
                  <a:pt x="3039420" y="5093388"/>
                  <a:pt x="3048996" y="5099654"/>
                </a:cubicBezTo>
                <a:cubicBezTo>
                  <a:pt x="3051395" y="5100588"/>
                  <a:pt x="3053205" y="5101646"/>
                  <a:pt x="3054425" y="5102829"/>
                </a:cubicBezTo>
                <a:cubicBezTo>
                  <a:pt x="3055645" y="5104011"/>
                  <a:pt x="3056695" y="5105586"/>
                  <a:pt x="3057575" y="5107553"/>
                </a:cubicBezTo>
                <a:cubicBezTo>
                  <a:pt x="3057603" y="5107601"/>
                  <a:pt x="3058018" y="5107624"/>
                  <a:pt x="3058819" y="5107624"/>
                </a:cubicBezTo>
                <a:lnTo>
                  <a:pt x="3070693" y="5107624"/>
                </a:lnTo>
                <a:cubicBezTo>
                  <a:pt x="3073095" y="5107624"/>
                  <a:pt x="3074964" y="5108102"/>
                  <a:pt x="3076297" y="5109057"/>
                </a:cubicBezTo>
                <a:cubicBezTo>
                  <a:pt x="3077632" y="5110013"/>
                  <a:pt x="3078220" y="5111588"/>
                  <a:pt x="3078065" y="5113784"/>
                </a:cubicBezTo>
                <a:lnTo>
                  <a:pt x="3077300" y="5125150"/>
                </a:lnTo>
                <a:cubicBezTo>
                  <a:pt x="3077153" y="5127841"/>
                  <a:pt x="3076615" y="5129675"/>
                  <a:pt x="3075688" y="5130654"/>
                </a:cubicBezTo>
                <a:cubicBezTo>
                  <a:pt x="3074762" y="5131632"/>
                  <a:pt x="3073002" y="5132121"/>
                  <a:pt x="3070406" y="5132121"/>
                </a:cubicBezTo>
                <a:cubicBezTo>
                  <a:pt x="3069858" y="5132121"/>
                  <a:pt x="3068715" y="5132054"/>
                  <a:pt x="3066980" y="5131921"/>
                </a:cubicBezTo>
                <a:cubicBezTo>
                  <a:pt x="3065935" y="5131862"/>
                  <a:pt x="3065066" y="5131832"/>
                  <a:pt x="3064374" y="5131832"/>
                </a:cubicBezTo>
                <a:cubicBezTo>
                  <a:pt x="3062522" y="5131832"/>
                  <a:pt x="3061251" y="5132464"/>
                  <a:pt x="3060563" y="5133728"/>
                </a:cubicBezTo>
                <a:cubicBezTo>
                  <a:pt x="3059874" y="5134991"/>
                  <a:pt x="3059529" y="5137922"/>
                  <a:pt x="3059529" y="5142520"/>
                </a:cubicBezTo>
                <a:cubicBezTo>
                  <a:pt x="3059529" y="5149104"/>
                  <a:pt x="3060264" y="5154722"/>
                  <a:pt x="3061732" y="5159375"/>
                </a:cubicBezTo>
                <a:cubicBezTo>
                  <a:pt x="3062140" y="5160717"/>
                  <a:pt x="3062753" y="5161737"/>
                  <a:pt x="3063570" y="5162435"/>
                </a:cubicBezTo>
                <a:cubicBezTo>
                  <a:pt x="3064388" y="5163133"/>
                  <a:pt x="3066123" y="5163856"/>
                  <a:pt x="3068776" y="5164603"/>
                </a:cubicBezTo>
                <a:cubicBezTo>
                  <a:pt x="3074934" y="5166422"/>
                  <a:pt x="3078012" y="5170074"/>
                  <a:pt x="3078012" y="5175557"/>
                </a:cubicBezTo>
                <a:cubicBezTo>
                  <a:pt x="3078012" y="5181277"/>
                  <a:pt x="3074451" y="5185283"/>
                  <a:pt x="3067332" y="5187575"/>
                </a:cubicBezTo>
                <a:cubicBezTo>
                  <a:pt x="3060211" y="5189867"/>
                  <a:pt x="3049074" y="5191013"/>
                  <a:pt x="3033921" y="5191013"/>
                </a:cubicBezTo>
                <a:cubicBezTo>
                  <a:pt x="3010466" y="5191013"/>
                  <a:pt x="2998738" y="5185957"/>
                  <a:pt x="2998738" y="5175844"/>
                </a:cubicBezTo>
                <a:cubicBezTo>
                  <a:pt x="2998738" y="5173179"/>
                  <a:pt x="2999332" y="5171191"/>
                  <a:pt x="3000521" y="5169880"/>
                </a:cubicBezTo>
                <a:cubicBezTo>
                  <a:pt x="3001708" y="5168570"/>
                  <a:pt x="3003793" y="5167276"/>
                  <a:pt x="3006775" y="5165998"/>
                </a:cubicBezTo>
                <a:cubicBezTo>
                  <a:pt x="3009897" y="5164584"/>
                  <a:pt x="3011752" y="5162146"/>
                  <a:pt x="3012338" y="5158685"/>
                </a:cubicBezTo>
                <a:cubicBezTo>
                  <a:pt x="3013422" y="5152427"/>
                  <a:pt x="3013964" y="5145826"/>
                  <a:pt x="3013964" y="5138881"/>
                </a:cubicBezTo>
                <a:cubicBezTo>
                  <a:pt x="3013964" y="5136201"/>
                  <a:pt x="3013586" y="5134435"/>
                  <a:pt x="3012829" y="5133586"/>
                </a:cubicBezTo>
                <a:cubicBezTo>
                  <a:pt x="3012073" y="5132736"/>
                  <a:pt x="3010517" y="5132344"/>
                  <a:pt x="3008162" y="5132408"/>
                </a:cubicBezTo>
                <a:cubicBezTo>
                  <a:pt x="3004412" y="5132408"/>
                  <a:pt x="3001809" y="5132136"/>
                  <a:pt x="3000352" y="5131593"/>
                </a:cubicBezTo>
                <a:cubicBezTo>
                  <a:pt x="2998894" y="5131050"/>
                  <a:pt x="2998199" y="5129577"/>
                  <a:pt x="2998265" y="5127175"/>
                </a:cubicBezTo>
                <a:lnTo>
                  <a:pt x="2999026" y="5115201"/>
                </a:lnTo>
                <a:cubicBezTo>
                  <a:pt x="2999189" y="5112673"/>
                  <a:pt x="2999720" y="5111013"/>
                  <a:pt x="3000618" y="5110221"/>
                </a:cubicBezTo>
                <a:cubicBezTo>
                  <a:pt x="3001516" y="5109429"/>
                  <a:pt x="3003447" y="5108957"/>
                  <a:pt x="3006412" y="5108804"/>
                </a:cubicBezTo>
                <a:cubicBezTo>
                  <a:pt x="3007553" y="5108743"/>
                  <a:pt x="3008124" y="5108235"/>
                  <a:pt x="3008124" y="5107280"/>
                </a:cubicBezTo>
                <a:cubicBezTo>
                  <a:pt x="3008124" y="5106754"/>
                  <a:pt x="3007261" y="5104710"/>
                  <a:pt x="3005537" y="5101148"/>
                </a:cubicBezTo>
                <a:cubicBezTo>
                  <a:pt x="3002601" y="5096209"/>
                  <a:pt x="3001133" y="5090912"/>
                  <a:pt x="3001133" y="5085255"/>
                </a:cubicBezTo>
                <a:cubicBezTo>
                  <a:pt x="3001133" y="5076883"/>
                  <a:pt x="3004018" y="5070053"/>
                  <a:pt x="3009787" y="5064765"/>
                </a:cubicBezTo>
                <a:cubicBezTo>
                  <a:pt x="3018016" y="5057205"/>
                  <a:pt x="3029732" y="5053425"/>
                  <a:pt x="3044934" y="5053425"/>
                </a:cubicBezTo>
                <a:close/>
                <a:moveTo>
                  <a:pt x="1682859" y="5053425"/>
                </a:moveTo>
                <a:cubicBezTo>
                  <a:pt x="1695395" y="5053425"/>
                  <a:pt x="1705452" y="5056408"/>
                  <a:pt x="1713028" y="5062375"/>
                </a:cubicBezTo>
                <a:cubicBezTo>
                  <a:pt x="1719116" y="5067202"/>
                  <a:pt x="1722160" y="5072786"/>
                  <a:pt x="1722160" y="5079127"/>
                </a:cubicBezTo>
                <a:cubicBezTo>
                  <a:pt x="1722160" y="5083794"/>
                  <a:pt x="1720598" y="5087745"/>
                  <a:pt x="1717474" y="5090977"/>
                </a:cubicBezTo>
                <a:cubicBezTo>
                  <a:pt x="1714350" y="5094210"/>
                  <a:pt x="1710441" y="5095826"/>
                  <a:pt x="1705746" y="5095826"/>
                </a:cubicBezTo>
                <a:cubicBezTo>
                  <a:pt x="1700678" y="5095826"/>
                  <a:pt x="1695947" y="5094162"/>
                  <a:pt x="1691551" y="5090835"/>
                </a:cubicBezTo>
                <a:cubicBezTo>
                  <a:pt x="1690227" y="5089757"/>
                  <a:pt x="1687476" y="5086698"/>
                  <a:pt x="1683299" y="5081657"/>
                </a:cubicBezTo>
                <a:cubicBezTo>
                  <a:pt x="1681280" y="5079931"/>
                  <a:pt x="1679187" y="5079069"/>
                  <a:pt x="1677017" y="5079069"/>
                </a:cubicBezTo>
                <a:cubicBezTo>
                  <a:pt x="1675825" y="5079069"/>
                  <a:pt x="1674784" y="5079514"/>
                  <a:pt x="1673893" y="5080405"/>
                </a:cubicBezTo>
                <a:cubicBezTo>
                  <a:pt x="1673002" y="5081295"/>
                  <a:pt x="1672556" y="5082402"/>
                  <a:pt x="1672556" y="5083723"/>
                </a:cubicBezTo>
                <a:cubicBezTo>
                  <a:pt x="1672556" y="5088078"/>
                  <a:pt x="1677344" y="5093388"/>
                  <a:pt x="1686920" y="5099654"/>
                </a:cubicBezTo>
                <a:cubicBezTo>
                  <a:pt x="1689320" y="5100588"/>
                  <a:pt x="1691130" y="5101646"/>
                  <a:pt x="1692350" y="5102829"/>
                </a:cubicBezTo>
                <a:cubicBezTo>
                  <a:pt x="1693570" y="5104011"/>
                  <a:pt x="1694620" y="5105586"/>
                  <a:pt x="1695499" y="5107553"/>
                </a:cubicBezTo>
                <a:cubicBezTo>
                  <a:pt x="1695528" y="5107601"/>
                  <a:pt x="1695943" y="5107624"/>
                  <a:pt x="1696744" y="5107624"/>
                </a:cubicBezTo>
                <a:lnTo>
                  <a:pt x="1708617" y="5107624"/>
                </a:lnTo>
                <a:cubicBezTo>
                  <a:pt x="1711020" y="5107624"/>
                  <a:pt x="1712888" y="5108102"/>
                  <a:pt x="1714222" y="5109057"/>
                </a:cubicBezTo>
                <a:cubicBezTo>
                  <a:pt x="1715557" y="5110013"/>
                  <a:pt x="1716146" y="5111588"/>
                  <a:pt x="1715990" y="5113784"/>
                </a:cubicBezTo>
                <a:lnTo>
                  <a:pt x="1715226" y="5125150"/>
                </a:lnTo>
                <a:cubicBezTo>
                  <a:pt x="1715077" y="5127841"/>
                  <a:pt x="1714539" y="5129675"/>
                  <a:pt x="1713613" y="5130654"/>
                </a:cubicBezTo>
                <a:cubicBezTo>
                  <a:pt x="1712687" y="5131632"/>
                  <a:pt x="1710926" y="5132121"/>
                  <a:pt x="1708331" y="5132121"/>
                </a:cubicBezTo>
                <a:cubicBezTo>
                  <a:pt x="1707783" y="5132121"/>
                  <a:pt x="1706640" y="5132054"/>
                  <a:pt x="1704905" y="5131921"/>
                </a:cubicBezTo>
                <a:cubicBezTo>
                  <a:pt x="1703860" y="5131862"/>
                  <a:pt x="1702991" y="5131832"/>
                  <a:pt x="1702298" y="5131832"/>
                </a:cubicBezTo>
                <a:cubicBezTo>
                  <a:pt x="1700446" y="5131832"/>
                  <a:pt x="1699177" y="5132464"/>
                  <a:pt x="1698487" y="5133728"/>
                </a:cubicBezTo>
                <a:cubicBezTo>
                  <a:pt x="1697799" y="5134991"/>
                  <a:pt x="1697454" y="5137922"/>
                  <a:pt x="1697454" y="5142520"/>
                </a:cubicBezTo>
                <a:cubicBezTo>
                  <a:pt x="1697454" y="5149104"/>
                  <a:pt x="1698189" y="5154722"/>
                  <a:pt x="1699657" y="5159375"/>
                </a:cubicBezTo>
                <a:cubicBezTo>
                  <a:pt x="1700065" y="5160717"/>
                  <a:pt x="1700677" y="5161737"/>
                  <a:pt x="1701495" y="5162435"/>
                </a:cubicBezTo>
                <a:cubicBezTo>
                  <a:pt x="1702313" y="5163133"/>
                  <a:pt x="1704048" y="5163856"/>
                  <a:pt x="1706701" y="5164603"/>
                </a:cubicBezTo>
                <a:cubicBezTo>
                  <a:pt x="1712859" y="5166422"/>
                  <a:pt x="1715937" y="5170074"/>
                  <a:pt x="1715937" y="5175557"/>
                </a:cubicBezTo>
                <a:cubicBezTo>
                  <a:pt x="1715937" y="5181277"/>
                  <a:pt x="1712377" y="5185283"/>
                  <a:pt x="1705257" y="5187575"/>
                </a:cubicBezTo>
                <a:cubicBezTo>
                  <a:pt x="1698136" y="5189867"/>
                  <a:pt x="1686999" y="5191013"/>
                  <a:pt x="1671845" y="5191013"/>
                </a:cubicBezTo>
                <a:cubicBezTo>
                  <a:pt x="1648391" y="5191013"/>
                  <a:pt x="1636663" y="5185957"/>
                  <a:pt x="1636663" y="5175844"/>
                </a:cubicBezTo>
                <a:cubicBezTo>
                  <a:pt x="1636663" y="5173179"/>
                  <a:pt x="1637257" y="5171191"/>
                  <a:pt x="1638445" y="5169880"/>
                </a:cubicBezTo>
                <a:cubicBezTo>
                  <a:pt x="1639633" y="5168570"/>
                  <a:pt x="1641718" y="5167276"/>
                  <a:pt x="1644699" y="5165998"/>
                </a:cubicBezTo>
                <a:cubicBezTo>
                  <a:pt x="1647822" y="5164584"/>
                  <a:pt x="1649676" y="5162146"/>
                  <a:pt x="1650263" y="5158685"/>
                </a:cubicBezTo>
                <a:cubicBezTo>
                  <a:pt x="1651347" y="5152427"/>
                  <a:pt x="1651889" y="5145826"/>
                  <a:pt x="1651889" y="5138881"/>
                </a:cubicBezTo>
                <a:cubicBezTo>
                  <a:pt x="1651889" y="5136201"/>
                  <a:pt x="1651511" y="5134435"/>
                  <a:pt x="1650754" y="5133586"/>
                </a:cubicBezTo>
                <a:cubicBezTo>
                  <a:pt x="1649998" y="5132736"/>
                  <a:pt x="1648442" y="5132344"/>
                  <a:pt x="1646087" y="5132408"/>
                </a:cubicBezTo>
                <a:cubicBezTo>
                  <a:pt x="1642338" y="5132408"/>
                  <a:pt x="1639735" y="5132136"/>
                  <a:pt x="1638277" y="5131593"/>
                </a:cubicBezTo>
                <a:cubicBezTo>
                  <a:pt x="1636819" y="5131050"/>
                  <a:pt x="1636123" y="5129577"/>
                  <a:pt x="1636191" y="5127175"/>
                </a:cubicBezTo>
                <a:lnTo>
                  <a:pt x="1636950" y="5115201"/>
                </a:lnTo>
                <a:cubicBezTo>
                  <a:pt x="1637114" y="5112673"/>
                  <a:pt x="1637645" y="5111013"/>
                  <a:pt x="1638543" y="5110221"/>
                </a:cubicBezTo>
                <a:cubicBezTo>
                  <a:pt x="1639441" y="5109429"/>
                  <a:pt x="1641372" y="5108957"/>
                  <a:pt x="1644337" y="5108804"/>
                </a:cubicBezTo>
                <a:cubicBezTo>
                  <a:pt x="1645478" y="5108743"/>
                  <a:pt x="1646049" y="5108235"/>
                  <a:pt x="1646049" y="5107280"/>
                </a:cubicBezTo>
                <a:cubicBezTo>
                  <a:pt x="1646049" y="5106754"/>
                  <a:pt x="1645187" y="5104710"/>
                  <a:pt x="1643462" y="5101148"/>
                </a:cubicBezTo>
                <a:cubicBezTo>
                  <a:pt x="1640526" y="5096209"/>
                  <a:pt x="1639058" y="5090912"/>
                  <a:pt x="1639058" y="5085255"/>
                </a:cubicBezTo>
                <a:cubicBezTo>
                  <a:pt x="1639058" y="5076883"/>
                  <a:pt x="1641943" y="5070053"/>
                  <a:pt x="1647712" y="5064765"/>
                </a:cubicBezTo>
                <a:cubicBezTo>
                  <a:pt x="1655941" y="5057205"/>
                  <a:pt x="1667657" y="5053425"/>
                  <a:pt x="1682859" y="5053425"/>
                </a:cubicBezTo>
                <a:close/>
                <a:moveTo>
                  <a:pt x="920859" y="5053425"/>
                </a:moveTo>
                <a:cubicBezTo>
                  <a:pt x="933395" y="5053425"/>
                  <a:pt x="943452" y="5056408"/>
                  <a:pt x="951028" y="5062375"/>
                </a:cubicBezTo>
                <a:cubicBezTo>
                  <a:pt x="957116" y="5067202"/>
                  <a:pt x="960160" y="5072786"/>
                  <a:pt x="960160" y="5079127"/>
                </a:cubicBezTo>
                <a:cubicBezTo>
                  <a:pt x="960160" y="5083794"/>
                  <a:pt x="958598" y="5087745"/>
                  <a:pt x="955474" y="5090977"/>
                </a:cubicBezTo>
                <a:cubicBezTo>
                  <a:pt x="952350" y="5094210"/>
                  <a:pt x="948441" y="5095826"/>
                  <a:pt x="943746" y="5095826"/>
                </a:cubicBezTo>
                <a:cubicBezTo>
                  <a:pt x="938678" y="5095826"/>
                  <a:pt x="933947" y="5094162"/>
                  <a:pt x="929552" y="5090835"/>
                </a:cubicBezTo>
                <a:cubicBezTo>
                  <a:pt x="928227" y="5089757"/>
                  <a:pt x="925476" y="5086698"/>
                  <a:pt x="921299" y="5081657"/>
                </a:cubicBezTo>
                <a:cubicBezTo>
                  <a:pt x="919280" y="5079931"/>
                  <a:pt x="917187" y="5079069"/>
                  <a:pt x="915017" y="5079069"/>
                </a:cubicBezTo>
                <a:cubicBezTo>
                  <a:pt x="913825" y="5079069"/>
                  <a:pt x="912783" y="5079514"/>
                  <a:pt x="911893" y="5080405"/>
                </a:cubicBezTo>
                <a:cubicBezTo>
                  <a:pt x="911002" y="5081295"/>
                  <a:pt x="910557" y="5082402"/>
                  <a:pt x="910557" y="5083723"/>
                </a:cubicBezTo>
                <a:cubicBezTo>
                  <a:pt x="910557" y="5088078"/>
                  <a:pt x="915345" y="5093388"/>
                  <a:pt x="924920" y="5099654"/>
                </a:cubicBezTo>
                <a:cubicBezTo>
                  <a:pt x="927320" y="5100588"/>
                  <a:pt x="929130" y="5101646"/>
                  <a:pt x="930350" y="5102829"/>
                </a:cubicBezTo>
                <a:cubicBezTo>
                  <a:pt x="931570" y="5104011"/>
                  <a:pt x="932620" y="5105586"/>
                  <a:pt x="933500" y="5107553"/>
                </a:cubicBezTo>
                <a:cubicBezTo>
                  <a:pt x="933528" y="5107601"/>
                  <a:pt x="933942" y="5107624"/>
                  <a:pt x="934743" y="5107624"/>
                </a:cubicBezTo>
                <a:lnTo>
                  <a:pt x="946618" y="5107624"/>
                </a:lnTo>
                <a:cubicBezTo>
                  <a:pt x="949020" y="5107624"/>
                  <a:pt x="950888" y="5108102"/>
                  <a:pt x="952222" y="5109057"/>
                </a:cubicBezTo>
                <a:cubicBezTo>
                  <a:pt x="953557" y="5110013"/>
                  <a:pt x="954146" y="5111588"/>
                  <a:pt x="953990" y="5113784"/>
                </a:cubicBezTo>
                <a:lnTo>
                  <a:pt x="953226" y="5125150"/>
                </a:lnTo>
                <a:cubicBezTo>
                  <a:pt x="953077" y="5127841"/>
                  <a:pt x="952540" y="5129675"/>
                  <a:pt x="951613" y="5130654"/>
                </a:cubicBezTo>
                <a:cubicBezTo>
                  <a:pt x="950687" y="5131632"/>
                  <a:pt x="948926" y="5132121"/>
                  <a:pt x="946331" y="5132121"/>
                </a:cubicBezTo>
                <a:cubicBezTo>
                  <a:pt x="945782" y="5132121"/>
                  <a:pt x="944640" y="5132054"/>
                  <a:pt x="942905" y="5131921"/>
                </a:cubicBezTo>
                <a:cubicBezTo>
                  <a:pt x="941860" y="5131862"/>
                  <a:pt x="940991" y="5131832"/>
                  <a:pt x="940298" y="5131832"/>
                </a:cubicBezTo>
                <a:cubicBezTo>
                  <a:pt x="938447" y="5131832"/>
                  <a:pt x="937176" y="5132464"/>
                  <a:pt x="936488" y="5133728"/>
                </a:cubicBezTo>
                <a:cubicBezTo>
                  <a:pt x="935799" y="5134991"/>
                  <a:pt x="935455" y="5137922"/>
                  <a:pt x="935455" y="5142520"/>
                </a:cubicBezTo>
                <a:cubicBezTo>
                  <a:pt x="935455" y="5149104"/>
                  <a:pt x="936189" y="5154722"/>
                  <a:pt x="937657" y="5159375"/>
                </a:cubicBezTo>
                <a:cubicBezTo>
                  <a:pt x="938065" y="5160717"/>
                  <a:pt x="938677" y="5161737"/>
                  <a:pt x="939495" y="5162435"/>
                </a:cubicBezTo>
                <a:cubicBezTo>
                  <a:pt x="940312" y="5163133"/>
                  <a:pt x="942048" y="5163856"/>
                  <a:pt x="944701" y="5164603"/>
                </a:cubicBezTo>
                <a:cubicBezTo>
                  <a:pt x="950858" y="5166422"/>
                  <a:pt x="953937" y="5170074"/>
                  <a:pt x="953937" y="5175557"/>
                </a:cubicBezTo>
                <a:cubicBezTo>
                  <a:pt x="953937" y="5181277"/>
                  <a:pt x="950377" y="5185283"/>
                  <a:pt x="943256" y="5187575"/>
                </a:cubicBezTo>
                <a:cubicBezTo>
                  <a:pt x="936136" y="5189867"/>
                  <a:pt x="924999" y="5191013"/>
                  <a:pt x="909845" y="5191013"/>
                </a:cubicBezTo>
                <a:cubicBezTo>
                  <a:pt x="886391" y="5191013"/>
                  <a:pt x="874664" y="5185957"/>
                  <a:pt x="874664" y="5175844"/>
                </a:cubicBezTo>
                <a:cubicBezTo>
                  <a:pt x="874664" y="5173179"/>
                  <a:pt x="875257" y="5171191"/>
                  <a:pt x="876445" y="5169880"/>
                </a:cubicBezTo>
                <a:cubicBezTo>
                  <a:pt x="877633" y="5168570"/>
                  <a:pt x="879718" y="5167276"/>
                  <a:pt x="882700" y="5165998"/>
                </a:cubicBezTo>
                <a:cubicBezTo>
                  <a:pt x="885822" y="5164584"/>
                  <a:pt x="887676" y="5162146"/>
                  <a:pt x="888262" y="5158685"/>
                </a:cubicBezTo>
                <a:cubicBezTo>
                  <a:pt x="889347" y="5152427"/>
                  <a:pt x="889889" y="5145826"/>
                  <a:pt x="889889" y="5138881"/>
                </a:cubicBezTo>
                <a:cubicBezTo>
                  <a:pt x="889889" y="5136201"/>
                  <a:pt x="889511" y="5134435"/>
                  <a:pt x="888755" y="5133586"/>
                </a:cubicBezTo>
                <a:cubicBezTo>
                  <a:pt x="887998" y="5132736"/>
                  <a:pt x="886442" y="5132344"/>
                  <a:pt x="884087" y="5132408"/>
                </a:cubicBezTo>
                <a:cubicBezTo>
                  <a:pt x="880338" y="5132408"/>
                  <a:pt x="877734" y="5132136"/>
                  <a:pt x="876276" y="5131593"/>
                </a:cubicBezTo>
                <a:cubicBezTo>
                  <a:pt x="874819" y="5131050"/>
                  <a:pt x="874123" y="5129577"/>
                  <a:pt x="874190" y="5127175"/>
                </a:cubicBezTo>
                <a:lnTo>
                  <a:pt x="874950" y="5115201"/>
                </a:lnTo>
                <a:cubicBezTo>
                  <a:pt x="875114" y="5112673"/>
                  <a:pt x="875645" y="5111013"/>
                  <a:pt x="876543" y="5110221"/>
                </a:cubicBezTo>
                <a:cubicBezTo>
                  <a:pt x="877441" y="5109429"/>
                  <a:pt x="879372" y="5108957"/>
                  <a:pt x="882337" y="5108804"/>
                </a:cubicBezTo>
                <a:cubicBezTo>
                  <a:pt x="883478" y="5108743"/>
                  <a:pt x="884049" y="5108235"/>
                  <a:pt x="884049" y="5107280"/>
                </a:cubicBezTo>
                <a:cubicBezTo>
                  <a:pt x="884049" y="5106754"/>
                  <a:pt x="883187" y="5104710"/>
                  <a:pt x="881462" y="5101148"/>
                </a:cubicBezTo>
                <a:cubicBezTo>
                  <a:pt x="878526" y="5096209"/>
                  <a:pt x="877058" y="5090912"/>
                  <a:pt x="877058" y="5085255"/>
                </a:cubicBezTo>
                <a:cubicBezTo>
                  <a:pt x="877058" y="5076883"/>
                  <a:pt x="879943" y="5070053"/>
                  <a:pt x="885712" y="5064765"/>
                </a:cubicBezTo>
                <a:cubicBezTo>
                  <a:pt x="893941" y="5057205"/>
                  <a:pt x="905657" y="5053425"/>
                  <a:pt x="920859" y="5053425"/>
                </a:cubicBezTo>
                <a:close/>
                <a:moveTo>
                  <a:pt x="1431672" y="5051796"/>
                </a:moveTo>
                <a:cubicBezTo>
                  <a:pt x="1438431" y="5051796"/>
                  <a:pt x="1447243" y="5053455"/>
                  <a:pt x="1458105" y="5056771"/>
                </a:cubicBezTo>
                <a:cubicBezTo>
                  <a:pt x="1459180" y="5057094"/>
                  <a:pt x="1460009" y="5057255"/>
                  <a:pt x="1460592" y="5057255"/>
                </a:cubicBezTo>
                <a:cubicBezTo>
                  <a:pt x="1461008" y="5057255"/>
                  <a:pt x="1462695" y="5056726"/>
                  <a:pt x="1465651" y="5055668"/>
                </a:cubicBezTo>
                <a:cubicBezTo>
                  <a:pt x="1466935" y="5055194"/>
                  <a:pt x="1468249" y="5054957"/>
                  <a:pt x="1469593" y="5054957"/>
                </a:cubicBezTo>
                <a:cubicBezTo>
                  <a:pt x="1474580" y="5054957"/>
                  <a:pt x="1479616" y="5058574"/>
                  <a:pt x="1484701" y="5065809"/>
                </a:cubicBezTo>
                <a:cubicBezTo>
                  <a:pt x="1489786" y="5073043"/>
                  <a:pt x="1492328" y="5079908"/>
                  <a:pt x="1492328" y="5086404"/>
                </a:cubicBezTo>
                <a:cubicBezTo>
                  <a:pt x="1492328" y="5090462"/>
                  <a:pt x="1491081" y="5093924"/>
                  <a:pt x="1488586" y="5096792"/>
                </a:cubicBezTo>
                <a:cubicBezTo>
                  <a:pt x="1486091" y="5099660"/>
                  <a:pt x="1482984" y="5101094"/>
                  <a:pt x="1479265" y="5101094"/>
                </a:cubicBezTo>
                <a:cubicBezTo>
                  <a:pt x="1476318" y="5101094"/>
                  <a:pt x="1473942" y="5100518"/>
                  <a:pt x="1472139" y="5099364"/>
                </a:cubicBezTo>
                <a:cubicBezTo>
                  <a:pt x="1470336" y="5098210"/>
                  <a:pt x="1466678" y="5095070"/>
                  <a:pt x="1461165" y="5089945"/>
                </a:cubicBezTo>
                <a:cubicBezTo>
                  <a:pt x="1453875" y="5083141"/>
                  <a:pt x="1446790" y="5079739"/>
                  <a:pt x="1439908" y="5079739"/>
                </a:cubicBezTo>
                <a:cubicBezTo>
                  <a:pt x="1436834" y="5079739"/>
                  <a:pt x="1434444" y="5080426"/>
                  <a:pt x="1432738" y="5081801"/>
                </a:cubicBezTo>
                <a:cubicBezTo>
                  <a:pt x="1431032" y="5083176"/>
                  <a:pt x="1430179" y="5084966"/>
                  <a:pt x="1430179" y="5087171"/>
                </a:cubicBezTo>
                <a:cubicBezTo>
                  <a:pt x="1430179" y="5091772"/>
                  <a:pt x="1434998" y="5095459"/>
                  <a:pt x="1444636" y="5098230"/>
                </a:cubicBezTo>
                <a:cubicBezTo>
                  <a:pt x="1457060" y="5101892"/>
                  <a:pt x="1465189" y="5104648"/>
                  <a:pt x="1469022" y="5106498"/>
                </a:cubicBezTo>
                <a:cubicBezTo>
                  <a:pt x="1486092" y="5114799"/>
                  <a:pt x="1494627" y="5127030"/>
                  <a:pt x="1494627" y="5143191"/>
                </a:cubicBezTo>
                <a:cubicBezTo>
                  <a:pt x="1494627" y="5157412"/>
                  <a:pt x="1488806" y="5169039"/>
                  <a:pt x="1477164" y="5178072"/>
                </a:cubicBezTo>
                <a:cubicBezTo>
                  <a:pt x="1465459" y="5187146"/>
                  <a:pt x="1450199" y="5191683"/>
                  <a:pt x="1431385" y="5191683"/>
                </a:cubicBezTo>
                <a:cubicBezTo>
                  <a:pt x="1423023" y="5191683"/>
                  <a:pt x="1414231" y="5190693"/>
                  <a:pt x="1405010" y="5188712"/>
                </a:cubicBezTo>
                <a:cubicBezTo>
                  <a:pt x="1395788" y="5186731"/>
                  <a:pt x="1388767" y="5184088"/>
                  <a:pt x="1383946" y="5180781"/>
                </a:cubicBezTo>
                <a:cubicBezTo>
                  <a:pt x="1381089" y="5179051"/>
                  <a:pt x="1378379" y="5174609"/>
                  <a:pt x="1375818" y="5167456"/>
                </a:cubicBezTo>
                <a:cubicBezTo>
                  <a:pt x="1373256" y="5160304"/>
                  <a:pt x="1371975" y="5153332"/>
                  <a:pt x="1371975" y="5146542"/>
                </a:cubicBezTo>
                <a:cubicBezTo>
                  <a:pt x="1371975" y="5142976"/>
                  <a:pt x="1372613" y="5140769"/>
                  <a:pt x="1373890" y="5139921"/>
                </a:cubicBezTo>
                <a:cubicBezTo>
                  <a:pt x="1376149" y="5136265"/>
                  <a:pt x="1378811" y="5134437"/>
                  <a:pt x="1381876" y="5134437"/>
                </a:cubicBezTo>
                <a:cubicBezTo>
                  <a:pt x="1384905" y="5134437"/>
                  <a:pt x="1387601" y="5135754"/>
                  <a:pt x="1389964" y="5138388"/>
                </a:cubicBezTo>
                <a:cubicBezTo>
                  <a:pt x="1391650" y="5140155"/>
                  <a:pt x="1395010" y="5144878"/>
                  <a:pt x="1400045" y="5152560"/>
                </a:cubicBezTo>
                <a:cubicBezTo>
                  <a:pt x="1402216" y="5155844"/>
                  <a:pt x="1405708" y="5158592"/>
                  <a:pt x="1410522" y="5160805"/>
                </a:cubicBezTo>
                <a:cubicBezTo>
                  <a:pt x="1415336" y="5163018"/>
                  <a:pt x="1420343" y="5164124"/>
                  <a:pt x="1425543" y="5164124"/>
                </a:cubicBezTo>
                <a:cubicBezTo>
                  <a:pt x="1429937" y="5164124"/>
                  <a:pt x="1433360" y="5163392"/>
                  <a:pt x="1435811" y="5161927"/>
                </a:cubicBezTo>
                <a:cubicBezTo>
                  <a:pt x="1438261" y="5160462"/>
                  <a:pt x="1439487" y="5158717"/>
                  <a:pt x="1439487" y="5156692"/>
                </a:cubicBezTo>
                <a:cubicBezTo>
                  <a:pt x="1439487" y="5154778"/>
                  <a:pt x="1438508" y="5153033"/>
                  <a:pt x="1436552" y="5151457"/>
                </a:cubicBezTo>
                <a:cubicBezTo>
                  <a:pt x="1434594" y="5149881"/>
                  <a:pt x="1430689" y="5148171"/>
                  <a:pt x="1424835" y="5146327"/>
                </a:cubicBezTo>
                <a:cubicBezTo>
                  <a:pt x="1416544" y="5143755"/>
                  <a:pt x="1409929" y="5141234"/>
                  <a:pt x="1404989" y="5138765"/>
                </a:cubicBezTo>
                <a:cubicBezTo>
                  <a:pt x="1400049" y="5136295"/>
                  <a:pt x="1396559" y="5133346"/>
                  <a:pt x="1394518" y="5129917"/>
                </a:cubicBezTo>
                <a:cubicBezTo>
                  <a:pt x="1381787" y="5120276"/>
                  <a:pt x="1375422" y="5109474"/>
                  <a:pt x="1375422" y="5097513"/>
                </a:cubicBezTo>
                <a:cubicBezTo>
                  <a:pt x="1375422" y="5091573"/>
                  <a:pt x="1376791" y="5085815"/>
                  <a:pt x="1379529" y="5080239"/>
                </a:cubicBezTo>
                <a:cubicBezTo>
                  <a:pt x="1382267" y="5074663"/>
                  <a:pt x="1385909" y="5070097"/>
                  <a:pt x="1390457" y="5066543"/>
                </a:cubicBezTo>
                <a:cubicBezTo>
                  <a:pt x="1401993" y="5056712"/>
                  <a:pt x="1415731" y="5051796"/>
                  <a:pt x="1431672" y="5051796"/>
                </a:cubicBezTo>
                <a:close/>
                <a:moveTo>
                  <a:pt x="656802" y="5051796"/>
                </a:moveTo>
                <a:cubicBezTo>
                  <a:pt x="673648" y="5051796"/>
                  <a:pt x="688664" y="5057185"/>
                  <a:pt x="701850" y="5067963"/>
                </a:cubicBezTo>
                <a:cubicBezTo>
                  <a:pt x="709876" y="5073506"/>
                  <a:pt x="716536" y="5081539"/>
                  <a:pt x="721830" y="5092062"/>
                </a:cubicBezTo>
                <a:cubicBezTo>
                  <a:pt x="727023" y="5102580"/>
                  <a:pt x="729619" y="5113080"/>
                  <a:pt x="729619" y="5123560"/>
                </a:cubicBezTo>
                <a:cubicBezTo>
                  <a:pt x="729619" y="5139098"/>
                  <a:pt x="724480" y="5152995"/>
                  <a:pt x="714200" y="5165252"/>
                </a:cubicBezTo>
                <a:cubicBezTo>
                  <a:pt x="705569" y="5175584"/>
                  <a:pt x="694236" y="5183024"/>
                  <a:pt x="680202" y="5187571"/>
                </a:cubicBezTo>
                <a:cubicBezTo>
                  <a:pt x="671648" y="5190312"/>
                  <a:pt x="663050" y="5191683"/>
                  <a:pt x="654407" y="5191683"/>
                </a:cubicBezTo>
                <a:cubicBezTo>
                  <a:pt x="643037" y="5191683"/>
                  <a:pt x="632197" y="5189334"/>
                  <a:pt x="621886" y="5184636"/>
                </a:cubicBezTo>
                <a:cubicBezTo>
                  <a:pt x="609336" y="5178919"/>
                  <a:pt x="599507" y="5170270"/>
                  <a:pt x="592400" y="5158688"/>
                </a:cubicBezTo>
                <a:cubicBezTo>
                  <a:pt x="585513" y="5147539"/>
                  <a:pt x="582070" y="5135223"/>
                  <a:pt x="582070" y="5121741"/>
                </a:cubicBezTo>
                <a:cubicBezTo>
                  <a:pt x="582070" y="5106102"/>
                  <a:pt x="586501" y="5092309"/>
                  <a:pt x="595363" y="5080361"/>
                </a:cubicBezTo>
                <a:cubicBezTo>
                  <a:pt x="603236" y="5069733"/>
                  <a:pt x="613842" y="5061922"/>
                  <a:pt x="627181" y="5056928"/>
                </a:cubicBezTo>
                <a:cubicBezTo>
                  <a:pt x="636128" y="5053507"/>
                  <a:pt x="646002" y="5051796"/>
                  <a:pt x="656802" y="5051796"/>
                </a:cubicBezTo>
                <a:close/>
                <a:moveTo>
                  <a:pt x="9987004" y="5050743"/>
                </a:moveTo>
                <a:cubicBezTo>
                  <a:pt x="9991042" y="5050743"/>
                  <a:pt x="9994662" y="5053789"/>
                  <a:pt x="9997865" y="5059881"/>
                </a:cubicBezTo>
                <a:cubicBezTo>
                  <a:pt x="10002078" y="5064106"/>
                  <a:pt x="10004185" y="5070521"/>
                  <a:pt x="10004185" y="5079127"/>
                </a:cubicBezTo>
                <a:cubicBezTo>
                  <a:pt x="10004185" y="5083671"/>
                  <a:pt x="10003141" y="5087367"/>
                  <a:pt x="10001052" y="5090215"/>
                </a:cubicBezTo>
                <a:cubicBezTo>
                  <a:pt x="9998964" y="5093063"/>
                  <a:pt x="9996037" y="5094487"/>
                  <a:pt x="9992270" y="5094487"/>
                </a:cubicBezTo>
                <a:cubicBezTo>
                  <a:pt x="9989725" y="5094487"/>
                  <a:pt x="9987724" y="5093955"/>
                  <a:pt x="9986269" y="5092893"/>
                </a:cubicBezTo>
                <a:cubicBezTo>
                  <a:pt x="9984814" y="5091831"/>
                  <a:pt x="9983041" y="5089715"/>
                  <a:pt x="9980950" y="5086545"/>
                </a:cubicBezTo>
                <a:cubicBezTo>
                  <a:pt x="9978381" y="5082632"/>
                  <a:pt x="9975095" y="5080009"/>
                  <a:pt x="9971093" y="5078675"/>
                </a:cubicBezTo>
                <a:cubicBezTo>
                  <a:pt x="9967092" y="5077341"/>
                  <a:pt x="9960298" y="5076674"/>
                  <a:pt x="9950711" y="5076674"/>
                </a:cubicBezTo>
                <a:cubicBezTo>
                  <a:pt x="9944149" y="5076674"/>
                  <a:pt x="9940365" y="5077425"/>
                  <a:pt x="9939356" y="5078925"/>
                </a:cubicBezTo>
                <a:cubicBezTo>
                  <a:pt x="9938483" y="5080564"/>
                  <a:pt x="9937977" y="5082407"/>
                  <a:pt x="9937839" y="5084454"/>
                </a:cubicBezTo>
                <a:cubicBezTo>
                  <a:pt x="9937700" y="5086501"/>
                  <a:pt x="9937631" y="5092482"/>
                  <a:pt x="9937631" y="5102396"/>
                </a:cubicBezTo>
                <a:cubicBezTo>
                  <a:pt x="9937631" y="5105607"/>
                  <a:pt x="9938034" y="5107505"/>
                  <a:pt x="9938840" y="5108089"/>
                </a:cubicBezTo>
                <a:cubicBezTo>
                  <a:pt x="9939646" y="5108674"/>
                  <a:pt x="9942549" y="5108966"/>
                  <a:pt x="9947550" y="5108966"/>
                </a:cubicBezTo>
                <a:cubicBezTo>
                  <a:pt x="9949711" y="5108966"/>
                  <a:pt x="9951216" y="5108575"/>
                  <a:pt x="9952066" y="5107793"/>
                </a:cubicBezTo>
                <a:cubicBezTo>
                  <a:pt x="9952915" y="5107011"/>
                  <a:pt x="9953473" y="5105428"/>
                  <a:pt x="9953737" y="5103045"/>
                </a:cubicBezTo>
                <a:cubicBezTo>
                  <a:pt x="9954204" y="5099173"/>
                  <a:pt x="9954715" y="5096442"/>
                  <a:pt x="9955269" y="5094854"/>
                </a:cubicBezTo>
                <a:cubicBezTo>
                  <a:pt x="9955823" y="5093266"/>
                  <a:pt x="9956769" y="5091936"/>
                  <a:pt x="9958108" y="5090865"/>
                </a:cubicBezTo>
                <a:cubicBezTo>
                  <a:pt x="9960043" y="5089207"/>
                  <a:pt x="9962142" y="5088378"/>
                  <a:pt x="9964405" y="5088378"/>
                </a:cubicBezTo>
                <a:cubicBezTo>
                  <a:pt x="9967718" y="5088378"/>
                  <a:pt x="9970209" y="5089622"/>
                  <a:pt x="9971879" y="5092112"/>
                </a:cubicBezTo>
                <a:cubicBezTo>
                  <a:pt x="9973980" y="5094768"/>
                  <a:pt x="9975517" y="5098561"/>
                  <a:pt x="9976489" y="5103489"/>
                </a:cubicBezTo>
                <a:cubicBezTo>
                  <a:pt x="9977461" y="5108417"/>
                  <a:pt x="9977947" y="5113447"/>
                  <a:pt x="9977947" y="5118580"/>
                </a:cubicBezTo>
                <a:cubicBezTo>
                  <a:pt x="9977947" y="5128928"/>
                  <a:pt x="9975877" y="5137846"/>
                  <a:pt x="9971737" y="5145335"/>
                </a:cubicBezTo>
                <a:cubicBezTo>
                  <a:pt x="9970526" y="5148846"/>
                  <a:pt x="9967730" y="5150602"/>
                  <a:pt x="9963352" y="5150602"/>
                </a:cubicBezTo>
                <a:cubicBezTo>
                  <a:pt x="9960500" y="5150602"/>
                  <a:pt x="9958515" y="5149848"/>
                  <a:pt x="9957396" y="5148342"/>
                </a:cubicBezTo>
                <a:cubicBezTo>
                  <a:pt x="9956277" y="5146836"/>
                  <a:pt x="9955473" y="5144157"/>
                  <a:pt x="9954981" y="5140305"/>
                </a:cubicBezTo>
                <a:cubicBezTo>
                  <a:pt x="9954172" y="5134210"/>
                  <a:pt x="9950610" y="5131163"/>
                  <a:pt x="9944294" y="5131163"/>
                </a:cubicBezTo>
                <a:cubicBezTo>
                  <a:pt x="9942232" y="5131163"/>
                  <a:pt x="9940813" y="5131831"/>
                  <a:pt x="9940039" y="5133169"/>
                </a:cubicBezTo>
                <a:cubicBezTo>
                  <a:pt x="9939264" y="5134507"/>
                  <a:pt x="9938877" y="5137465"/>
                  <a:pt x="9938877" y="5142042"/>
                </a:cubicBezTo>
                <a:cubicBezTo>
                  <a:pt x="9938877" y="5145186"/>
                  <a:pt x="9939075" y="5149039"/>
                  <a:pt x="9939474" y="5153603"/>
                </a:cubicBezTo>
                <a:cubicBezTo>
                  <a:pt x="9939872" y="5158167"/>
                  <a:pt x="9940247" y="5161051"/>
                  <a:pt x="9940598" y="5162255"/>
                </a:cubicBezTo>
                <a:cubicBezTo>
                  <a:pt x="9940986" y="5163706"/>
                  <a:pt x="9942261" y="5164732"/>
                  <a:pt x="9944424" y="5165331"/>
                </a:cubicBezTo>
                <a:cubicBezTo>
                  <a:pt x="9946588" y="5165930"/>
                  <a:pt x="9950694" y="5166230"/>
                  <a:pt x="9956743" y="5166230"/>
                </a:cubicBezTo>
                <a:cubicBezTo>
                  <a:pt x="9966010" y="5166230"/>
                  <a:pt x="9972900" y="5165087"/>
                  <a:pt x="9977414" y="5162801"/>
                </a:cubicBezTo>
                <a:cubicBezTo>
                  <a:pt x="9981929" y="5160515"/>
                  <a:pt x="9985620" y="5156353"/>
                  <a:pt x="9988489" y="5150315"/>
                </a:cubicBezTo>
                <a:cubicBezTo>
                  <a:pt x="9990391" y="5146374"/>
                  <a:pt x="9992206" y="5143637"/>
                  <a:pt x="9993932" y="5142102"/>
                </a:cubicBezTo>
                <a:cubicBezTo>
                  <a:pt x="9995659" y="5140567"/>
                  <a:pt x="9997914" y="5139800"/>
                  <a:pt x="10000698" y="5139800"/>
                </a:cubicBezTo>
                <a:cubicBezTo>
                  <a:pt x="10004070" y="5139800"/>
                  <a:pt x="10006803" y="5141190"/>
                  <a:pt x="10008897" y="5143969"/>
                </a:cubicBezTo>
                <a:cubicBezTo>
                  <a:pt x="10010991" y="5146748"/>
                  <a:pt x="10012038" y="5150095"/>
                  <a:pt x="10012038" y="5154011"/>
                </a:cubicBezTo>
                <a:cubicBezTo>
                  <a:pt x="10012038" y="5158020"/>
                  <a:pt x="10011017" y="5162988"/>
                  <a:pt x="10008976" y="5168913"/>
                </a:cubicBezTo>
                <a:cubicBezTo>
                  <a:pt x="10006935" y="5174838"/>
                  <a:pt x="10004493" y="5180014"/>
                  <a:pt x="10001648" y="5184439"/>
                </a:cubicBezTo>
                <a:cubicBezTo>
                  <a:pt x="9999912" y="5187005"/>
                  <a:pt x="9998430" y="5188758"/>
                  <a:pt x="9997204" y="5189699"/>
                </a:cubicBezTo>
                <a:cubicBezTo>
                  <a:pt x="9995978" y="5190639"/>
                  <a:pt x="9994398" y="5191110"/>
                  <a:pt x="9992463" y="5191110"/>
                </a:cubicBezTo>
                <a:cubicBezTo>
                  <a:pt x="9991025" y="5191110"/>
                  <a:pt x="9989565" y="5190918"/>
                  <a:pt x="9988085" y="5190534"/>
                </a:cubicBezTo>
                <a:cubicBezTo>
                  <a:pt x="9983256" y="5189765"/>
                  <a:pt x="9977483" y="5189286"/>
                  <a:pt x="9970765" y="5189098"/>
                </a:cubicBezTo>
                <a:lnTo>
                  <a:pt x="9889615" y="5189098"/>
                </a:lnTo>
                <a:cubicBezTo>
                  <a:pt x="9885879" y="5189098"/>
                  <a:pt x="9882911" y="5188215"/>
                  <a:pt x="9880713" y="5186447"/>
                </a:cubicBezTo>
                <a:cubicBezTo>
                  <a:pt x="9878515" y="5184680"/>
                  <a:pt x="9877416" y="5182167"/>
                  <a:pt x="9877416" y="5178909"/>
                </a:cubicBezTo>
                <a:cubicBezTo>
                  <a:pt x="9877416" y="5176536"/>
                  <a:pt x="9877923" y="5174800"/>
                  <a:pt x="9878938" y="5173700"/>
                </a:cubicBezTo>
                <a:cubicBezTo>
                  <a:pt x="9879953" y="5172600"/>
                  <a:pt x="9881827" y="5171415"/>
                  <a:pt x="9884561" y="5170143"/>
                </a:cubicBezTo>
                <a:cubicBezTo>
                  <a:pt x="9886467" y="5169318"/>
                  <a:pt x="9887783" y="5168429"/>
                  <a:pt x="9888509" y="5167478"/>
                </a:cubicBezTo>
                <a:cubicBezTo>
                  <a:pt x="9889234" y="5166526"/>
                  <a:pt x="9889823" y="5165001"/>
                  <a:pt x="9890277" y="5162903"/>
                </a:cubicBezTo>
                <a:cubicBezTo>
                  <a:pt x="9892364" y="5153356"/>
                  <a:pt x="9893407" y="5140497"/>
                  <a:pt x="9893407" y="5124326"/>
                </a:cubicBezTo>
                <a:cubicBezTo>
                  <a:pt x="9893407" y="5099996"/>
                  <a:pt x="9892042" y="5084959"/>
                  <a:pt x="9889313" y="5079214"/>
                </a:cubicBezTo>
                <a:cubicBezTo>
                  <a:pt x="9888620" y="5077827"/>
                  <a:pt x="9888001" y="5076952"/>
                  <a:pt x="9887455" y="5076588"/>
                </a:cubicBezTo>
                <a:cubicBezTo>
                  <a:pt x="9886909" y="5076224"/>
                  <a:pt x="9885157" y="5075614"/>
                  <a:pt x="9882198" y="5074756"/>
                </a:cubicBezTo>
                <a:cubicBezTo>
                  <a:pt x="9878371" y="5073615"/>
                  <a:pt x="9876457" y="5070667"/>
                  <a:pt x="9876457" y="5065911"/>
                </a:cubicBezTo>
                <a:cubicBezTo>
                  <a:pt x="9876457" y="5063443"/>
                  <a:pt x="9877197" y="5061235"/>
                  <a:pt x="9878677" y="5059288"/>
                </a:cubicBezTo>
                <a:cubicBezTo>
                  <a:pt x="9880156" y="5057342"/>
                  <a:pt x="9882397" y="5056025"/>
                  <a:pt x="9885397" y="5055340"/>
                </a:cubicBezTo>
                <a:cubicBezTo>
                  <a:pt x="9887506" y="5054765"/>
                  <a:pt x="9892199" y="5054478"/>
                  <a:pt x="9899478" y="5054478"/>
                </a:cubicBezTo>
                <a:lnTo>
                  <a:pt x="9948700" y="5054478"/>
                </a:lnTo>
                <a:cubicBezTo>
                  <a:pt x="9958760" y="5054478"/>
                  <a:pt x="9965971" y="5054279"/>
                  <a:pt x="9970332" y="5053883"/>
                </a:cubicBezTo>
                <a:cubicBezTo>
                  <a:pt x="9974692" y="5053487"/>
                  <a:pt x="9979008" y="5052662"/>
                  <a:pt x="9983279" y="5051409"/>
                </a:cubicBezTo>
                <a:cubicBezTo>
                  <a:pt x="9984842" y="5050965"/>
                  <a:pt x="9986084" y="5050743"/>
                  <a:pt x="9987004" y="5050743"/>
                </a:cubicBezTo>
                <a:close/>
                <a:moveTo>
                  <a:pt x="0" y="0"/>
                </a:moveTo>
                <a:lnTo>
                  <a:pt x="12192000" y="0"/>
                </a:lnTo>
                <a:lnTo>
                  <a:pt x="12192000" y="4456670"/>
                </a:lnTo>
                <a:lnTo>
                  <a:pt x="0" y="4456670"/>
                </a:lnTo>
                <a:close/>
              </a:path>
            </a:pathLst>
          </a:custGeom>
        </p:spPr>
      </p:pic>
      <p:sp>
        <p:nvSpPr>
          <p:cNvPr id="3" name="TextBox 2"/>
          <p:cNvSpPr txBox="1"/>
          <p:nvPr/>
        </p:nvSpPr>
        <p:spPr>
          <a:xfrm>
            <a:off x="486032" y="1524000"/>
            <a:ext cx="5346357" cy="1569660"/>
          </a:xfrm>
          <a:prstGeom prst="rect">
            <a:avLst/>
          </a:prstGeom>
          <a:noFill/>
        </p:spPr>
        <p:txBody>
          <a:bodyPr wrap="square" rtlCol="0">
            <a:spAutoFit/>
          </a:bodyPr>
          <a:lstStyle/>
          <a:p>
            <a:pPr algn="ctr"/>
            <a:r>
              <a:rPr lang="en-US" sz="4800" b="1" i="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What Is Oxford Sofas?</a:t>
            </a:r>
          </a:p>
        </p:txBody>
      </p:sp>
    </p:spTree>
    <p:extLst>
      <p:ext uri="{BB962C8B-B14F-4D97-AF65-F5344CB8AC3E}">
        <p14:creationId xmlns:p14="http://schemas.microsoft.com/office/powerpoint/2010/main" val="3680018756"/>
      </p:ext>
    </p:extLst>
  </p:cSld>
  <p:clrMapOvr>
    <a:masterClrMapping/>
  </p:clrMapOvr>
  <mc:AlternateContent xmlns:mc="http://schemas.openxmlformats.org/markup-compatibility/2006">
    <mc:Choice xmlns:p14="http://schemas.microsoft.com/office/powerpoint/2010/main" Requires="p14">
      <p:transition spd="slow" p14:dur="2000" advTm="2000">
        <p14:prism isContent="1"/>
        <p:sndAc>
          <p:stSnd>
            <p:snd r:embed="rId2" name="suction.wav"/>
          </p:stSnd>
        </p:sndAc>
      </p:transition>
    </mc:Choice>
    <mc:Fallback>
      <p:transition spd="slow" advTm="2000">
        <p:fade/>
        <p:sndAc>
          <p:stSnd>
            <p:snd r:embed="rId2" name="suction.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842261B7-FAAD-47CA-A9BE-38E09E2CC5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extBox 3"/>
          <p:cNvSpPr txBox="1"/>
          <p:nvPr/>
        </p:nvSpPr>
        <p:spPr>
          <a:xfrm>
            <a:off x="6420464" y="365760"/>
            <a:ext cx="4534047" cy="132556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spc="-50" dirty="0">
                <a:ln w="12700">
                  <a:solidFill>
                    <a:schemeClr val="accent1"/>
                  </a:solidFill>
                  <a:prstDash val="solid"/>
                </a:ln>
                <a:effectLst>
                  <a:outerShdw dist="38100" dir="2640000" algn="bl" rotWithShape="0">
                    <a:schemeClr val="accent1"/>
                  </a:outerShdw>
                </a:effectLst>
                <a:latin typeface="+mj-lt"/>
                <a:ea typeface="+mj-ea"/>
                <a:cs typeface="+mj-cs"/>
              </a:rPr>
              <a:t>We Sell Four Different Brands Sofas</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5245" r="5884"/>
          <a:stretch>
            <a:fillRect/>
          </a:stretch>
        </p:blipFill>
        <p:spPr>
          <a:xfrm>
            <a:off x="20" y="10"/>
            <a:ext cx="6094799" cy="6857990"/>
          </a:xfrm>
          <a:prstGeom prst="rect">
            <a:avLst/>
          </a:prstGeom>
        </p:spPr>
      </p:pic>
      <p:sp>
        <p:nvSpPr>
          <p:cNvPr id="5" name="TextBox 4"/>
          <p:cNvSpPr txBox="1"/>
          <p:nvPr/>
        </p:nvSpPr>
        <p:spPr>
          <a:xfrm>
            <a:off x="6420463" y="1828800"/>
            <a:ext cx="4572002" cy="4351337"/>
          </a:xfrm>
          <a:prstGeom prst="rect">
            <a:avLst/>
          </a:prstGeom>
        </p:spPr>
        <p:txBody>
          <a:bodyPr vert="horz" lIns="91440" tIns="45720" rIns="91440" bIns="45720" rtlCol="0" anchor="b">
            <a:normAutofit/>
          </a:bodyPr>
          <a:lstStyle/>
          <a:p>
            <a:pPr marL="285750" indent="-182880">
              <a:spcAft>
                <a:spcPts val="600"/>
              </a:spcAft>
              <a:buClr>
                <a:schemeClr val="accent1"/>
              </a:buClr>
              <a:buFont typeface="Arial" panose="020B0604020202020204" pitchFamily="34" charset="0"/>
              <a:buChar char="•"/>
            </a:pPr>
            <a:r>
              <a:rPr lang="en-US" sz="2800" b="1" dirty="0">
                <a:ln w="0"/>
                <a:effectLst>
                  <a:reflection blurRad="6350" stA="53000" endA="300" endPos="35500" dir="5400000" sy="-90000" algn="bl" rotWithShape="0"/>
                </a:effectLst>
              </a:rPr>
              <a:t>Poltrona Frau</a:t>
            </a:r>
          </a:p>
          <a:p>
            <a:pPr marL="342900" indent="-182880">
              <a:spcAft>
                <a:spcPts val="600"/>
              </a:spcAft>
              <a:buClr>
                <a:schemeClr val="accent1"/>
              </a:buClr>
              <a:buFont typeface="Arial" panose="020B0604020202020204" pitchFamily="34" charset="0"/>
              <a:buChar char="•"/>
            </a:pPr>
            <a:r>
              <a:rPr lang="en-US" sz="2800" b="1" dirty="0" smtClean="0"/>
              <a:t>Ligne </a:t>
            </a:r>
            <a:r>
              <a:rPr lang="en-US" sz="2800" b="1" dirty="0"/>
              <a:t>Roset</a:t>
            </a:r>
          </a:p>
          <a:p>
            <a:pPr marL="342900" indent="-182880">
              <a:spcAft>
                <a:spcPts val="600"/>
              </a:spcAft>
              <a:buClr>
                <a:schemeClr val="accent1"/>
              </a:buClr>
              <a:buFont typeface="Arial" panose="020B0604020202020204" pitchFamily="34" charset="0"/>
              <a:buChar char="•"/>
            </a:pPr>
            <a:r>
              <a:rPr lang="en-US" sz="2800" b="1" dirty="0">
                <a:ln w="0"/>
                <a:effectLst>
                  <a:reflection blurRad="6350" stA="53000" endA="300" endPos="35500" dir="5400000" sy="-90000" algn="bl" rotWithShape="0"/>
                </a:effectLst>
              </a:rPr>
              <a:t>Flexform</a:t>
            </a:r>
          </a:p>
          <a:p>
            <a:pPr marL="285750" indent="-182880">
              <a:spcAft>
                <a:spcPts val="600"/>
              </a:spcAft>
              <a:buClr>
                <a:schemeClr val="accent1"/>
              </a:buClr>
              <a:buFont typeface="Arial" panose="020B0604020202020204" pitchFamily="34" charset="0"/>
              <a:buChar char="•"/>
            </a:pPr>
            <a:r>
              <a:rPr lang="en-US" sz="2800" b="1" dirty="0"/>
              <a:t>Natuzzi Italia</a:t>
            </a:r>
          </a:p>
          <a:p>
            <a:pPr indent="-182880">
              <a:spcAft>
                <a:spcPts val="600"/>
              </a:spcAft>
              <a:buClr>
                <a:schemeClr val="accent1"/>
              </a:buClr>
            </a:pPr>
            <a:r>
              <a:rPr lang="en-US" dirty="0"/>
              <a:t/>
            </a:r>
            <a:br>
              <a:rPr lang="en-US" dirty="0"/>
            </a:br>
            <a:endParaRPr lang="en-US" dirty="0"/>
          </a:p>
          <a:p>
            <a:pPr indent="-182880">
              <a:spcAft>
                <a:spcPts val="600"/>
              </a:spcAft>
              <a:buClr>
                <a:schemeClr val="accent1"/>
              </a:buClr>
            </a:pPr>
            <a:r>
              <a:rPr lang="en-US" dirty="0"/>
              <a:t/>
            </a:r>
            <a:br>
              <a:rPr lang="en-US" dirty="0"/>
            </a:br>
            <a:endParaRPr lang="en-US" dirty="0"/>
          </a:p>
        </p:txBody>
      </p:sp>
      <p:sp>
        <p:nvSpPr>
          <p:cNvPr id="8" name="Rectangle 7">
            <a:extLst>
              <a:ext uri="{FF2B5EF4-FFF2-40B4-BE49-F238E27FC236}">
                <a16:creationId xmlns:a16="http://schemas.microsoft.com/office/drawing/2014/main" xmlns="" id="{7065E5E2-B1F7-42E2-9E80-43145C7C28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292840" y="0"/>
            <a:ext cx="914400" cy="6858000"/>
          </a:xfrm>
          <a:prstGeom prst="rect">
            <a:avLst/>
          </a:prstGeom>
          <a:solidFill>
            <a:srgbClr val="30303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44375620"/>
      </p:ext>
    </p:extLst>
  </p:cSld>
  <p:clrMapOvr>
    <a:masterClrMapping/>
  </p:clrMapOvr>
  <mc:AlternateContent xmlns:mc="http://schemas.openxmlformats.org/markup-compatibility/2006">
    <mc:Choice xmlns:p14="http://schemas.microsoft.com/office/powerpoint/2010/main" Requires="p14">
      <p:transition spd="slow" p14:dur="1300" advTm="2000">
        <p14:pan dir="u"/>
        <p:sndAc>
          <p:stSnd>
            <p:snd r:embed="rId2" name="wind.wav"/>
          </p:stSnd>
        </p:sndAc>
      </p:transition>
    </mc:Choice>
    <mc:Fallback>
      <p:transition spd="slow" advTm="2000">
        <p:fade/>
        <p:sndAc>
          <p:stSnd>
            <p:snd r:embed="rId2" name="wind.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grpSp>
        <p:nvGrpSpPr>
          <p:cNvPr id="29" name="Group 28"/>
          <p:cNvGrpSpPr/>
          <p:nvPr/>
        </p:nvGrpSpPr>
        <p:grpSpPr>
          <a:xfrm>
            <a:off x="64588" y="0"/>
            <a:ext cx="3369276" cy="6858000"/>
            <a:chOff x="9144000" y="0"/>
            <a:chExt cx="3369276" cy="6858000"/>
          </a:xfrm>
        </p:grpSpPr>
        <p:sp>
          <p:nvSpPr>
            <p:cNvPr id="46" name="Freeform 45"/>
            <p:cNvSpPr/>
            <p:nvPr/>
          </p:nvSpPr>
          <p:spPr>
            <a:xfrm>
              <a:off x="9144000" y="0"/>
              <a:ext cx="3369276" cy="6858000"/>
            </a:xfrm>
            <a:custGeom>
              <a:avLst/>
              <a:gdLst>
                <a:gd name="connsiteX0" fmla="*/ 0 w 3369276"/>
                <a:gd name="connsiteY0" fmla="*/ 0 h 6858000"/>
                <a:gd name="connsiteX1" fmla="*/ 3048000 w 3369276"/>
                <a:gd name="connsiteY1" fmla="*/ 0 h 6858000"/>
                <a:gd name="connsiteX2" fmla="*/ 3048000 w 3369276"/>
                <a:gd name="connsiteY2" fmla="*/ 840259 h 6858000"/>
                <a:gd name="connsiteX3" fmla="*/ 3369276 w 3369276"/>
                <a:gd name="connsiteY3" fmla="*/ 1132704 h 6858000"/>
                <a:gd name="connsiteX4" fmla="*/ 3048000 w 3369276"/>
                <a:gd name="connsiteY4" fmla="*/ 1425149 h 6858000"/>
                <a:gd name="connsiteX5" fmla="*/ 3048000 w 3369276"/>
                <a:gd name="connsiteY5" fmla="*/ 6858000 h 6858000"/>
                <a:gd name="connsiteX6" fmla="*/ 0 w 336927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9276" h="6858000">
                  <a:moveTo>
                    <a:pt x="0" y="0"/>
                  </a:moveTo>
                  <a:lnTo>
                    <a:pt x="3048000" y="0"/>
                  </a:lnTo>
                  <a:lnTo>
                    <a:pt x="3048000" y="840259"/>
                  </a:lnTo>
                  <a:lnTo>
                    <a:pt x="3369276" y="1132704"/>
                  </a:lnTo>
                  <a:lnTo>
                    <a:pt x="3048000" y="1425149"/>
                  </a:lnTo>
                  <a:lnTo>
                    <a:pt x="3048000" y="6858000"/>
                  </a:lnTo>
                  <a:lnTo>
                    <a:pt x="0" y="6858000"/>
                  </a:lnTo>
                  <a:close/>
                </a:path>
              </a:pathLst>
            </a:custGeom>
            <a:solidFill>
              <a:schemeClr val="tx1">
                <a:lumMod val="85000"/>
                <a:lumOff val="15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9508524" y="533192"/>
              <a:ext cx="2549610" cy="1200329"/>
            </a:xfrm>
            <a:prstGeom prst="rect">
              <a:avLst/>
            </a:prstGeom>
            <a:solidFill>
              <a:schemeClr val="tx1">
                <a:lumMod val="85000"/>
                <a:lumOff val="15000"/>
              </a:schemeClr>
            </a:solidFill>
          </p:spPr>
          <p:txBody>
            <a:bodyPr wrap="square" rtlCol="0">
              <a:spAutoFit/>
            </a:bodyPr>
            <a:lstStyle/>
            <a:p>
              <a:pPr algn="ctr"/>
              <a:r>
                <a:rPr lang="en-US" sz="3600" dirty="0">
                  <a:solidFill>
                    <a:schemeClr val="bg1"/>
                  </a:solidFill>
                  <a:latin typeface="Cooper Black" panose="0208090404030B020404" pitchFamily="18" charset="0"/>
                </a:rPr>
                <a:t>Natuzzi Italia</a:t>
              </a:r>
            </a:p>
          </p:txBody>
        </p:sp>
        <p:sp>
          <p:nvSpPr>
            <p:cNvPr id="19" name="TextBox 18"/>
            <p:cNvSpPr txBox="1"/>
            <p:nvPr/>
          </p:nvSpPr>
          <p:spPr>
            <a:xfrm>
              <a:off x="9331410" y="2318296"/>
              <a:ext cx="2726724" cy="3493264"/>
            </a:xfrm>
            <a:prstGeom prst="rect">
              <a:avLst/>
            </a:prstGeom>
            <a:solidFill>
              <a:schemeClr val="tx1">
                <a:lumMod val="85000"/>
                <a:lumOff val="15000"/>
              </a:schemeClr>
            </a:solidFill>
          </p:spPr>
          <p:txBody>
            <a:bodyPr wrap="square" rtlCol="0" anchor="b">
              <a:spAutoFit/>
            </a:bodyPr>
            <a:lstStyle/>
            <a:p>
              <a:pPr algn="ctr"/>
              <a:r>
                <a:rPr lang="en-US" sz="1700" b="1" dirty="0"/>
                <a:t>Natuzzi Italia is renowned for luxury Italian leather sofas, timeless modern design, and superior craftsmanship, using premium materials and innovative comfort technologies. The brand emphasizes elegant, customizable furniture with Mediterranean-inspired aesthetics, all handcrafted in Italy.</a:t>
              </a:r>
              <a:endParaRPr lang="en-US" sz="1700" b="1" dirty="0">
                <a:ea typeface="Microsoft Yi Baiti" panose="03000500000000000000" pitchFamily="66" charset="0"/>
              </a:endParaRPr>
            </a:p>
          </p:txBody>
        </p:sp>
      </p:grpSp>
      <p:grpSp>
        <p:nvGrpSpPr>
          <p:cNvPr id="28" name="Group 27"/>
          <p:cNvGrpSpPr/>
          <p:nvPr/>
        </p:nvGrpSpPr>
        <p:grpSpPr>
          <a:xfrm>
            <a:off x="-171932" y="0"/>
            <a:ext cx="3369276" cy="6858000"/>
            <a:chOff x="6096000" y="0"/>
            <a:chExt cx="3369276" cy="6858000"/>
          </a:xfrm>
        </p:grpSpPr>
        <p:sp>
          <p:nvSpPr>
            <p:cNvPr id="45" name="Freeform 44"/>
            <p:cNvSpPr/>
            <p:nvPr/>
          </p:nvSpPr>
          <p:spPr>
            <a:xfrm>
              <a:off x="6096000" y="0"/>
              <a:ext cx="3369276" cy="6858000"/>
            </a:xfrm>
            <a:custGeom>
              <a:avLst/>
              <a:gdLst>
                <a:gd name="connsiteX0" fmla="*/ 0 w 3369276"/>
                <a:gd name="connsiteY0" fmla="*/ 0 h 6858000"/>
                <a:gd name="connsiteX1" fmla="*/ 3048000 w 3369276"/>
                <a:gd name="connsiteY1" fmla="*/ 0 h 6858000"/>
                <a:gd name="connsiteX2" fmla="*/ 3048000 w 3369276"/>
                <a:gd name="connsiteY2" fmla="*/ 840259 h 6858000"/>
                <a:gd name="connsiteX3" fmla="*/ 3369276 w 3369276"/>
                <a:gd name="connsiteY3" fmla="*/ 1132704 h 6858000"/>
                <a:gd name="connsiteX4" fmla="*/ 3048000 w 3369276"/>
                <a:gd name="connsiteY4" fmla="*/ 1425149 h 6858000"/>
                <a:gd name="connsiteX5" fmla="*/ 3048000 w 3369276"/>
                <a:gd name="connsiteY5" fmla="*/ 6858000 h 6858000"/>
                <a:gd name="connsiteX6" fmla="*/ 0 w 336927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9276" h="6858000">
                  <a:moveTo>
                    <a:pt x="0" y="0"/>
                  </a:moveTo>
                  <a:lnTo>
                    <a:pt x="3048000" y="0"/>
                  </a:lnTo>
                  <a:lnTo>
                    <a:pt x="3048000" y="840259"/>
                  </a:lnTo>
                  <a:lnTo>
                    <a:pt x="3369276" y="1132704"/>
                  </a:lnTo>
                  <a:lnTo>
                    <a:pt x="3048000" y="1425149"/>
                  </a:lnTo>
                  <a:lnTo>
                    <a:pt x="3048000" y="6858000"/>
                  </a:lnTo>
                  <a:lnTo>
                    <a:pt x="0" y="6858000"/>
                  </a:lnTo>
                  <a:close/>
                </a:path>
              </a:pathLst>
            </a:custGeom>
            <a:solidFill>
              <a:schemeClr val="tx1">
                <a:lumMod val="75000"/>
                <a:lumOff val="25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460524" y="533192"/>
              <a:ext cx="2549610" cy="923330"/>
            </a:xfrm>
            <a:prstGeom prst="rect">
              <a:avLst/>
            </a:prstGeom>
            <a:solidFill>
              <a:schemeClr val="tx1">
                <a:lumMod val="75000"/>
                <a:lumOff val="25000"/>
              </a:schemeClr>
            </a:solidFill>
          </p:spPr>
          <p:txBody>
            <a:bodyPr wrap="square" rtlCol="0">
              <a:spAutoFit/>
            </a:bodyPr>
            <a:lstStyle/>
            <a:p>
              <a:pPr algn="ctr"/>
              <a:r>
                <a:rPr lang="en-US" sz="3600" b="1" dirty="0">
                  <a:solidFill>
                    <a:schemeClr val="bg1"/>
                  </a:solidFill>
                  <a:latin typeface="Cooper Black" panose="0208090404030B020404" pitchFamily="18" charset="0"/>
                </a:rPr>
                <a:t>Flexform</a:t>
              </a:r>
            </a:p>
            <a:p>
              <a:pPr algn="ctr"/>
              <a:endParaRPr lang="en-US" dirty="0">
                <a:latin typeface="Montserrat"/>
              </a:endParaRPr>
            </a:p>
          </p:txBody>
        </p:sp>
        <p:sp>
          <p:nvSpPr>
            <p:cNvPr id="18" name="TextBox 17"/>
            <p:cNvSpPr txBox="1"/>
            <p:nvPr/>
          </p:nvSpPr>
          <p:spPr>
            <a:xfrm>
              <a:off x="6219567" y="2318296"/>
              <a:ext cx="2809103" cy="3493264"/>
            </a:xfrm>
            <a:prstGeom prst="rect">
              <a:avLst/>
            </a:prstGeom>
            <a:solidFill>
              <a:schemeClr val="tx1">
                <a:lumMod val="75000"/>
                <a:lumOff val="25000"/>
              </a:schemeClr>
            </a:solidFill>
          </p:spPr>
          <p:txBody>
            <a:bodyPr wrap="square" rtlCol="0" anchor="b">
              <a:spAutoFit/>
            </a:bodyPr>
            <a:lstStyle/>
            <a:p>
              <a:pPr algn="ctr"/>
              <a:r>
                <a:rPr lang="en-US" sz="1700" b="1" dirty="0"/>
                <a:t>Flexform is famous for its high-end Italian-made modern furniture, particularly luxurious, comfortable sofas like the iconic Groundpiece</a:t>
              </a:r>
              <a:r>
                <a:rPr lang="en-US" sz="1700" b="1" i="1" dirty="0"/>
                <a:t> </a:t>
              </a:r>
              <a:r>
                <a:rPr lang="en-US" sz="1700" b="1" dirty="0"/>
                <a:t>designed by Antonio Citterio, and for combining timeless design, meticulous craftsmanship, and premium materials such as fine leathers, fabrics, and sustainably sourced woods.</a:t>
              </a:r>
              <a:endParaRPr lang="en-US" sz="1700" b="1" dirty="0">
                <a:ea typeface="Microsoft Yi Baiti" panose="03000500000000000000" pitchFamily="66" charset="0"/>
              </a:endParaRPr>
            </a:p>
          </p:txBody>
        </p:sp>
      </p:grpSp>
      <p:grpSp>
        <p:nvGrpSpPr>
          <p:cNvPr id="26" name="Group 25"/>
          <p:cNvGrpSpPr/>
          <p:nvPr/>
        </p:nvGrpSpPr>
        <p:grpSpPr>
          <a:xfrm>
            <a:off x="-409813" y="0"/>
            <a:ext cx="3369276" cy="6858000"/>
            <a:chOff x="3048000" y="0"/>
            <a:chExt cx="3369276" cy="6858000"/>
          </a:xfrm>
        </p:grpSpPr>
        <p:sp>
          <p:nvSpPr>
            <p:cNvPr id="44" name="Freeform 43"/>
            <p:cNvSpPr/>
            <p:nvPr/>
          </p:nvSpPr>
          <p:spPr>
            <a:xfrm>
              <a:off x="3048000" y="0"/>
              <a:ext cx="3369276" cy="6858000"/>
            </a:xfrm>
            <a:custGeom>
              <a:avLst/>
              <a:gdLst>
                <a:gd name="connsiteX0" fmla="*/ 0 w 3369276"/>
                <a:gd name="connsiteY0" fmla="*/ 0 h 6858000"/>
                <a:gd name="connsiteX1" fmla="*/ 3048000 w 3369276"/>
                <a:gd name="connsiteY1" fmla="*/ 0 h 6858000"/>
                <a:gd name="connsiteX2" fmla="*/ 3048000 w 3369276"/>
                <a:gd name="connsiteY2" fmla="*/ 840259 h 6858000"/>
                <a:gd name="connsiteX3" fmla="*/ 3369276 w 3369276"/>
                <a:gd name="connsiteY3" fmla="*/ 1132704 h 6858000"/>
                <a:gd name="connsiteX4" fmla="*/ 3048000 w 3369276"/>
                <a:gd name="connsiteY4" fmla="*/ 1425149 h 6858000"/>
                <a:gd name="connsiteX5" fmla="*/ 3048000 w 3369276"/>
                <a:gd name="connsiteY5" fmla="*/ 6858000 h 6858000"/>
                <a:gd name="connsiteX6" fmla="*/ 0 w 336927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9276" h="6858000">
                  <a:moveTo>
                    <a:pt x="0" y="0"/>
                  </a:moveTo>
                  <a:lnTo>
                    <a:pt x="3048000" y="0"/>
                  </a:lnTo>
                  <a:lnTo>
                    <a:pt x="3048000" y="840259"/>
                  </a:lnTo>
                  <a:lnTo>
                    <a:pt x="3369276" y="1132704"/>
                  </a:lnTo>
                  <a:lnTo>
                    <a:pt x="3048000" y="1425149"/>
                  </a:lnTo>
                  <a:lnTo>
                    <a:pt x="3048000" y="6858000"/>
                  </a:lnTo>
                  <a:lnTo>
                    <a:pt x="0" y="6858000"/>
                  </a:lnTo>
                  <a:close/>
                </a:path>
              </a:pathLst>
            </a:custGeom>
            <a:solidFill>
              <a:schemeClr val="tx1">
                <a:lumMod val="65000"/>
                <a:lumOff val="35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367215" y="533192"/>
              <a:ext cx="2364260" cy="1477328"/>
            </a:xfrm>
            <a:prstGeom prst="rect">
              <a:avLst/>
            </a:prstGeom>
            <a:solidFill>
              <a:schemeClr val="tx1">
                <a:lumMod val="65000"/>
                <a:lumOff val="35000"/>
              </a:schemeClr>
            </a:solidFill>
          </p:spPr>
          <p:txBody>
            <a:bodyPr wrap="square" rtlCol="0">
              <a:spAutoFit/>
            </a:bodyPr>
            <a:lstStyle/>
            <a:p>
              <a:pPr algn="ctr"/>
              <a:r>
                <a:rPr lang="en-US" sz="3600" b="1" dirty="0">
                  <a:solidFill>
                    <a:schemeClr val="bg1"/>
                  </a:solidFill>
                  <a:latin typeface="Cooper Black" panose="0208090404030B020404" pitchFamily="18" charset="0"/>
                </a:rPr>
                <a:t>Ligne Roset</a:t>
              </a:r>
            </a:p>
            <a:p>
              <a:pPr algn="ctr"/>
              <a:endParaRPr lang="en-US" dirty="0">
                <a:latin typeface="Montserrat"/>
              </a:endParaRPr>
            </a:p>
          </p:txBody>
        </p:sp>
        <p:sp>
          <p:nvSpPr>
            <p:cNvPr id="17" name="TextBox 16"/>
            <p:cNvSpPr txBox="1"/>
            <p:nvPr/>
          </p:nvSpPr>
          <p:spPr>
            <a:xfrm>
              <a:off x="3105665" y="2318296"/>
              <a:ext cx="2916194" cy="3493264"/>
            </a:xfrm>
            <a:prstGeom prst="rect">
              <a:avLst/>
            </a:prstGeom>
            <a:solidFill>
              <a:schemeClr val="tx1">
                <a:lumMod val="65000"/>
                <a:lumOff val="35000"/>
              </a:schemeClr>
            </a:solidFill>
          </p:spPr>
          <p:txBody>
            <a:bodyPr wrap="square" rtlCol="0" anchor="b">
              <a:spAutoFit/>
            </a:bodyPr>
            <a:lstStyle/>
            <a:p>
              <a:pPr algn="ctr"/>
              <a:r>
                <a:rPr lang="en-US" sz="1700" b="1" dirty="0"/>
                <a:t>Ligne Roset is famous for its innovative contemporary furniture, especially the iconic Togo sofa . A sculptural, low-profile design by Michel Ducaroy known for its wrinkled leather look and comfort and for collaborating with leading designers to create bold, artistic pieces showcased at major design events like Milan Design Week.</a:t>
              </a:r>
              <a:endParaRPr lang="en-US" sz="1700" b="1" dirty="0">
                <a:ea typeface="Microsoft Yi Baiti" panose="03000500000000000000" pitchFamily="66" charset="0"/>
              </a:endParaRPr>
            </a:p>
          </p:txBody>
        </p:sp>
      </p:grpSp>
      <p:grpSp>
        <p:nvGrpSpPr>
          <p:cNvPr id="24" name="Group 23"/>
          <p:cNvGrpSpPr/>
          <p:nvPr/>
        </p:nvGrpSpPr>
        <p:grpSpPr>
          <a:xfrm>
            <a:off x="-628435" y="0"/>
            <a:ext cx="3369276" cy="6858000"/>
            <a:chOff x="0" y="0"/>
            <a:chExt cx="3369276" cy="6858000"/>
          </a:xfrm>
        </p:grpSpPr>
        <p:sp>
          <p:nvSpPr>
            <p:cNvPr id="41" name="Freeform 40"/>
            <p:cNvSpPr/>
            <p:nvPr/>
          </p:nvSpPr>
          <p:spPr>
            <a:xfrm rot="5400000">
              <a:off x="-1744362" y="1744362"/>
              <a:ext cx="6858000" cy="3369276"/>
            </a:xfrm>
            <a:custGeom>
              <a:avLst/>
              <a:gdLst>
                <a:gd name="connsiteX0" fmla="*/ 0 w 6858000"/>
                <a:gd name="connsiteY0" fmla="*/ 3369276 h 3369276"/>
                <a:gd name="connsiteX1" fmla="*/ 0 w 6858000"/>
                <a:gd name="connsiteY1" fmla="*/ 321276 h 3369276"/>
                <a:gd name="connsiteX2" fmla="*/ 840259 w 6858000"/>
                <a:gd name="connsiteY2" fmla="*/ 321276 h 3369276"/>
                <a:gd name="connsiteX3" fmla="*/ 1132704 w 6858000"/>
                <a:gd name="connsiteY3" fmla="*/ 0 h 3369276"/>
                <a:gd name="connsiteX4" fmla="*/ 1425149 w 6858000"/>
                <a:gd name="connsiteY4" fmla="*/ 321276 h 3369276"/>
                <a:gd name="connsiteX5" fmla="*/ 6858000 w 6858000"/>
                <a:gd name="connsiteY5" fmla="*/ 321276 h 3369276"/>
                <a:gd name="connsiteX6" fmla="*/ 6858000 w 6858000"/>
                <a:gd name="connsiteY6" fmla="*/ 3369276 h 336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3369276">
                  <a:moveTo>
                    <a:pt x="0" y="3369276"/>
                  </a:moveTo>
                  <a:lnTo>
                    <a:pt x="0" y="321276"/>
                  </a:lnTo>
                  <a:lnTo>
                    <a:pt x="840259" y="321276"/>
                  </a:lnTo>
                  <a:lnTo>
                    <a:pt x="1132704" y="0"/>
                  </a:lnTo>
                  <a:lnTo>
                    <a:pt x="1425149" y="321276"/>
                  </a:lnTo>
                  <a:lnTo>
                    <a:pt x="6858000" y="321276"/>
                  </a:lnTo>
                  <a:lnTo>
                    <a:pt x="6858000" y="3369276"/>
                  </a:lnTo>
                  <a:close/>
                </a:path>
              </a:pathLst>
            </a:custGeom>
            <a:solidFill>
              <a:schemeClr val="tx1">
                <a:lumMod val="50000"/>
                <a:lumOff val="50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3865" y="533192"/>
              <a:ext cx="2549610" cy="1477328"/>
            </a:xfrm>
            <a:prstGeom prst="rect">
              <a:avLst/>
            </a:prstGeom>
            <a:solidFill>
              <a:schemeClr val="tx1">
                <a:lumMod val="50000"/>
                <a:lumOff val="50000"/>
              </a:schemeClr>
            </a:solidFill>
          </p:spPr>
          <p:txBody>
            <a:bodyPr wrap="square" rtlCol="0">
              <a:spAutoFit/>
            </a:bodyPr>
            <a:lstStyle/>
            <a:p>
              <a:pPr algn="ctr"/>
              <a:r>
                <a:rPr lang="en-US" sz="3600" b="1" dirty="0">
                  <a:solidFill>
                    <a:schemeClr val="bg1"/>
                  </a:solidFill>
                  <a:latin typeface="Cooper Black" panose="0208090404030B020404" pitchFamily="18" charset="0"/>
                </a:rPr>
                <a:t>Poltrona Frau</a:t>
              </a:r>
            </a:p>
            <a:p>
              <a:pPr algn="ctr"/>
              <a:endParaRPr lang="en-US" dirty="0">
                <a:latin typeface="Montserrat"/>
              </a:endParaRPr>
            </a:p>
          </p:txBody>
        </p:sp>
        <p:sp>
          <p:nvSpPr>
            <p:cNvPr id="5" name="TextBox 4"/>
            <p:cNvSpPr txBox="1"/>
            <p:nvPr/>
          </p:nvSpPr>
          <p:spPr>
            <a:xfrm>
              <a:off x="172996" y="2318296"/>
              <a:ext cx="2809102" cy="3754874"/>
            </a:xfrm>
            <a:prstGeom prst="rect">
              <a:avLst/>
            </a:prstGeom>
            <a:solidFill>
              <a:schemeClr val="tx1">
                <a:lumMod val="50000"/>
                <a:lumOff val="50000"/>
              </a:schemeClr>
            </a:solidFill>
          </p:spPr>
          <p:txBody>
            <a:bodyPr wrap="square" rtlCol="0" anchor="b">
              <a:spAutoFit/>
            </a:bodyPr>
            <a:lstStyle/>
            <a:p>
              <a:pPr algn="ctr"/>
              <a:r>
                <a:rPr lang="en-US" sz="1700" b="1" dirty="0"/>
                <a:t>Poltrona Frau is renowned for luxury Italian leather furniture, handcrafted excellence, and timeless design, using premium Pelle Frau® leather and 21-step tanning. Famous for iconic pieces like the Chester armchair, it also creates bespoke interiors for luxury cars, yachts, and aviation, and public spaces like the European Parliament</a:t>
              </a:r>
              <a:endParaRPr lang="en-US" sz="1700" b="1" dirty="0">
                <a:ea typeface="Microsoft Yi Baiti" panose="03000500000000000000" pitchFamily="66" charset="0"/>
              </a:endParaRPr>
            </a:p>
          </p:txBody>
        </p:sp>
      </p:grpSp>
      <p:sp>
        <p:nvSpPr>
          <p:cNvPr id="3" name="TextBox 2"/>
          <p:cNvSpPr txBox="1"/>
          <p:nvPr/>
        </p:nvSpPr>
        <p:spPr>
          <a:xfrm>
            <a:off x="3310297" y="2459504"/>
            <a:ext cx="7365533" cy="1938992"/>
          </a:xfrm>
          <a:prstGeom prst="rect">
            <a:avLst/>
          </a:prstGeom>
          <a:noFill/>
        </p:spPr>
        <p:txBody>
          <a:bodyPr wrap="square" lIns="91440" tIns="45720" rIns="91440" bIns="45720" rtlCol="0" anchor="ctr">
            <a:spAutoFit/>
          </a:bodyPr>
          <a:lstStyle/>
          <a:p>
            <a:pPr algn="ctr"/>
            <a:r>
              <a:rPr lang="en-US" sz="6000" dirty="0">
                <a:ln w="13462">
                  <a:solidFill>
                    <a:schemeClr val="bg1"/>
                  </a:solidFill>
                  <a:prstDash val="solid"/>
                </a:ln>
                <a:solidFill>
                  <a:schemeClr val="tx2">
                    <a:lumMod val="50000"/>
                  </a:schemeClr>
                </a:solidFill>
                <a:effectLst>
                  <a:outerShdw dist="38100" dir="2700000" algn="bl" rotWithShape="0">
                    <a:schemeClr val="accent5"/>
                  </a:outerShdw>
                </a:effectLst>
                <a:latin typeface="Cooper Black"/>
              </a:rPr>
              <a:t>Introducing Our  Sofa Brands</a:t>
            </a:r>
            <a:endParaRPr lang="en-US" sz="6000" dirty="0">
              <a:ln w="13462">
                <a:solidFill>
                  <a:prstClr val="white"/>
                </a:solidFill>
                <a:prstDash val="solid"/>
              </a:ln>
              <a:solidFill>
                <a:schemeClr val="tx2">
                  <a:lumMod val="50000"/>
                </a:schemeClr>
              </a:solidFill>
              <a:effectLst>
                <a:outerShdw dist="38100" dir="2700000" algn="bl" rotWithShape="0">
                  <a:srgbClr val="4472C4"/>
                </a:outerShdw>
              </a:effectLst>
              <a:latin typeface="Cooper Black"/>
            </a:endParaRPr>
          </a:p>
        </p:txBody>
      </p:sp>
    </p:spTree>
    <p:extLst>
      <p:ext uri="{BB962C8B-B14F-4D97-AF65-F5344CB8AC3E}">
        <p14:creationId xmlns:p14="http://schemas.microsoft.com/office/powerpoint/2010/main" val="206896722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2000">
        <p15:prstTrans prst="peelOff" invX="1"/>
        <p:sndAc>
          <p:stSnd>
            <p:snd r:embed="rId2" name="wind.wav"/>
          </p:stSnd>
        </p:sndAc>
      </p:transition>
    </mc:Choice>
    <mc:Fallback>
      <p:transition spd="slow" advTm="2000">
        <p:fade/>
        <p:sndAc>
          <p:stSnd>
            <p:snd r:embed="rId2" name="wind.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45000"/>
                <a:lumOff val="55000"/>
              </a:schemeClr>
            </a:gs>
            <a:gs pos="95000">
              <a:srgbClr val="14314C"/>
            </a:gs>
          </a:gsLst>
          <a:path path="circle">
            <a:fillToRect l="100000" t="100000"/>
          </a:path>
        </a:gradFill>
        <a:effectLst/>
      </p:bgPr>
    </p:bg>
    <p:spTree>
      <p:nvGrpSpPr>
        <p:cNvPr id="1" name=""/>
        <p:cNvGrpSpPr/>
        <p:nvPr/>
      </p:nvGrpSpPr>
      <p:grpSpPr>
        <a:xfrm>
          <a:off x="0" y="0"/>
          <a:ext cx="0" cy="0"/>
          <a:chOff x="0" y="0"/>
          <a:chExt cx="0" cy="0"/>
        </a:xfrm>
      </p:grpSpPr>
      <p:grpSp>
        <p:nvGrpSpPr>
          <p:cNvPr id="29" name="Group 28"/>
          <p:cNvGrpSpPr/>
          <p:nvPr/>
        </p:nvGrpSpPr>
        <p:grpSpPr>
          <a:xfrm>
            <a:off x="9144000" y="0"/>
            <a:ext cx="3369276" cy="6858000"/>
            <a:chOff x="9144000" y="0"/>
            <a:chExt cx="3369276" cy="6858000"/>
          </a:xfrm>
        </p:grpSpPr>
        <p:sp>
          <p:nvSpPr>
            <p:cNvPr id="46" name="Freeform 45"/>
            <p:cNvSpPr/>
            <p:nvPr/>
          </p:nvSpPr>
          <p:spPr>
            <a:xfrm>
              <a:off x="9144000" y="0"/>
              <a:ext cx="3369276" cy="6858000"/>
            </a:xfrm>
            <a:custGeom>
              <a:avLst/>
              <a:gdLst>
                <a:gd name="connsiteX0" fmla="*/ 0 w 3369276"/>
                <a:gd name="connsiteY0" fmla="*/ 0 h 6858000"/>
                <a:gd name="connsiteX1" fmla="*/ 3048000 w 3369276"/>
                <a:gd name="connsiteY1" fmla="*/ 0 h 6858000"/>
                <a:gd name="connsiteX2" fmla="*/ 3048000 w 3369276"/>
                <a:gd name="connsiteY2" fmla="*/ 840259 h 6858000"/>
                <a:gd name="connsiteX3" fmla="*/ 3369276 w 3369276"/>
                <a:gd name="connsiteY3" fmla="*/ 1132704 h 6858000"/>
                <a:gd name="connsiteX4" fmla="*/ 3048000 w 3369276"/>
                <a:gd name="connsiteY4" fmla="*/ 1425149 h 6858000"/>
                <a:gd name="connsiteX5" fmla="*/ 3048000 w 3369276"/>
                <a:gd name="connsiteY5" fmla="*/ 6858000 h 6858000"/>
                <a:gd name="connsiteX6" fmla="*/ 0 w 336927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9276" h="6858000">
                  <a:moveTo>
                    <a:pt x="0" y="0"/>
                  </a:moveTo>
                  <a:lnTo>
                    <a:pt x="3048000" y="0"/>
                  </a:lnTo>
                  <a:lnTo>
                    <a:pt x="3048000" y="840259"/>
                  </a:lnTo>
                  <a:lnTo>
                    <a:pt x="3369276" y="1132704"/>
                  </a:lnTo>
                  <a:lnTo>
                    <a:pt x="3048000" y="1425149"/>
                  </a:lnTo>
                  <a:lnTo>
                    <a:pt x="3048000" y="6858000"/>
                  </a:lnTo>
                  <a:lnTo>
                    <a:pt x="0" y="6858000"/>
                  </a:lnTo>
                  <a:close/>
                </a:path>
              </a:pathLst>
            </a:custGeom>
            <a:solidFill>
              <a:schemeClr val="tx1">
                <a:lumMod val="85000"/>
                <a:lumOff val="15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9508524" y="533192"/>
              <a:ext cx="2549610" cy="1200329"/>
            </a:xfrm>
            <a:prstGeom prst="rect">
              <a:avLst/>
            </a:prstGeom>
            <a:solidFill>
              <a:schemeClr val="tx1">
                <a:lumMod val="85000"/>
                <a:lumOff val="15000"/>
              </a:schemeClr>
            </a:solidFill>
          </p:spPr>
          <p:txBody>
            <a:bodyPr wrap="square" rtlCol="0">
              <a:spAutoFit/>
            </a:bodyPr>
            <a:lstStyle/>
            <a:p>
              <a:pPr algn="ctr"/>
              <a:r>
                <a:rPr lang="en-US" sz="3600" dirty="0">
                  <a:solidFill>
                    <a:schemeClr val="bg1"/>
                  </a:solidFill>
                  <a:latin typeface="Cooper Black" panose="0208090404030B020404" pitchFamily="18" charset="0"/>
                </a:rPr>
                <a:t>Natuzzi Italia</a:t>
              </a:r>
            </a:p>
          </p:txBody>
        </p:sp>
        <p:sp>
          <p:nvSpPr>
            <p:cNvPr id="19" name="TextBox 18"/>
            <p:cNvSpPr txBox="1"/>
            <p:nvPr/>
          </p:nvSpPr>
          <p:spPr>
            <a:xfrm>
              <a:off x="9331410" y="2318296"/>
              <a:ext cx="2726724" cy="3493264"/>
            </a:xfrm>
            <a:prstGeom prst="rect">
              <a:avLst/>
            </a:prstGeom>
            <a:solidFill>
              <a:schemeClr val="tx1">
                <a:lumMod val="85000"/>
                <a:lumOff val="15000"/>
              </a:schemeClr>
            </a:solidFill>
          </p:spPr>
          <p:txBody>
            <a:bodyPr wrap="square" rtlCol="0" anchor="b">
              <a:spAutoFit/>
            </a:bodyPr>
            <a:lstStyle/>
            <a:p>
              <a:pPr algn="ctr"/>
              <a:r>
                <a:rPr lang="en-US" sz="1700" b="1" dirty="0"/>
                <a:t>Natuzzi Italia is renowned for luxury Italian leather sofas, timeless modern design, and superior craftsmanship, using premium materials and innovative comfort technologies. The brand emphasizes elegant, customizable furniture with Mediterranean-inspired aesthetics, all handcrafted in Italy.</a:t>
              </a:r>
              <a:endParaRPr lang="en-US" sz="1700" b="1" dirty="0">
                <a:ea typeface="Microsoft Yi Baiti" panose="03000500000000000000" pitchFamily="66" charset="0"/>
              </a:endParaRPr>
            </a:p>
          </p:txBody>
        </p:sp>
      </p:grpSp>
      <p:grpSp>
        <p:nvGrpSpPr>
          <p:cNvPr id="28" name="Group 27"/>
          <p:cNvGrpSpPr/>
          <p:nvPr/>
        </p:nvGrpSpPr>
        <p:grpSpPr>
          <a:xfrm>
            <a:off x="6096000" y="0"/>
            <a:ext cx="3369276" cy="6858000"/>
            <a:chOff x="6096000" y="0"/>
            <a:chExt cx="3369276" cy="6858000"/>
          </a:xfrm>
        </p:grpSpPr>
        <p:sp>
          <p:nvSpPr>
            <p:cNvPr id="45" name="Freeform 44"/>
            <p:cNvSpPr/>
            <p:nvPr/>
          </p:nvSpPr>
          <p:spPr>
            <a:xfrm>
              <a:off x="6096000" y="0"/>
              <a:ext cx="3369276" cy="6858000"/>
            </a:xfrm>
            <a:custGeom>
              <a:avLst/>
              <a:gdLst>
                <a:gd name="connsiteX0" fmla="*/ 0 w 3369276"/>
                <a:gd name="connsiteY0" fmla="*/ 0 h 6858000"/>
                <a:gd name="connsiteX1" fmla="*/ 3048000 w 3369276"/>
                <a:gd name="connsiteY1" fmla="*/ 0 h 6858000"/>
                <a:gd name="connsiteX2" fmla="*/ 3048000 w 3369276"/>
                <a:gd name="connsiteY2" fmla="*/ 840259 h 6858000"/>
                <a:gd name="connsiteX3" fmla="*/ 3369276 w 3369276"/>
                <a:gd name="connsiteY3" fmla="*/ 1132704 h 6858000"/>
                <a:gd name="connsiteX4" fmla="*/ 3048000 w 3369276"/>
                <a:gd name="connsiteY4" fmla="*/ 1425149 h 6858000"/>
                <a:gd name="connsiteX5" fmla="*/ 3048000 w 3369276"/>
                <a:gd name="connsiteY5" fmla="*/ 6858000 h 6858000"/>
                <a:gd name="connsiteX6" fmla="*/ 0 w 336927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9276" h="6858000">
                  <a:moveTo>
                    <a:pt x="0" y="0"/>
                  </a:moveTo>
                  <a:lnTo>
                    <a:pt x="3048000" y="0"/>
                  </a:lnTo>
                  <a:lnTo>
                    <a:pt x="3048000" y="840259"/>
                  </a:lnTo>
                  <a:lnTo>
                    <a:pt x="3369276" y="1132704"/>
                  </a:lnTo>
                  <a:lnTo>
                    <a:pt x="3048000" y="1425149"/>
                  </a:lnTo>
                  <a:lnTo>
                    <a:pt x="3048000" y="6858000"/>
                  </a:lnTo>
                  <a:lnTo>
                    <a:pt x="0" y="6858000"/>
                  </a:lnTo>
                  <a:close/>
                </a:path>
              </a:pathLst>
            </a:custGeom>
            <a:solidFill>
              <a:schemeClr val="tx1">
                <a:lumMod val="75000"/>
                <a:lumOff val="25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460524" y="533192"/>
              <a:ext cx="2549610" cy="923330"/>
            </a:xfrm>
            <a:prstGeom prst="rect">
              <a:avLst/>
            </a:prstGeom>
            <a:solidFill>
              <a:schemeClr val="tx1">
                <a:lumMod val="75000"/>
                <a:lumOff val="25000"/>
              </a:schemeClr>
            </a:solidFill>
          </p:spPr>
          <p:txBody>
            <a:bodyPr wrap="square" rtlCol="0">
              <a:spAutoFit/>
            </a:bodyPr>
            <a:lstStyle/>
            <a:p>
              <a:pPr algn="ctr"/>
              <a:r>
                <a:rPr lang="en-US" sz="3600" b="1" dirty="0">
                  <a:solidFill>
                    <a:schemeClr val="bg1"/>
                  </a:solidFill>
                  <a:latin typeface="Cooper Black" panose="0208090404030B020404" pitchFamily="18" charset="0"/>
                </a:rPr>
                <a:t>Flexform</a:t>
              </a:r>
            </a:p>
            <a:p>
              <a:pPr algn="ctr"/>
              <a:endParaRPr lang="en-US" dirty="0">
                <a:latin typeface="Montserrat"/>
              </a:endParaRPr>
            </a:p>
          </p:txBody>
        </p:sp>
        <p:sp>
          <p:nvSpPr>
            <p:cNvPr id="18" name="TextBox 17"/>
            <p:cNvSpPr txBox="1"/>
            <p:nvPr/>
          </p:nvSpPr>
          <p:spPr>
            <a:xfrm>
              <a:off x="6219567" y="2318296"/>
              <a:ext cx="2809103" cy="3493264"/>
            </a:xfrm>
            <a:prstGeom prst="rect">
              <a:avLst/>
            </a:prstGeom>
            <a:solidFill>
              <a:schemeClr val="tx1">
                <a:lumMod val="75000"/>
                <a:lumOff val="25000"/>
              </a:schemeClr>
            </a:solidFill>
          </p:spPr>
          <p:txBody>
            <a:bodyPr wrap="square" rtlCol="0" anchor="b">
              <a:spAutoFit/>
            </a:bodyPr>
            <a:lstStyle/>
            <a:p>
              <a:pPr algn="ctr"/>
              <a:r>
                <a:rPr lang="en-US" sz="1700" b="1" dirty="0"/>
                <a:t>Flexform is famous for its high-end Italian-made modern furniture, particularly luxurious, comfortable sofas like the iconic Groundpiece</a:t>
              </a:r>
              <a:r>
                <a:rPr lang="en-US" sz="1700" b="1" i="1" dirty="0"/>
                <a:t> </a:t>
              </a:r>
              <a:r>
                <a:rPr lang="en-US" sz="1700" b="1" dirty="0"/>
                <a:t>designed by Antonio Citterio, and for combining timeless design, meticulous craftsmanship, and premium materials such as fine leathers, fabrics, and sustainably sourced woods.</a:t>
              </a:r>
              <a:endParaRPr lang="en-US" sz="1700" b="1" dirty="0">
                <a:ea typeface="Microsoft Yi Baiti" panose="03000500000000000000" pitchFamily="66" charset="0"/>
              </a:endParaRPr>
            </a:p>
          </p:txBody>
        </p:sp>
      </p:grpSp>
      <p:grpSp>
        <p:nvGrpSpPr>
          <p:cNvPr id="26" name="Group 25"/>
          <p:cNvGrpSpPr/>
          <p:nvPr/>
        </p:nvGrpSpPr>
        <p:grpSpPr>
          <a:xfrm>
            <a:off x="3048000" y="0"/>
            <a:ext cx="3369276" cy="6858000"/>
            <a:chOff x="3048000" y="0"/>
            <a:chExt cx="3369276" cy="6858000"/>
          </a:xfrm>
        </p:grpSpPr>
        <p:sp>
          <p:nvSpPr>
            <p:cNvPr id="44" name="Freeform 43"/>
            <p:cNvSpPr/>
            <p:nvPr/>
          </p:nvSpPr>
          <p:spPr>
            <a:xfrm>
              <a:off x="3048000" y="0"/>
              <a:ext cx="3369276" cy="6858000"/>
            </a:xfrm>
            <a:custGeom>
              <a:avLst/>
              <a:gdLst>
                <a:gd name="connsiteX0" fmla="*/ 0 w 3369276"/>
                <a:gd name="connsiteY0" fmla="*/ 0 h 6858000"/>
                <a:gd name="connsiteX1" fmla="*/ 3048000 w 3369276"/>
                <a:gd name="connsiteY1" fmla="*/ 0 h 6858000"/>
                <a:gd name="connsiteX2" fmla="*/ 3048000 w 3369276"/>
                <a:gd name="connsiteY2" fmla="*/ 840259 h 6858000"/>
                <a:gd name="connsiteX3" fmla="*/ 3369276 w 3369276"/>
                <a:gd name="connsiteY3" fmla="*/ 1132704 h 6858000"/>
                <a:gd name="connsiteX4" fmla="*/ 3048000 w 3369276"/>
                <a:gd name="connsiteY4" fmla="*/ 1425149 h 6858000"/>
                <a:gd name="connsiteX5" fmla="*/ 3048000 w 3369276"/>
                <a:gd name="connsiteY5" fmla="*/ 6858000 h 6858000"/>
                <a:gd name="connsiteX6" fmla="*/ 0 w 336927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69276" h="6858000">
                  <a:moveTo>
                    <a:pt x="0" y="0"/>
                  </a:moveTo>
                  <a:lnTo>
                    <a:pt x="3048000" y="0"/>
                  </a:lnTo>
                  <a:lnTo>
                    <a:pt x="3048000" y="840259"/>
                  </a:lnTo>
                  <a:lnTo>
                    <a:pt x="3369276" y="1132704"/>
                  </a:lnTo>
                  <a:lnTo>
                    <a:pt x="3048000" y="1425149"/>
                  </a:lnTo>
                  <a:lnTo>
                    <a:pt x="3048000" y="6858000"/>
                  </a:lnTo>
                  <a:lnTo>
                    <a:pt x="0" y="6858000"/>
                  </a:lnTo>
                  <a:close/>
                </a:path>
              </a:pathLst>
            </a:custGeom>
            <a:solidFill>
              <a:schemeClr val="tx1">
                <a:lumMod val="65000"/>
                <a:lumOff val="35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367215" y="533192"/>
              <a:ext cx="2364260" cy="1477328"/>
            </a:xfrm>
            <a:prstGeom prst="rect">
              <a:avLst/>
            </a:prstGeom>
            <a:solidFill>
              <a:schemeClr val="tx1">
                <a:lumMod val="65000"/>
                <a:lumOff val="35000"/>
              </a:schemeClr>
            </a:solidFill>
          </p:spPr>
          <p:txBody>
            <a:bodyPr wrap="square" rtlCol="0">
              <a:spAutoFit/>
            </a:bodyPr>
            <a:lstStyle/>
            <a:p>
              <a:pPr algn="ctr"/>
              <a:r>
                <a:rPr lang="en-US" sz="3600" b="1" dirty="0">
                  <a:solidFill>
                    <a:schemeClr val="bg1"/>
                  </a:solidFill>
                  <a:latin typeface="Cooper Black" panose="0208090404030B020404" pitchFamily="18" charset="0"/>
                </a:rPr>
                <a:t>Ligne Roset</a:t>
              </a:r>
            </a:p>
            <a:p>
              <a:pPr algn="ctr"/>
              <a:endParaRPr lang="en-US" dirty="0">
                <a:latin typeface="Montserrat"/>
              </a:endParaRPr>
            </a:p>
          </p:txBody>
        </p:sp>
        <p:sp>
          <p:nvSpPr>
            <p:cNvPr id="17" name="TextBox 16"/>
            <p:cNvSpPr txBox="1"/>
            <p:nvPr/>
          </p:nvSpPr>
          <p:spPr>
            <a:xfrm>
              <a:off x="3105665" y="2318296"/>
              <a:ext cx="2916194" cy="3493264"/>
            </a:xfrm>
            <a:prstGeom prst="rect">
              <a:avLst/>
            </a:prstGeom>
            <a:solidFill>
              <a:schemeClr val="tx1">
                <a:lumMod val="65000"/>
                <a:lumOff val="35000"/>
              </a:schemeClr>
            </a:solidFill>
          </p:spPr>
          <p:txBody>
            <a:bodyPr wrap="square" rtlCol="0" anchor="b">
              <a:spAutoFit/>
            </a:bodyPr>
            <a:lstStyle/>
            <a:p>
              <a:pPr algn="ctr"/>
              <a:r>
                <a:rPr lang="en-US" sz="1700" b="1" dirty="0"/>
                <a:t>Ligne Roset is famous for its innovative contemporary furniture, especially the iconic Togo sofa . A sculptural, low-profile design by Michel Ducaroy known for its wrinkled leather look and comfort and for collaborating with leading designers to create bold, artistic pieces showcased at major design events like Milan Design Week.</a:t>
              </a:r>
              <a:endParaRPr lang="en-US" sz="1700" b="1" dirty="0">
                <a:ea typeface="Microsoft Yi Baiti" panose="03000500000000000000" pitchFamily="66" charset="0"/>
              </a:endParaRPr>
            </a:p>
          </p:txBody>
        </p:sp>
      </p:grpSp>
      <p:grpSp>
        <p:nvGrpSpPr>
          <p:cNvPr id="24" name="Group 23"/>
          <p:cNvGrpSpPr/>
          <p:nvPr/>
        </p:nvGrpSpPr>
        <p:grpSpPr>
          <a:xfrm>
            <a:off x="0" y="0"/>
            <a:ext cx="3369276" cy="6858000"/>
            <a:chOff x="0" y="0"/>
            <a:chExt cx="3369276" cy="6858000"/>
          </a:xfrm>
        </p:grpSpPr>
        <p:sp>
          <p:nvSpPr>
            <p:cNvPr id="41" name="Freeform 40"/>
            <p:cNvSpPr/>
            <p:nvPr/>
          </p:nvSpPr>
          <p:spPr>
            <a:xfrm rot="5400000">
              <a:off x="-1744362" y="1744362"/>
              <a:ext cx="6858000" cy="3369276"/>
            </a:xfrm>
            <a:custGeom>
              <a:avLst/>
              <a:gdLst>
                <a:gd name="connsiteX0" fmla="*/ 0 w 6858000"/>
                <a:gd name="connsiteY0" fmla="*/ 3369276 h 3369276"/>
                <a:gd name="connsiteX1" fmla="*/ 0 w 6858000"/>
                <a:gd name="connsiteY1" fmla="*/ 321276 h 3369276"/>
                <a:gd name="connsiteX2" fmla="*/ 840259 w 6858000"/>
                <a:gd name="connsiteY2" fmla="*/ 321276 h 3369276"/>
                <a:gd name="connsiteX3" fmla="*/ 1132704 w 6858000"/>
                <a:gd name="connsiteY3" fmla="*/ 0 h 3369276"/>
                <a:gd name="connsiteX4" fmla="*/ 1425149 w 6858000"/>
                <a:gd name="connsiteY4" fmla="*/ 321276 h 3369276"/>
                <a:gd name="connsiteX5" fmla="*/ 6858000 w 6858000"/>
                <a:gd name="connsiteY5" fmla="*/ 321276 h 3369276"/>
                <a:gd name="connsiteX6" fmla="*/ 6858000 w 6858000"/>
                <a:gd name="connsiteY6" fmla="*/ 3369276 h 336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3369276">
                  <a:moveTo>
                    <a:pt x="0" y="3369276"/>
                  </a:moveTo>
                  <a:lnTo>
                    <a:pt x="0" y="321276"/>
                  </a:lnTo>
                  <a:lnTo>
                    <a:pt x="840259" y="321276"/>
                  </a:lnTo>
                  <a:lnTo>
                    <a:pt x="1132704" y="0"/>
                  </a:lnTo>
                  <a:lnTo>
                    <a:pt x="1425149" y="321276"/>
                  </a:lnTo>
                  <a:lnTo>
                    <a:pt x="6858000" y="321276"/>
                  </a:lnTo>
                  <a:lnTo>
                    <a:pt x="6858000" y="3369276"/>
                  </a:lnTo>
                  <a:close/>
                </a:path>
              </a:pathLst>
            </a:custGeom>
            <a:solidFill>
              <a:schemeClr val="tx1">
                <a:lumMod val="50000"/>
                <a:lumOff val="50000"/>
              </a:schemeClr>
            </a:solidFill>
            <a:ln>
              <a:noFill/>
            </a:ln>
            <a:effectLst>
              <a:outerShdw blurRad="1270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33865" y="533192"/>
              <a:ext cx="2549610" cy="1477328"/>
            </a:xfrm>
            <a:prstGeom prst="rect">
              <a:avLst/>
            </a:prstGeom>
            <a:noFill/>
          </p:spPr>
          <p:txBody>
            <a:bodyPr wrap="square" rtlCol="0">
              <a:spAutoFit/>
            </a:bodyPr>
            <a:lstStyle/>
            <a:p>
              <a:pPr algn="ctr"/>
              <a:r>
                <a:rPr lang="en-US" sz="3600" b="1" dirty="0">
                  <a:solidFill>
                    <a:schemeClr val="bg1"/>
                  </a:solidFill>
                  <a:latin typeface="Cooper Black" panose="0208090404030B020404" pitchFamily="18" charset="0"/>
                </a:rPr>
                <a:t>Poltrona Frau</a:t>
              </a:r>
            </a:p>
            <a:p>
              <a:pPr algn="ctr"/>
              <a:endParaRPr lang="en-US" dirty="0">
                <a:latin typeface="Montserrat"/>
              </a:endParaRPr>
            </a:p>
          </p:txBody>
        </p:sp>
        <p:sp>
          <p:nvSpPr>
            <p:cNvPr id="5" name="TextBox 4"/>
            <p:cNvSpPr txBox="1"/>
            <p:nvPr/>
          </p:nvSpPr>
          <p:spPr>
            <a:xfrm>
              <a:off x="172996" y="2318296"/>
              <a:ext cx="2809102" cy="3754874"/>
            </a:xfrm>
            <a:prstGeom prst="rect">
              <a:avLst/>
            </a:prstGeom>
            <a:noFill/>
          </p:spPr>
          <p:txBody>
            <a:bodyPr wrap="square" rtlCol="0" anchor="b">
              <a:spAutoFit/>
            </a:bodyPr>
            <a:lstStyle/>
            <a:p>
              <a:pPr algn="ctr"/>
              <a:r>
                <a:rPr lang="en-US" sz="1700" b="1" dirty="0"/>
                <a:t>Poltrona Frau is renowned for luxury Italian leather furniture, handcrafted excellence, and timeless design, using premium Pelle Frau® leather and 21-step tanning. Famous for iconic pieces like the Chester armchair, it also creates bespoke interiors for luxury cars, yachts, and aviation, and public spaces like the European Parliament</a:t>
              </a:r>
              <a:endParaRPr lang="en-US" sz="1700" b="1" dirty="0">
                <a:ea typeface="Microsoft Yi Baiti" panose="03000500000000000000" pitchFamily="66" charset="0"/>
              </a:endParaRPr>
            </a:p>
          </p:txBody>
        </p:sp>
      </p:grpSp>
      <p:sp>
        <p:nvSpPr>
          <p:cNvPr id="32" name="Rectangle 31"/>
          <p:cNvSpPr/>
          <p:nvPr/>
        </p:nvSpPr>
        <p:spPr>
          <a:xfrm>
            <a:off x="12628607" y="1764298"/>
            <a:ext cx="9126493" cy="2123658"/>
          </a:xfrm>
          <a:prstGeom prst="rect">
            <a:avLst/>
          </a:prstGeom>
        </p:spPr>
        <p:txBody>
          <a:bodyPr wrap="square" lIns="91440" tIns="45720" rIns="91440" bIns="45720" anchor="t">
            <a:spAutoFit/>
          </a:bodyPr>
          <a:lstStyle/>
          <a:p>
            <a:pPr algn="ctr"/>
            <a:r>
              <a:rPr lang="en-US" sz="6600" dirty="0">
                <a:ln w="13462">
                  <a:solidFill>
                    <a:schemeClr val="bg1"/>
                  </a:solidFill>
                  <a:prstDash val="solid"/>
                </a:ln>
                <a:solidFill>
                  <a:schemeClr val="bg2">
                    <a:lumMod val="25000"/>
                  </a:schemeClr>
                </a:solidFill>
                <a:effectLst>
                  <a:outerShdw dist="38100" dir="2700000" algn="bl" rotWithShape="0">
                    <a:schemeClr val="accent5"/>
                  </a:outerShdw>
                </a:effectLst>
                <a:latin typeface="Cooper Black"/>
              </a:rPr>
              <a:t>Introducing Our  Sofa Brands</a:t>
            </a:r>
            <a:endParaRPr lang="en-US" sz="6600" dirty="0">
              <a:ln w="13462">
                <a:solidFill>
                  <a:prstClr val="white"/>
                </a:solidFill>
                <a:prstDash val="solid"/>
              </a:ln>
              <a:solidFill>
                <a:schemeClr val="bg2">
                  <a:lumMod val="25000"/>
                </a:schemeClr>
              </a:solidFill>
              <a:effectLst>
                <a:outerShdw dist="38100" dir="2700000" algn="bl" rotWithShape="0">
                  <a:srgbClr val="4472C4"/>
                </a:outerShdw>
              </a:effectLst>
              <a:latin typeface="Cooper Black"/>
            </a:endParaRPr>
          </a:p>
        </p:txBody>
      </p:sp>
    </p:spTree>
    <p:extLst>
      <p:ext uri="{BB962C8B-B14F-4D97-AF65-F5344CB8AC3E}">
        <p14:creationId xmlns:p14="http://schemas.microsoft.com/office/powerpoint/2010/main" val="2421138515"/>
      </p:ext>
    </p:extLst>
  </p:cSld>
  <p:clrMapOvr>
    <a:masterClrMapping/>
  </p:clrMapOvr>
  <p:transition spd="med" advTm="2000">
    <p:pull dir="r"/>
    <p:sndAc>
      <p:stSnd>
        <p:snd r:embed="rId2" name="wind.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550400699"/>
              </p:ext>
            </p:extLst>
          </p:nvPr>
        </p:nvGraphicFramePr>
        <p:xfrm>
          <a:off x="0" y="847883"/>
          <a:ext cx="12192000" cy="6010116"/>
        </p:xfrm>
        <a:graphic>
          <a:graphicData uri="http://schemas.openxmlformats.org/drawingml/2006/table">
            <a:tbl>
              <a:tblPr firstRow="1" bandRow="1">
                <a:tableStyleId>{073A0DAA-6AF3-43AB-8588-CEC1D06C72B9}</a:tableStyleId>
              </a:tblPr>
              <a:tblGrid>
                <a:gridCol w="2430162"/>
                <a:gridCol w="9761838"/>
              </a:tblGrid>
              <a:tr h="401408">
                <a:tc>
                  <a:txBody>
                    <a:bodyPr/>
                    <a:lstStyle/>
                    <a:p>
                      <a:pPr algn="ctr"/>
                      <a:r>
                        <a:rPr lang="en-US" sz="2000" u="none" dirty="0" smtClean="0">
                          <a:latin typeface="Arial Black" panose="020B0A04020102020204" pitchFamily="34" charset="0"/>
                        </a:rPr>
                        <a:t>Sofas</a:t>
                      </a:r>
                      <a:endParaRPr lang="en-US" sz="2000" u="none" dirty="0">
                        <a:latin typeface="Arial Black" panose="020B0A04020102020204" pitchFamily="34" charset="0"/>
                      </a:endParaRPr>
                    </a:p>
                  </a:txBody>
                  <a:tcPr/>
                </a:tc>
                <a:tc>
                  <a:txBody>
                    <a:bodyPr/>
                    <a:lstStyle/>
                    <a:p>
                      <a:pPr algn="ctr"/>
                      <a:r>
                        <a:rPr lang="en-US" dirty="0" smtClean="0">
                          <a:latin typeface="Arial Black" panose="020B0A04020102020204" pitchFamily="34" charset="0"/>
                        </a:rPr>
                        <a:t>Description</a:t>
                      </a:r>
                      <a:endParaRPr lang="en-US" dirty="0">
                        <a:latin typeface="Arial Black" panose="020B0A04020102020204" pitchFamily="34" charset="0"/>
                      </a:endParaRPr>
                    </a:p>
                  </a:txBody>
                  <a:tcPr/>
                </a:tc>
              </a:tr>
              <a:tr h="421288">
                <a:tc>
                  <a:txBody>
                    <a:bodyPr/>
                    <a:lstStyle/>
                    <a:p>
                      <a:pPr algn="ctr"/>
                      <a:r>
                        <a:rPr lang="en-US" sz="1800" b="1" i="0" dirty="0" smtClean="0">
                          <a:latin typeface="Cambria" panose="02040503050406030204" pitchFamily="18" charset="0"/>
                          <a:ea typeface="Cambria" panose="02040503050406030204" pitchFamily="18" charset="0"/>
                        </a:rPr>
                        <a:t>Chester One</a:t>
                      </a:r>
                      <a:r>
                        <a:rPr lang="en-US" sz="1800" b="1" i="0" baseline="0" dirty="0" smtClean="0">
                          <a:latin typeface="Cambria" panose="02040503050406030204" pitchFamily="18" charset="0"/>
                          <a:ea typeface="Cambria" panose="02040503050406030204" pitchFamily="18" charset="0"/>
                        </a:rPr>
                        <a:t> Sofa</a:t>
                      </a:r>
                      <a:endParaRPr lang="en-US" sz="1800" b="1" i="0" dirty="0">
                        <a:latin typeface="Cambria" panose="02040503050406030204" pitchFamily="18" charset="0"/>
                        <a:ea typeface="Cambria" panose="02040503050406030204" pitchFamily="18" charset="0"/>
                      </a:endParaRPr>
                    </a:p>
                  </a:txBody>
                  <a:tcPr/>
                </a:tc>
                <a:tc>
                  <a:txBody>
                    <a:bodyPr/>
                    <a:lstStyle/>
                    <a:p>
                      <a:pPr algn="l"/>
                      <a:r>
                        <a:rPr lang="en-US" sz="1400" b="0" i="1" kern="1200" dirty="0" smtClean="0">
                          <a:solidFill>
                            <a:schemeClr val="dk1"/>
                          </a:solidFill>
                          <a:effectLst/>
                          <a:latin typeface="+mn-lt"/>
                          <a:ea typeface="+mn-ea"/>
                          <a:cs typeface="+mn-cs"/>
                        </a:rPr>
                        <a:t> It</a:t>
                      </a:r>
                      <a:r>
                        <a:rPr lang="en-US" sz="1400" b="0" i="1" kern="1200" baseline="0" dirty="0" smtClean="0">
                          <a:solidFill>
                            <a:schemeClr val="dk1"/>
                          </a:solidFill>
                          <a:effectLst/>
                          <a:latin typeface="+mn-lt"/>
                          <a:ea typeface="+mn-ea"/>
                          <a:cs typeface="+mn-cs"/>
                        </a:rPr>
                        <a:t> has </a:t>
                      </a:r>
                      <a:r>
                        <a:rPr lang="en-US" sz="1400" b="0" i="1" kern="1200" dirty="0" smtClean="0">
                          <a:solidFill>
                            <a:schemeClr val="dk1"/>
                          </a:solidFill>
                          <a:effectLst/>
                          <a:latin typeface="+mn-lt"/>
                          <a:ea typeface="+mn-ea"/>
                          <a:cs typeface="+mn-cs"/>
                        </a:rPr>
                        <a:t> a beech wood frame, hand-tied biconical springs on jute belts</a:t>
                      </a:r>
                      <a:r>
                        <a:rPr lang="en-US" sz="1400" b="0" i="1" kern="1200" baseline="0" dirty="0" smtClean="0">
                          <a:solidFill>
                            <a:schemeClr val="dk1"/>
                          </a:solidFill>
                          <a:effectLst/>
                          <a:latin typeface="+mn-lt"/>
                          <a:ea typeface="+mn-ea"/>
                          <a:cs typeface="+mn-cs"/>
                        </a:rPr>
                        <a:t> and </a:t>
                      </a:r>
                      <a:r>
                        <a:rPr lang="en-US" sz="1400" b="0" i="1" kern="1200" dirty="0" smtClean="0">
                          <a:solidFill>
                            <a:schemeClr val="dk1"/>
                          </a:solidFill>
                          <a:effectLst/>
                          <a:latin typeface="+mn-lt"/>
                          <a:ea typeface="+mn-ea"/>
                          <a:cs typeface="+mn-cs"/>
                        </a:rPr>
                        <a:t>goose down and foam cushions,  or leather-covered wood.</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Let It Be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has a die-cast aluminum frame, interwoven elastic belt suspension, firm foam cushions, and set-back aluminum feet.</a:t>
                      </a:r>
                      <a:endParaRPr lang="en-US" sz="1400" b="0" i="1" dirty="0">
                        <a:latin typeface="+mn-lt"/>
                      </a:endParaRPr>
                    </a:p>
                  </a:txBody>
                  <a:tcPr/>
                </a:tc>
              </a:tr>
              <a:tr h="370530">
                <a:tc>
                  <a:txBody>
                    <a:bodyPr/>
                    <a:lstStyle/>
                    <a:p>
                      <a:pPr algn="ctr"/>
                      <a:r>
                        <a:rPr lang="en-US" sz="1800" b="1" i="0" dirty="0" smtClean="0">
                          <a:latin typeface="Cambria" panose="02040503050406030204" pitchFamily="18" charset="0"/>
                          <a:ea typeface="Cambria" panose="02040503050406030204" pitchFamily="18" charset="0"/>
                        </a:rPr>
                        <a:t>Times Lounge</a:t>
                      </a:r>
                      <a:endParaRPr lang="en-US" sz="1800" b="1" i="0" dirty="0">
                        <a:latin typeface="Cambria" panose="02040503050406030204" pitchFamily="18" charset="0"/>
                        <a:ea typeface="Cambria" panose="02040503050406030204" pitchFamily="18" charset="0"/>
                      </a:endParaRPr>
                    </a:p>
                  </a:txBody>
                  <a:tcPr/>
                </a:tc>
                <a:tc>
                  <a:txBody>
                    <a:bodyPr/>
                    <a:lstStyle/>
                    <a:p>
                      <a:r>
                        <a:rPr lang="en-US" sz="1400" b="0" i="1" kern="1200" baseline="0" dirty="0" smtClean="0">
                          <a:solidFill>
                            <a:schemeClr val="dk1"/>
                          </a:solidFill>
                          <a:effectLst/>
                          <a:latin typeface="+mn-lt"/>
                          <a:ea typeface="+mn-ea"/>
                          <a:cs typeface="+mn-cs"/>
                        </a:rPr>
                        <a:t> It has</a:t>
                      </a:r>
                      <a:r>
                        <a:rPr lang="en-US" sz="1400" b="0" i="1" kern="1200" dirty="0" smtClean="0">
                          <a:solidFill>
                            <a:schemeClr val="dk1"/>
                          </a:solidFill>
                          <a:effectLst/>
                          <a:latin typeface="+mn-lt"/>
                          <a:ea typeface="+mn-ea"/>
                          <a:cs typeface="+mn-cs"/>
                        </a:rPr>
                        <a:t> solid ash wood frame in moka, technical textile seat spring, cushions padded with polyurethane</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foam</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and polyester wadding.</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Grantorino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features</a:t>
                      </a:r>
                      <a:r>
                        <a:rPr lang="en-US" sz="1400" b="0" i="1" kern="1200" baseline="0" dirty="0" smtClean="0">
                          <a:solidFill>
                            <a:schemeClr val="dk1"/>
                          </a:solidFill>
                          <a:effectLst/>
                          <a:latin typeface="+mn-lt"/>
                          <a:ea typeface="+mn-ea"/>
                          <a:cs typeface="+mn-cs"/>
                        </a:rPr>
                        <a:t> are</a:t>
                      </a:r>
                      <a:r>
                        <a:rPr lang="en-US" sz="1400" b="0" i="1" kern="1200" dirty="0" smtClean="0">
                          <a:solidFill>
                            <a:schemeClr val="dk1"/>
                          </a:solidFill>
                          <a:effectLst/>
                          <a:latin typeface="+mn-lt"/>
                          <a:ea typeface="+mn-ea"/>
                          <a:cs typeface="+mn-cs"/>
                        </a:rPr>
                        <a:t> tubular metal frame, variable-density foam, pressed felt, goose down cushions, titanium-coloured aluminium feet.</a:t>
                      </a:r>
                      <a:endParaRPr lang="en-US" sz="1400" b="1" i="1" dirty="0">
                        <a:latin typeface="+mn-lt"/>
                      </a:endParaRPr>
                    </a:p>
                  </a:txBody>
                  <a:tcPr/>
                </a:tc>
              </a:tr>
              <a:tr h="370530">
                <a:tc>
                  <a:txBody>
                    <a:bodyPr/>
                    <a:lstStyle/>
                    <a:p>
                      <a:pPr algn="ctr"/>
                      <a:r>
                        <a:rPr lang="en-US" sz="1800" b="1" i="0" kern="1200" dirty="0" smtClean="0">
                          <a:solidFill>
                            <a:schemeClr val="dk1"/>
                          </a:solidFill>
                          <a:effectLst/>
                          <a:latin typeface="Cambria" panose="02040503050406030204" pitchFamily="18" charset="0"/>
                          <a:ea typeface="Cambria" panose="02040503050406030204" pitchFamily="18" charset="0"/>
                          <a:cs typeface="+mn-cs"/>
                        </a:rPr>
                        <a:t>Archibald Armchair</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features a steel frame, moulded polyurethane foam and polyester wadding padding</a:t>
                      </a:r>
                      <a:r>
                        <a:rPr lang="en-US" sz="1400" b="0" i="1" kern="1200" baseline="0" dirty="0" smtClean="0">
                          <a:solidFill>
                            <a:schemeClr val="dk1"/>
                          </a:solidFill>
                          <a:effectLst/>
                          <a:latin typeface="+mn-lt"/>
                          <a:ea typeface="+mn-ea"/>
                          <a:cs typeface="+mn-cs"/>
                        </a:rPr>
                        <a:t> and </a:t>
                      </a:r>
                      <a:r>
                        <a:rPr lang="en-US" sz="1400" b="0" i="1" kern="1200" dirty="0" smtClean="0">
                          <a:solidFill>
                            <a:schemeClr val="dk1"/>
                          </a:solidFill>
                          <a:effectLst/>
                          <a:latin typeface="+mn-lt"/>
                          <a:ea typeface="+mn-ea"/>
                          <a:cs typeface="+mn-cs"/>
                        </a:rPr>
                        <a:t>elastic belt suspension.</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John-John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features a solid beech structure with a central iron crossbar, polyurethane foam and soft goose down cushions.</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Claydon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Its features are light polyurethane foam padding, visible metal hinges with Ruthenium finish, and X-stitched cushions.</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Cestlavie</a:t>
                      </a:r>
                      <a:r>
                        <a:rPr lang="en-US" b="1" i="0" baseline="0" dirty="0" smtClean="0">
                          <a:latin typeface="Cambria" panose="02040503050406030204" pitchFamily="18" charset="0"/>
                          <a:ea typeface="Cambria" panose="02040503050406030204" pitchFamily="18" charset="0"/>
                        </a:rPr>
                        <a:t>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It</a:t>
                      </a:r>
                      <a:r>
                        <a:rPr lang="en-US" sz="1400" b="0" i="1" kern="1200" baseline="0" dirty="0" smtClean="0">
                          <a:solidFill>
                            <a:schemeClr val="dk1"/>
                          </a:solidFill>
                          <a:effectLst/>
                          <a:latin typeface="+mn-lt"/>
                          <a:ea typeface="+mn-ea"/>
                          <a:cs typeface="+mn-cs"/>
                        </a:rPr>
                        <a:t> is a</a:t>
                      </a:r>
                      <a:r>
                        <a:rPr lang="en-US" sz="1400" b="1" i="1"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side table with a tubular aluminium structure, with handwoven Saddle straps, a folding leather top, and tone-on-tone dyeing.</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Martha Armchair</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moulded rigid polyurethane frame, hidden backrest fixing, triangular-section solid ash base (moka), Saddle Extra Leather exterior.</a:t>
                      </a:r>
                      <a:endParaRPr lang="en-US" sz="11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Fidelio  </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is a furniture collection</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with solid ash and birch plywood structure, extra light natural maple interiors, and tops in marble or wood.</a:t>
                      </a:r>
                      <a:endParaRPr lang="en-US" sz="14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Happy Jack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has</a:t>
                      </a:r>
                      <a:r>
                        <a:rPr lang="en-US" sz="1400" b="0" i="1" kern="1200" baseline="0" dirty="0" smtClean="0">
                          <a:solidFill>
                            <a:schemeClr val="dk1"/>
                          </a:solidFill>
                          <a:effectLst/>
                          <a:latin typeface="+mn-lt"/>
                          <a:ea typeface="+mn-ea"/>
                          <a:cs typeface="+mn-cs"/>
                        </a:rPr>
                        <a:t> a </a:t>
                      </a:r>
                      <a:r>
                        <a:rPr lang="en-US" sz="1400" b="0" i="1" kern="1200" dirty="0" smtClean="0">
                          <a:solidFill>
                            <a:schemeClr val="dk1"/>
                          </a:solidFill>
                          <a:effectLst/>
                          <a:latin typeface="+mn-lt"/>
                          <a:ea typeface="+mn-ea"/>
                          <a:cs typeface="+mn-cs"/>
                        </a:rPr>
                        <a:t>curved, wrap-around cushioning  with leather-covered die-cast aluminum base, and removable fabric.</a:t>
                      </a:r>
                      <a:endParaRPr lang="en-US" sz="11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Soufflé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Features</a:t>
                      </a:r>
                      <a:r>
                        <a:rPr lang="en-US" sz="1400" b="0" i="1" kern="1200" baseline="0" dirty="0" smtClean="0">
                          <a:solidFill>
                            <a:schemeClr val="dk1"/>
                          </a:solidFill>
                          <a:effectLst/>
                          <a:latin typeface="+mn-lt"/>
                          <a:ea typeface="+mn-ea"/>
                          <a:cs typeface="+mn-cs"/>
                        </a:rPr>
                        <a:t> a </a:t>
                      </a:r>
                      <a:r>
                        <a:rPr lang="en-US" sz="1400" b="0" i="1" kern="1200" dirty="0" smtClean="0">
                          <a:solidFill>
                            <a:schemeClr val="dk1"/>
                          </a:solidFill>
                          <a:effectLst/>
                          <a:latin typeface="+mn-lt"/>
                          <a:ea typeface="+mn-ea"/>
                          <a:cs typeface="+mn-cs"/>
                        </a:rPr>
                        <a:t>steel frame with elastic belt suspension, with  goose down and polyurethane foam cushions, and slender metal legs.</a:t>
                      </a:r>
                      <a:endParaRPr lang="en-US" sz="11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Massimo System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beech and poplar structure, elastic belt suspension, goose down and foam cushions, three armrest heights,</a:t>
                      </a:r>
                      <a:r>
                        <a:rPr lang="en-US" sz="1200" b="0" i="1"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and black aluminum feet.</a:t>
                      </a:r>
                      <a:endParaRPr lang="en-US" sz="1000" b="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Montera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is</a:t>
                      </a:r>
                      <a:r>
                        <a:rPr lang="en-US" sz="1400" b="0" i="1" kern="1200" baseline="0" dirty="0" smtClean="0">
                          <a:solidFill>
                            <a:schemeClr val="dk1"/>
                          </a:solidFill>
                          <a:effectLst/>
                          <a:latin typeface="+mn-lt"/>
                          <a:ea typeface="+mn-ea"/>
                          <a:cs typeface="+mn-cs"/>
                        </a:rPr>
                        <a:t> a </a:t>
                      </a:r>
                      <a:r>
                        <a:rPr lang="en-US" sz="1400" b="0" i="1" kern="1200" dirty="0" smtClean="0">
                          <a:solidFill>
                            <a:schemeClr val="dk1"/>
                          </a:solidFill>
                          <a:effectLst/>
                          <a:latin typeface="+mn-lt"/>
                          <a:ea typeface="+mn-ea"/>
                          <a:cs typeface="+mn-cs"/>
                        </a:rPr>
                        <a:t>seating collection with molded beech plywood shell, polyurethane foam padding</a:t>
                      </a:r>
                      <a:r>
                        <a:rPr lang="en-US" sz="1400" b="0" i="1" kern="1200" baseline="0" dirty="0" smtClean="0">
                          <a:solidFill>
                            <a:schemeClr val="dk1"/>
                          </a:solidFill>
                          <a:effectLst/>
                          <a:latin typeface="+mn-lt"/>
                          <a:ea typeface="+mn-ea"/>
                          <a:cs typeface="+mn-cs"/>
                        </a:rPr>
                        <a:t> with</a:t>
                      </a:r>
                      <a:r>
                        <a:rPr lang="en-US" sz="1400" b="0" i="1" kern="1200" dirty="0" smtClean="0">
                          <a:solidFill>
                            <a:schemeClr val="dk1"/>
                          </a:solidFill>
                          <a:effectLst/>
                          <a:latin typeface="+mn-lt"/>
                          <a:ea typeface="+mn-ea"/>
                          <a:cs typeface="+mn-cs"/>
                        </a:rPr>
                        <a:t> solid ash or steel legs.</a:t>
                      </a:r>
                      <a:endParaRPr lang="en-US" sz="1000" i="1" dirty="0">
                        <a:latin typeface="+mn-lt"/>
                      </a:endParaRPr>
                    </a:p>
                  </a:txBody>
                  <a:tcPr/>
                </a:tc>
              </a:tr>
              <a:tr h="370530">
                <a:tc>
                  <a:txBody>
                    <a:bodyPr/>
                    <a:lstStyle/>
                    <a:p>
                      <a:pPr algn="ctr"/>
                      <a:r>
                        <a:rPr lang="en-US" b="1" i="0" dirty="0" smtClean="0">
                          <a:latin typeface="Cambria" panose="02040503050406030204" pitchFamily="18" charset="0"/>
                          <a:ea typeface="Cambria" panose="02040503050406030204" pitchFamily="18" charset="0"/>
                        </a:rPr>
                        <a:t>Lepli Sofa</a:t>
                      </a:r>
                      <a:endParaRPr lang="en-US" b="1" i="0"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features a birch and poplar plywood structure, polyurethane foam padding, and a black lacquered MDF base</a:t>
                      </a:r>
                      <a:r>
                        <a:rPr lang="en-US" sz="1800" b="0" i="0" kern="1200" dirty="0" smtClean="0">
                          <a:solidFill>
                            <a:schemeClr val="dk1"/>
                          </a:solidFill>
                          <a:effectLst/>
                          <a:latin typeface="+mn-lt"/>
                          <a:ea typeface="+mn-ea"/>
                          <a:cs typeface="+mn-cs"/>
                        </a:rPr>
                        <a:t>.</a:t>
                      </a:r>
                      <a:endParaRPr lang="en-US" sz="1400" i="1" dirty="0">
                        <a:latin typeface="+mn-lt"/>
                      </a:endParaRPr>
                    </a:p>
                  </a:txBody>
                  <a:tcPr/>
                </a:tc>
              </a:tr>
            </a:tbl>
          </a:graphicData>
        </a:graphic>
      </p:graphicFrame>
      <p:sp>
        <p:nvSpPr>
          <p:cNvPr id="4" name="TextBox 3"/>
          <p:cNvSpPr txBox="1"/>
          <p:nvPr/>
        </p:nvSpPr>
        <p:spPr>
          <a:xfrm>
            <a:off x="2032000" y="-87643"/>
            <a:ext cx="8128000" cy="1169551"/>
          </a:xfrm>
          <a:prstGeom prst="rect">
            <a:avLst/>
          </a:prstGeom>
          <a:noFill/>
        </p:spPr>
        <p:txBody>
          <a:bodyPr wrap="square" rtlCol="0">
            <a:spAutoFit/>
          </a:bodyPr>
          <a:lstStyle/>
          <a:p>
            <a:pPr algn="ctr"/>
            <a:r>
              <a:rPr lang="en-US" sz="2800" b="1" dirty="0" smtClean="0">
                <a:ln w="9525">
                  <a:solidFill>
                    <a:schemeClr val="bg1"/>
                  </a:solidFill>
                  <a:prstDash val="solid"/>
                </a:ln>
                <a:solidFill>
                  <a:schemeClr val="tx2">
                    <a:lumMod val="75000"/>
                  </a:schemeClr>
                </a:solidFill>
                <a:effectLst>
                  <a:outerShdw blurRad="12700" dist="38100" dir="2700000" algn="tl" rotWithShape="0">
                    <a:schemeClr val="accent5">
                      <a:lumMod val="60000"/>
                      <a:lumOff val="40000"/>
                    </a:schemeClr>
                  </a:outerShdw>
                </a:effectLst>
              </a:rPr>
              <a:t>Sofas we Sell From Different Brands</a:t>
            </a:r>
          </a:p>
          <a:p>
            <a:pPr algn="ctr"/>
            <a:r>
              <a:rPr lang="en-US" sz="2400" b="1" dirty="0" smtClean="0">
                <a:ln w="9525">
                  <a:solidFill>
                    <a:schemeClr val="bg1"/>
                  </a:solidFill>
                  <a:prstDash val="solid"/>
                </a:ln>
                <a:effectLst>
                  <a:outerShdw blurRad="12700" dist="38100" dir="2700000" algn="tl" rotWithShape="0">
                    <a:schemeClr val="bg1">
                      <a:lumMod val="50000"/>
                    </a:schemeClr>
                  </a:outerShdw>
                </a:effectLst>
              </a:rPr>
              <a:t>(</a:t>
            </a:r>
            <a:r>
              <a:rPr lang="en-US" sz="2400" b="1" dirty="0" smtClean="0">
                <a:ln w="9525">
                  <a:solidFill>
                    <a:schemeClr val="bg1"/>
                  </a:solidFill>
                  <a:prstDash val="solid"/>
                </a:ln>
                <a:effectLst>
                  <a:outerShdw blurRad="38100" dist="38100" dir="2700000" algn="tl">
                    <a:srgbClr val="000000">
                      <a:alpha val="43137"/>
                    </a:srgbClr>
                  </a:outerShdw>
                </a:effectLst>
              </a:rPr>
              <a:t>Poltrona Frau</a:t>
            </a:r>
            <a:r>
              <a:rPr lang="en-US" sz="2400" b="1" dirty="0" smtClean="0">
                <a:ln w="9525">
                  <a:solidFill>
                    <a:schemeClr val="bg1"/>
                  </a:solidFill>
                  <a:prstDash val="solid"/>
                </a:ln>
                <a:effectLst>
                  <a:outerShdw blurRad="12700" dist="38100" dir="2700000" algn="tl" rotWithShape="0">
                    <a:schemeClr val="bg1">
                      <a:lumMod val="50000"/>
                    </a:schemeClr>
                  </a:outerShdw>
                </a:effectLst>
              </a:rPr>
              <a:t>) </a:t>
            </a:r>
          </a:p>
          <a:p>
            <a:pPr algn="ctr"/>
            <a:endParaRPr lang="en-US" dirty="0"/>
          </a:p>
        </p:txBody>
      </p:sp>
    </p:spTree>
    <p:extLst>
      <p:ext uri="{BB962C8B-B14F-4D97-AF65-F5344CB8AC3E}">
        <p14:creationId xmlns:p14="http://schemas.microsoft.com/office/powerpoint/2010/main" val="1615945633"/>
      </p:ext>
    </p:extLst>
  </p:cSld>
  <p:clrMapOvr>
    <a:masterClrMapping/>
  </p:clrMapOvr>
  <p:transition spd="med" advTm="2000">
    <p:pull dir="u"/>
    <p:sndAc>
      <p:stSnd>
        <p:snd r:embed="rId2" name="wind.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03320" y="0"/>
            <a:ext cx="3931920" cy="523220"/>
          </a:xfrm>
          <a:prstGeom prst="rect">
            <a:avLst/>
          </a:prstGeom>
          <a:noFill/>
        </p:spPr>
        <p:txBody>
          <a:bodyPr wrap="square" rtlCol="0">
            <a:spAutoFit/>
          </a:bodyPr>
          <a:lstStyle/>
          <a:p>
            <a:pPr algn="ctr"/>
            <a:r>
              <a:rPr lang="en-US" sz="2800" b="1" dirty="0" smtClean="0">
                <a:ln w="0"/>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Arial Black" panose="020B0A04020102020204" pitchFamily="34" charset="0"/>
              </a:rPr>
              <a:t>Ligne Roset</a:t>
            </a:r>
            <a:endParaRPr lang="en-US" sz="2800" b="1" dirty="0">
              <a:ln w="0"/>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Arial Black" panose="020B0A040201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290879116"/>
              </p:ext>
            </p:extLst>
          </p:nvPr>
        </p:nvGraphicFramePr>
        <p:xfrm>
          <a:off x="0" y="601362"/>
          <a:ext cx="12192000" cy="6256635"/>
        </p:xfrm>
        <a:graphic>
          <a:graphicData uri="http://schemas.openxmlformats.org/drawingml/2006/table">
            <a:tbl>
              <a:tblPr firstRow="1" bandRow="1">
                <a:tableStyleId>{073A0DAA-6AF3-43AB-8588-CEC1D06C72B9}</a:tableStyleId>
              </a:tblPr>
              <a:tblGrid>
                <a:gridCol w="2301240"/>
                <a:gridCol w="9890760"/>
              </a:tblGrid>
              <a:tr h="370519">
                <a:tc>
                  <a:txBody>
                    <a:bodyPr/>
                    <a:lstStyle/>
                    <a:p>
                      <a:pPr algn="ctr"/>
                      <a:r>
                        <a:rPr lang="en-US" dirty="0" smtClean="0"/>
                        <a:t>Sofas</a:t>
                      </a:r>
                      <a:endParaRPr lang="en-US" dirty="0"/>
                    </a:p>
                  </a:txBody>
                  <a:tcPr/>
                </a:tc>
                <a:tc>
                  <a:txBody>
                    <a:bodyPr/>
                    <a:lstStyle/>
                    <a:p>
                      <a:pPr algn="ctr"/>
                      <a:r>
                        <a:rPr lang="en-US" dirty="0" smtClean="0"/>
                        <a:t>Description</a:t>
                      </a:r>
                      <a:endParaRPr lang="en-US" dirty="0"/>
                    </a:p>
                  </a:txBody>
                  <a:tcPr/>
                </a:tc>
              </a:tr>
              <a:tr h="374122">
                <a:tc>
                  <a:txBody>
                    <a:bodyPr/>
                    <a:lstStyle/>
                    <a:p>
                      <a:pPr algn="ctr"/>
                      <a:r>
                        <a:rPr lang="en-US" b="1" dirty="0" smtClean="0">
                          <a:latin typeface="Cambria" panose="02040503050406030204" pitchFamily="18" charset="0"/>
                          <a:ea typeface="Cambria" panose="02040503050406030204" pitchFamily="18" charset="0"/>
                        </a:rPr>
                        <a:t>Togo sofa</a:t>
                      </a:r>
                      <a:endParaRPr lang="en-US" b="1" dirty="0">
                        <a:latin typeface="Cambria" panose="02040503050406030204" pitchFamily="18" charset="0"/>
                        <a:ea typeface="Cambria" panose="02040503050406030204" pitchFamily="18" charset="0"/>
                      </a:endParaRPr>
                    </a:p>
                  </a:txBody>
                  <a:tcPr/>
                </a:tc>
                <a:tc>
                  <a:txBody>
                    <a:bodyPr/>
                    <a:lstStyle/>
                    <a:p>
                      <a:r>
                        <a:rPr lang="en-US" sz="1800" b="0" i="0" kern="1200" dirty="0" smtClean="0">
                          <a:solidFill>
                            <a:schemeClr val="dk1"/>
                          </a:solidFill>
                          <a:effectLst/>
                          <a:latin typeface="+mn-lt"/>
                          <a:ea typeface="+mn-ea"/>
                          <a:cs typeface="+mn-cs"/>
                        </a:rPr>
                        <a:t> </a:t>
                      </a:r>
                      <a:r>
                        <a:rPr lang="en-US" sz="1400" b="0" i="0" kern="1200" dirty="0" smtClean="0">
                          <a:solidFill>
                            <a:schemeClr val="dk1"/>
                          </a:solidFill>
                          <a:effectLst/>
                          <a:latin typeface="+mn-lt"/>
                          <a:ea typeface="+mn-ea"/>
                          <a:cs typeface="+mn-cs"/>
                        </a:rPr>
                        <a:t>Its</a:t>
                      </a:r>
                      <a:r>
                        <a:rPr lang="en-US" sz="1400" b="0" i="0" kern="1200" baseline="0" dirty="0" smtClean="0">
                          <a:solidFill>
                            <a:schemeClr val="dk1"/>
                          </a:solidFill>
                          <a:effectLst/>
                          <a:latin typeface="+mn-lt"/>
                          <a:ea typeface="+mn-ea"/>
                          <a:cs typeface="+mn-cs"/>
                        </a:rPr>
                        <a:t> Features are </a:t>
                      </a:r>
                      <a:r>
                        <a:rPr lang="en-US" sz="1400" b="0" i="1" kern="1200" dirty="0" smtClean="0">
                          <a:solidFill>
                            <a:schemeClr val="dk1"/>
                          </a:solidFill>
                          <a:effectLst/>
                          <a:latin typeface="+mn-lt"/>
                          <a:ea typeface="+mn-ea"/>
                          <a:cs typeface="+mn-cs"/>
                        </a:rPr>
                        <a:t>low-slung, modular design, deeply padded foam layers, no visible frame, and available in fabric or leather upholstery.</a:t>
                      </a:r>
                      <a:endParaRPr lang="en-US" sz="1400" b="0" i="1" dirty="0">
                        <a:latin typeface="+mn-lt"/>
                      </a:endParaRPr>
                    </a:p>
                  </a:txBody>
                  <a:tcPr/>
                </a:tc>
              </a:tr>
              <a:tr h="374122">
                <a:tc>
                  <a:txBody>
                    <a:bodyPr/>
                    <a:lstStyle/>
                    <a:p>
                      <a:pPr algn="ctr"/>
                      <a:r>
                        <a:rPr lang="en-US" b="1" dirty="0" smtClean="0">
                          <a:latin typeface="Cambria" panose="02040503050406030204" pitchFamily="18" charset="0"/>
                          <a:ea typeface="Cambria" panose="02040503050406030204" pitchFamily="18" charset="0"/>
                        </a:rPr>
                        <a:t>Ploum</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800" b="0" i="0"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 It has</a:t>
                      </a:r>
                      <a:r>
                        <a:rPr lang="en-US" sz="1400" b="0" i="1" kern="1200" baseline="0" dirty="0" smtClean="0">
                          <a:solidFill>
                            <a:schemeClr val="dk1"/>
                          </a:solidFill>
                          <a:effectLst/>
                          <a:latin typeface="+mn-lt"/>
                          <a:ea typeface="+mn-ea"/>
                          <a:cs typeface="+mn-cs"/>
                        </a:rPr>
                        <a:t> a </a:t>
                      </a:r>
                      <a:r>
                        <a:rPr lang="en-US" sz="1400" b="0" i="1" kern="1200" dirty="0" smtClean="0">
                          <a:solidFill>
                            <a:schemeClr val="dk1"/>
                          </a:solidFill>
                          <a:effectLst/>
                          <a:latin typeface="+mn-lt"/>
                          <a:ea typeface="+mn-ea"/>
                          <a:cs typeface="+mn-cs"/>
                        </a:rPr>
                        <a:t> fully upholstered in quilted fabric. It has no visible frame, creating a soft, sculptural look, and is supported by low metal legs.</a:t>
                      </a:r>
                      <a:endParaRPr lang="en-US" sz="1400" b="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Manarola</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800" b="0" i="0"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a tubular steel shell-frame embedded in expanded polyurethane padding. It has a soft, comfortable form  with a Sculptural</a:t>
                      </a:r>
                      <a:r>
                        <a:rPr lang="en-US" sz="1400" b="0" i="1" kern="1200" baseline="0" dirty="0" smtClean="0">
                          <a:solidFill>
                            <a:schemeClr val="dk1"/>
                          </a:solidFill>
                          <a:effectLst/>
                          <a:latin typeface="+mn-lt"/>
                          <a:ea typeface="+mn-ea"/>
                          <a:cs typeface="+mn-cs"/>
                        </a:rPr>
                        <a:t> design.</a:t>
                      </a:r>
                      <a:endParaRPr lang="en-US" sz="1400" b="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Ruche Sofa </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It features a solid beech wood frame with slender legs, quilted seat cushion</a:t>
                      </a:r>
                      <a:r>
                        <a:rPr lang="en-US" sz="1400" b="0" i="1" kern="1200" baseline="0" dirty="0" smtClean="0">
                          <a:solidFill>
                            <a:schemeClr val="dk1"/>
                          </a:solidFill>
                          <a:effectLst/>
                          <a:latin typeface="+mn-lt"/>
                          <a:ea typeface="+mn-ea"/>
                          <a:cs typeface="+mn-cs"/>
                        </a:rPr>
                        <a:t> and </a:t>
                      </a:r>
                      <a:r>
                        <a:rPr lang="en-US" sz="1400" b="0" i="1" kern="1200" dirty="0" smtClean="0">
                          <a:solidFill>
                            <a:schemeClr val="dk1"/>
                          </a:solidFill>
                          <a:effectLst/>
                          <a:latin typeface="+mn-lt"/>
                          <a:ea typeface="+mn-ea"/>
                          <a:cs typeface="+mn-cs"/>
                        </a:rPr>
                        <a:t>It combines rigid structure with flexible comfort.</a:t>
                      </a:r>
                      <a:endParaRPr lang="en-US" sz="1400" b="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Pumpkin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soft, organic, round shapes and firm seating comfort all characterize the Pumpkin collection, also available as an armchair.</a:t>
                      </a:r>
                      <a:endParaRPr lang="en-US" sz="1400" b="0" i="1" dirty="0">
                        <a:latin typeface="+mn-lt"/>
                      </a:endParaRPr>
                    </a:p>
                  </a:txBody>
                  <a:tcPr/>
                </a:tc>
              </a:tr>
              <a:tr h="374122">
                <a:tc>
                  <a:txBody>
                    <a:bodyPr/>
                    <a:lstStyle/>
                    <a:p>
                      <a:pPr algn="ctr"/>
                      <a:r>
                        <a:rPr lang="en-US" b="1" dirty="0" smtClean="0">
                          <a:latin typeface="Cambria" panose="02040503050406030204" pitchFamily="18" charset="0"/>
                          <a:ea typeface="Cambria" panose="02040503050406030204" pitchFamily="18" charset="0"/>
                        </a:rPr>
                        <a:t>Kashima</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All-foam construction with high-density Bultex foam, integrated armrests, lumbar, headrest, and fully quilted removable cover.</a:t>
                      </a:r>
                      <a:endParaRPr lang="en-US" sz="1400" b="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Prado</a:t>
                      </a:r>
                      <a:r>
                        <a:rPr lang="en-US" b="1" baseline="0" dirty="0" smtClean="0">
                          <a:latin typeface="Cambria" panose="02040503050406030204" pitchFamily="18" charset="0"/>
                          <a:ea typeface="Cambria" panose="02040503050406030204" pitchFamily="18" charset="0"/>
                        </a:rPr>
                        <a:t> </a:t>
                      </a:r>
                      <a:r>
                        <a:rPr lang="en-US" b="1" dirty="0" smtClean="0">
                          <a:latin typeface="Cambria" panose="02040503050406030204" pitchFamily="18" charset="0"/>
                          <a:ea typeface="Cambria" panose="02040503050406030204" pitchFamily="18" charset="0"/>
                        </a:rPr>
                        <a:t>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Modular bench seat with weighted, anti-slip back cushions; reversible seat for use as a bed.</a:t>
                      </a:r>
                      <a:endParaRPr lang="en-US" sz="1100" b="0" i="1" dirty="0"/>
                    </a:p>
                  </a:txBody>
                  <a:tcPr/>
                </a:tc>
              </a:tr>
              <a:tr h="3741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smtClean="0">
                          <a:latin typeface="Cambria" panose="02040503050406030204" pitchFamily="18" charset="0"/>
                          <a:ea typeface="Cambria" panose="02040503050406030204" pitchFamily="18" charset="0"/>
                        </a:rPr>
                        <a:t>Noka</a:t>
                      </a:r>
                      <a:r>
                        <a:rPr lang="en-US" b="1" baseline="0" dirty="0" smtClean="0">
                          <a:latin typeface="Cambria" panose="02040503050406030204" pitchFamily="18" charset="0"/>
                          <a:ea typeface="Cambria" panose="02040503050406030204" pitchFamily="18" charset="0"/>
                        </a:rPr>
                        <a:t> Sofa</a:t>
                      </a:r>
                      <a:endParaRPr lang="en-US" b="1" dirty="0" smtClean="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Low, modular sofa with high arms, deep seat, ash wood shelf, and removable fabric cover.</a:t>
                      </a:r>
                      <a:endParaRPr lang="en-US" i="1" dirty="0"/>
                    </a:p>
                  </a:txBody>
                  <a:tcPr/>
                </a:tc>
              </a:tr>
              <a:tr h="374122">
                <a:tc>
                  <a:txBody>
                    <a:bodyPr/>
                    <a:lstStyle/>
                    <a:p>
                      <a:pPr algn="ctr"/>
                      <a:r>
                        <a:rPr lang="en-US" b="1" baseline="0" dirty="0" smtClean="0">
                          <a:latin typeface="Cambria" panose="02040503050406030204" pitchFamily="18" charset="0"/>
                          <a:ea typeface="Cambria" panose="02040503050406030204" pitchFamily="18" charset="0"/>
                        </a:rPr>
                        <a:t>Ottoman Sofa </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It</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is a low, upholstered furniture piece used as a footrest, extra seat, coffee table, or storage unit, often without arms or a back.</a:t>
                      </a:r>
                      <a:endParaRPr lang="en-US" sz="140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Saparella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Modular 1965 design with concave diabolo, steel links, quilted foam, and removable cover for indoor or outdoor use.</a:t>
                      </a:r>
                      <a:endParaRPr lang="en-US" sz="1400" b="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Taru</a:t>
                      </a:r>
                      <a:r>
                        <a:rPr lang="en-US" b="1" baseline="0" dirty="0" smtClean="0">
                          <a:latin typeface="Cambria" panose="02040503050406030204" pitchFamily="18" charset="0"/>
                          <a:ea typeface="Cambria" panose="02040503050406030204" pitchFamily="18" charset="0"/>
                        </a:rPr>
                        <a:t> Sofa</a:t>
                      </a:r>
                      <a:r>
                        <a:rPr lang="en-US" b="1" dirty="0" smtClean="0">
                          <a:latin typeface="Cambria" panose="02040503050406030204" pitchFamily="18" charset="0"/>
                          <a:ea typeface="Cambria" panose="02040503050406030204" pitchFamily="18" charset="0"/>
                        </a:rPr>
                        <a:t> </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Fully upholstered base, curved bi-material back, mixable fabrics, elastic webbing, Bultex foam, professional cover removal.</a:t>
                      </a:r>
                      <a:endParaRPr lang="en-US" sz="1400" i="1" dirty="0"/>
                    </a:p>
                  </a:txBody>
                  <a:tcPr/>
                </a:tc>
              </a:tr>
              <a:tr h="374122">
                <a:tc>
                  <a:txBody>
                    <a:bodyPr/>
                    <a:lstStyle/>
                    <a:p>
                      <a:pPr algn="ctr"/>
                      <a:r>
                        <a:rPr lang="en-US" b="1" baseline="0" dirty="0" smtClean="0">
                          <a:latin typeface="Cambria" panose="02040503050406030204" pitchFamily="18" charset="0"/>
                          <a:ea typeface="Cambria" panose="02040503050406030204" pitchFamily="18" charset="0"/>
                        </a:rPr>
                        <a:t>Paipai Sofa </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Origami-inspired cocoon design, high-resilience Bultex foam, flexible armrests, removable fabric/leather cover, matte black steel legs.</a:t>
                      </a:r>
                      <a:endParaRPr lang="en-US" sz="140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Nomade2 </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Modular steel-frame sofa with soft or firm Bultex foam, feather back cushions, and removable fabric covers.</a:t>
                      </a:r>
                      <a:endParaRPr lang="en-US" sz="1400" i="1" dirty="0"/>
                    </a:p>
                  </a:txBody>
                  <a:tcPr/>
                </a:tc>
              </a:tr>
              <a:tr h="374122">
                <a:tc>
                  <a:txBody>
                    <a:bodyPr/>
                    <a:lstStyle/>
                    <a:p>
                      <a:pPr algn="ctr"/>
                      <a:r>
                        <a:rPr lang="en-US" b="1" dirty="0" smtClean="0">
                          <a:latin typeface="Cambria" panose="02040503050406030204" pitchFamily="18" charset="0"/>
                          <a:ea typeface="Cambria" panose="02040503050406030204" pitchFamily="18" charset="0"/>
                        </a:rPr>
                        <a:t>Uncover Sofa </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All-foam construction, quilted stretch cover, clean lines, high-resilience Bultex foam, removable cover, minimalist design.</a:t>
                      </a:r>
                      <a:endParaRPr lang="en-US" sz="1400" i="1" dirty="0"/>
                    </a:p>
                  </a:txBody>
                  <a:tcPr/>
                </a:tc>
              </a:tr>
              <a:tr h="648408">
                <a:tc>
                  <a:txBody>
                    <a:bodyPr/>
                    <a:lstStyle/>
                    <a:p>
                      <a:pPr algn="ctr"/>
                      <a:r>
                        <a:rPr lang="en-US" b="1" baseline="0" dirty="0" smtClean="0">
                          <a:latin typeface="Cambria" panose="02040503050406030204" pitchFamily="18" charset="0"/>
                          <a:ea typeface="Cambria" panose="02040503050406030204" pitchFamily="18" charset="0"/>
                        </a:rPr>
                        <a:t>Exclusif Asymmetrical</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Asymmetrical design with webbed suspension, feather cushions, Bultex foam core, removable covers, and optional linking modules.</a:t>
                      </a:r>
                      <a:endParaRPr lang="en-US" sz="1400" i="1" dirty="0"/>
                    </a:p>
                  </a:txBody>
                  <a:tcPr/>
                </a:tc>
              </a:tr>
            </a:tbl>
          </a:graphicData>
        </a:graphic>
      </p:graphicFrame>
    </p:spTree>
    <p:extLst>
      <p:ext uri="{BB962C8B-B14F-4D97-AF65-F5344CB8AC3E}">
        <p14:creationId xmlns:p14="http://schemas.microsoft.com/office/powerpoint/2010/main" val="3534722202"/>
      </p:ext>
    </p:extLst>
  </p:cSld>
  <p:clrMapOvr>
    <a:masterClrMapping/>
  </p:clrMapOvr>
  <p:transition spd="med" advTm="2000">
    <p:pull/>
    <p:sndAc>
      <p:stSnd>
        <p:snd r:embed="rId2" name="wind.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63747553"/>
              </p:ext>
            </p:extLst>
          </p:nvPr>
        </p:nvGraphicFramePr>
        <p:xfrm>
          <a:off x="0" y="719666"/>
          <a:ext cx="12192000" cy="5933440"/>
        </p:xfrm>
        <a:graphic>
          <a:graphicData uri="http://schemas.openxmlformats.org/drawingml/2006/table">
            <a:tbl>
              <a:tblPr firstRow="1" bandRow="1">
                <a:tableStyleId>{073A0DAA-6AF3-43AB-8588-CEC1D06C72B9}</a:tableStyleId>
              </a:tblPr>
              <a:tblGrid>
                <a:gridCol w="2500183"/>
                <a:gridCol w="9691817"/>
              </a:tblGrid>
              <a:tr h="370840">
                <a:tc>
                  <a:txBody>
                    <a:bodyPr/>
                    <a:lstStyle/>
                    <a:p>
                      <a:pPr algn="ctr"/>
                      <a:r>
                        <a:rPr lang="en-US" dirty="0" smtClean="0"/>
                        <a:t>Sofas</a:t>
                      </a:r>
                      <a:endParaRPr lang="en-US" dirty="0"/>
                    </a:p>
                  </a:txBody>
                  <a:tcPr/>
                </a:tc>
                <a:tc>
                  <a:txBody>
                    <a:bodyPr/>
                    <a:lstStyle/>
                    <a:p>
                      <a:pPr algn="ctr"/>
                      <a:r>
                        <a:rPr lang="en-US" dirty="0" smtClean="0"/>
                        <a:t>Description</a:t>
                      </a:r>
                      <a:endParaRPr lang="en-US" dirty="0"/>
                    </a:p>
                  </a:txBody>
                  <a:tcPr/>
                </a:tc>
              </a:tr>
              <a:tr h="370840">
                <a:tc>
                  <a:txBody>
                    <a:bodyPr/>
                    <a:lstStyle/>
                    <a:p>
                      <a:pPr algn="ctr"/>
                      <a:r>
                        <a:rPr lang="en-US" b="1" dirty="0" smtClean="0">
                          <a:latin typeface="Cambria" panose="02040503050406030204" pitchFamily="18" charset="0"/>
                          <a:ea typeface="Cambria" panose="02040503050406030204" pitchFamily="18" charset="0"/>
                        </a:rPr>
                        <a:t>Ground</a:t>
                      </a:r>
                      <a:r>
                        <a:rPr lang="en-US" b="1" baseline="0" dirty="0" smtClean="0">
                          <a:latin typeface="Cambria" panose="02040503050406030204" pitchFamily="18" charset="0"/>
                          <a:ea typeface="Cambria" panose="02040503050406030204" pitchFamily="18" charset="0"/>
                        </a:rPr>
                        <a:t> Piece</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Low, modular sofa with deep seats, down-filled cushions, and armrests that double as shelves or storage.</a:t>
                      </a:r>
                      <a:endParaRPr lang="en-US" sz="18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Feel Good</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pPr algn="l"/>
                      <a:r>
                        <a:rPr lang="en-US" sz="1400" b="0" i="1" kern="1200" dirty="0" smtClean="0">
                          <a:solidFill>
                            <a:schemeClr val="dk1"/>
                          </a:solidFill>
                          <a:effectLst/>
                          <a:latin typeface="+mn-lt"/>
                          <a:ea typeface="+mn-ea"/>
                          <a:cs typeface="+mn-cs"/>
                        </a:rPr>
                        <a:t>featuring a leather-covered metal frame, goose down cushions, and a timeless, elegant design</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Soft Dream Sofa</a:t>
                      </a:r>
                      <a:endParaRPr lang="en-US" b="1" dirty="0">
                        <a:latin typeface="Cambria" panose="02040503050406030204" pitchFamily="18" charset="0"/>
                        <a:ea typeface="Cambria" panose="02040503050406030204" pitchFamily="18" charset="0"/>
                      </a:endParaRPr>
                    </a:p>
                  </a:txBody>
                  <a:tcPr/>
                </a:tc>
                <a:tc>
                  <a:txBody>
                    <a:bodyPr/>
                    <a:lstStyle/>
                    <a:p>
                      <a:pPr algn="l"/>
                      <a:r>
                        <a:rPr lang="en-US" sz="1400" b="0" i="1" kern="1200" dirty="0" smtClean="0">
                          <a:solidFill>
                            <a:schemeClr val="dk1"/>
                          </a:solidFill>
                          <a:effectLst/>
                          <a:latin typeface="+mn-lt"/>
                          <a:ea typeface="+mn-ea"/>
                          <a:cs typeface="+mn-cs"/>
                        </a:rPr>
                        <a:t>Low, modular sofa with deep seats, down-filled cushions, and armrests that double as shelves or storage.</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Cestone</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metal frame with woven cowhide strips in a checkerboard pattern, goose-down filled cushions, removable fabric or leather covers</a:t>
                      </a:r>
                      <a:endParaRPr lang="en-US" sz="1400" b="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Lario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 slim 88 cm depth, padded block design, relaxing mechanism, optional storage armrest, and cowhide roll for head support.</a:t>
                      </a:r>
                      <a:endParaRPr lang="en-US" sz="1400" b="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Gregory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a metal base with cowhide webbing,</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cast aluminum feet, and removable fabric or leather upholstery in modular configurations.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Campiello</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 metal base with cowhide webbing, cast aluminum feet, and removable fabric or leather covers in modular designs.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Super MAX</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kidney-bean seat, cylindrical backrest, tubular metal frame, and is designed for social spaces like offices and lounges.</a:t>
                      </a:r>
                      <a:endParaRPr lang="en-US" sz="1400" i="1" dirty="0"/>
                    </a:p>
                  </a:txBody>
                  <a:tcPr/>
                </a:tc>
              </a:tr>
              <a:tr h="370840">
                <a:tc>
                  <a:txBody>
                    <a:bodyPr/>
                    <a:lstStyle/>
                    <a:p>
                      <a:pPr algn="ctr"/>
                      <a:r>
                        <a:rPr lang="en-US" b="1" baseline="0" dirty="0" smtClean="0">
                          <a:latin typeface="Cambria" panose="02040503050406030204" pitchFamily="18" charset="0"/>
                          <a:ea typeface="Cambria" panose="02040503050406030204" pitchFamily="18" charset="0"/>
                        </a:rPr>
                        <a:t>Guscio Sofa</a:t>
                      </a:r>
                      <a:endParaRPr lang="en-US" b="1" dirty="0">
                        <a:latin typeface="Cambria" panose="02040503050406030204" pitchFamily="18" charset="0"/>
                        <a:ea typeface="Cambria" panose="02040503050406030204" pitchFamily="18" charset="0"/>
                      </a:endParaRPr>
                    </a:p>
                  </a:txBody>
                  <a:tcPr/>
                </a:tc>
                <a:tc>
                  <a:txBody>
                    <a:bodyPr/>
                    <a:lstStyle/>
                    <a:p>
                      <a:r>
                        <a:rPr lang="en-US" sz="1800" b="0" i="1"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enveloping polyurethane shell, goose-down seat cushions, non-removable fabric or leather upholstery, and a base in solid wood.</a:t>
                      </a:r>
                      <a:endParaRPr lang="en-US" sz="1400" i="1" dirty="0"/>
                    </a:p>
                  </a:txBody>
                  <a:tcPr/>
                </a:tc>
              </a:tr>
              <a:tr h="370840">
                <a:tc>
                  <a:txBody>
                    <a:bodyPr/>
                    <a:lstStyle/>
                    <a:p>
                      <a:pPr algn="ctr"/>
                      <a:r>
                        <a:rPr lang="en-US" b="1" baseline="0" dirty="0" smtClean="0">
                          <a:latin typeface="Cambria" panose="02040503050406030204" pitchFamily="18" charset="0"/>
                          <a:ea typeface="Cambria" panose="02040503050406030204" pitchFamily="18" charset="0"/>
                        </a:rPr>
                        <a:t>Super Max Sofa</a:t>
                      </a:r>
                      <a:endParaRPr lang="en-US" b="1" dirty="0">
                        <a:latin typeface="Cambria" panose="02040503050406030204" pitchFamily="18" charset="0"/>
                        <a:ea typeface="Cambria" panose="02040503050406030204" pitchFamily="18" charset="0"/>
                      </a:endParaRPr>
                    </a:p>
                  </a:txBody>
                  <a:tcPr/>
                </a:tc>
                <a:tc>
                  <a:txBody>
                    <a:bodyPr/>
                    <a:lstStyle/>
                    <a:p>
                      <a:r>
                        <a:rPr lang="en-US" sz="1800" b="0" i="1"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lowered tubular metal frame, generous kidney-bean shaped seat with enhanced padding, and a cylindrical backrest.</a:t>
                      </a:r>
                      <a:endParaRPr lang="en-US" sz="1800" b="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Perry up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 plywood and metal structure, variable-density foam,, removable upholstery, with tubular metal base with aluminum feet.</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Lounge Scape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monocoque structure, organic shapes, raked base for lightness,</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and removable fabric or leather upholstery.</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Asolo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lightweight metal base, deep seating, removable fabric or leather covers, and a minimalist, modular design for modern living.</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Edmond</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 tubular metal frame, crushproof backrest insert, and removable fabric or leather upholstery in modular designs.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Adda Sofa</a:t>
                      </a:r>
                      <a:endParaRPr lang="en-US" b="1" dirty="0">
                        <a:latin typeface="Cambria" panose="02040503050406030204" pitchFamily="18" charset="0"/>
                        <a:ea typeface="Cambria" panose="02040503050406030204" pitchFamily="18" charset="0"/>
                      </a:endParaRPr>
                    </a:p>
                  </a:txBody>
                  <a:tcPr/>
                </a:tc>
                <a:tc>
                  <a:txBody>
                    <a:bodyPr/>
                    <a:lstStyle/>
                    <a:p>
                      <a:r>
                        <a:rPr lang="en-US" sz="1800" b="0" i="1" kern="120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a low, modular design with deep seating, goose-down cushions, a tubular metal base, and removable fabric or leather upholstery.</a:t>
                      </a:r>
                      <a:endParaRPr lang="en-US" sz="1400" i="1" dirty="0"/>
                    </a:p>
                  </a:txBody>
                  <a:tcPr/>
                </a:tc>
              </a:tr>
            </a:tbl>
          </a:graphicData>
        </a:graphic>
      </p:graphicFrame>
      <p:sp>
        <p:nvSpPr>
          <p:cNvPr id="4" name="TextBox 3"/>
          <p:cNvSpPr txBox="1"/>
          <p:nvPr/>
        </p:nvSpPr>
        <p:spPr>
          <a:xfrm>
            <a:off x="3814118" y="85353"/>
            <a:ext cx="3641125" cy="584775"/>
          </a:xfrm>
          <a:prstGeom prst="rect">
            <a:avLst/>
          </a:prstGeom>
          <a:noFill/>
        </p:spPr>
        <p:txBody>
          <a:bodyPr wrap="square" rtlCol="0">
            <a:spAutoFit/>
          </a:bodyPr>
          <a:lstStyle/>
          <a:p>
            <a:pPr algn="ctr"/>
            <a:r>
              <a:rPr lang="en-US" sz="32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Flexform</a:t>
            </a:r>
            <a:endParaRPr lang="en-US" sz="2400" b="1" dirty="0"/>
          </a:p>
        </p:txBody>
      </p:sp>
    </p:spTree>
    <p:extLst>
      <p:ext uri="{BB962C8B-B14F-4D97-AF65-F5344CB8AC3E}">
        <p14:creationId xmlns:p14="http://schemas.microsoft.com/office/powerpoint/2010/main" val="524091347"/>
      </p:ext>
    </p:extLst>
  </p:cSld>
  <p:clrMapOvr>
    <a:masterClrMapping/>
  </p:clrMapOvr>
  <p:transition spd="med" advTm="2000">
    <p:pull dir="u"/>
    <p:sndAc>
      <p:stSnd>
        <p:snd r:embed="rId2" name="wind.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22621501"/>
              </p:ext>
            </p:extLst>
          </p:nvPr>
        </p:nvGraphicFramePr>
        <p:xfrm>
          <a:off x="0" y="719666"/>
          <a:ext cx="12192000" cy="6471920"/>
        </p:xfrm>
        <a:graphic>
          <a:graphicData uri="http://schemas.openxmlformats.org/drawingml/2006/table">
            <a:tbl>
              <a:tblPr firstRow="1" bandRow="1">
                <a:tableStyleId>{073A0DAA-6AF3-43AB-8588-CEC1D06C72B9}</a:tableStyleId>
              </a:tblPr>
              <a:tblGrid>
                <a:gridCol w="2183027"/>
                <a:gridCol w="10008973"/>
              </a:tblGrid>
              <a:tr h="370840">
                <a:tc>
                  <a:txBody>
                    <a:bodyPr/>
                    <a:lstStyle/>
                    <a:p>
                      <a:pPr algn="ctr"/>
                      <a:r>
                        <a:rPr lang="en-US" dirty="0" smtClean="0"/>
                        <a:t>Sofas</a:t>
                      </a:r>
                      <a:endParaRPr lang="en-US" dirty="0"/>
                    </a:p>
                  </a:txBody>
                  <a:tcPr/>
                </a:tc>
                <a:tc>
                  <a:txBody>
                    <a:bodyPr/>
                    <a:lstStyle/>
                    <a:p>
                      <a:pPr algn="ctr"/>
                      <a:r>
                        <a:rPr lang="en-US" dirty="0" smtClean="0"/>
                        <a:t>Description</a:t>
                      </a:r>
                      <a:endParaRPr lang="en-US" dirty="0"/>
                    </a:p>
                  </a:txBody>
                  <a:tcPr/>
                </a:tc>
              </a:tr>
              <a:tr h="370840">
                <a:tc>
                  <a:txBody>
                    <a:bodyPr/>
                    <a:lstStyle/>
                    <a:p>
                      <a:pPr algn="ctr"/>
                      <a:r>
                        <a:rPr lang="en-US" b="1" dirty="0" smtClean="0">
                          <a:latin typeface="Cambria" panose="02040503050406030204" pitchFamily="18" charset="0"/>
                          <a:ea typeface="Cambria" panose="02040503050406030204" pitchFamily="18" charset="0"/>
                        </a:rPr>
                        <a:t>Revive</a:t>
                      </a:r>
                      <a:r>
                        <a:rPr lang="en-US" b="1" baseline="0" dirty="0" smtClean="0">
                          <a:latin typeface="Cambria" panose="02040503050406030204" pitchFamily="18" charset="0"/>
                          <a:ea typeface="Cambria" panose="02040503050406030204" pitchFamily="18" charset="0"/>
                        </a:rPr>
                        <a:t> Recliner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Responsive Recline, dynamic arms, 360° swivel, tilting ottoman, , adapting fluidly to body movements with 120 precision components.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Diesis</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a compact, linear design with adjustable headrests, Soft Touch recline mechanism, and wooden feet.</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Melpot Modular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extreme modularity, combining seating, ottomans, and bookshelves, with fabric or leather covers, including quilted options.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Philo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refined quilting, metal feet, soft padding, recline function, Soft Touch mechanism,</a:t>
                      </a:r>
                      <a:r>
                        <a:rPr lang="en-US" sz="1400" b="0" i="1" kern="1200" baseline="0" dirty="0" smtClean="0">
                          <a:solidFill>
                            <a:schemeClr val="dk1"/>
                          </a:solidFill>
                          <a:effectLst/>
                          <a:latin typeface="+mn-lt"/>
                          <a:ea typeface="+mn-ea"/>
                          <a:cs typeface="+mn-cs"/>
                        </a:rPr>
                        <a:t> with </a:t>
                      </a:r>
                      <a:r>
                        <a:rPr lang="en-US" sz="1400" b="0" i="1" kern="1200" dirty="0" smtClean="0">
                          <a:solidFill>
                            <a:schemeClr val="dk1"/>
                          </a:solidFill>
                          <a:effectLst/>
                          <a:latin typeface="+mn-lt"/>
                          <a:ea typeface="+mn-ea"/>
                          <a:cs typeface="+mn-cs"/>
                        </a:rPr>
                        <a:t>ZeroWall technology, </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Re-Vive</a:t>
                      </a:r>
                      <a:r>
                        <a:rPr lang="en-US" b="1" baseline="0" dirty="0" smtClean="0">
                          <a:latin typeface="Cambria" panose="02040503050406030204" pitchFamily="18" charset="0"/>
                          <a:ea typeface="Cambria" panose="02040503050406030204" pitchFamily="18" charset="0"/>
                        </a:rPr>
                        <a:t> Recliner</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Recline, dynamic arms, 360° swivel, tilting ottoman, Flex Back, and is crafted with Italian leather and 120 precision components.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Dorain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Memory Foam, hidden anti-slip feet, and high modularity with all-around trimmed modules for versatile configurations.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Melpot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an extremely modular system with interchangeable elements, featuring Climalight seat cushions, and optional shelves or drawers.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Plaza</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It</a:t>
                      </a:r>
                      <a:r>
                        <a:rPr lang="en-US" sz="1400" b="0" i="1" kern="1200" baseline="0" dirty="0" smtClean="0">
                          <a:solidFill>
                            <a:schemeClr val="dk1"/>
                          </a:solidFill>
                          <a:effectLst/>
                          <a:latin typeface="+mn-lt"/>
                          <a:ea typeface="+mn-ea"/>
                          <a:cs typeface="+mn-cs"/>
                        </a:rPr>
                        <a:t> has </a:t>
                      </a:r>
                      <a:r>
                        <a:rPr lang="en-US" sz="1400" b="0" i="1" kern="1200" dirty="0" smtClean="0">
                          <a:solidFill>
                            <a:schemeClr val="dk1"/>
                          </a:solidFill>
                          <a:effectLst/>
                          <a:latin typeface="+mn-lt"/>
                          <a:ea typeface="+mn-ea"/>
                          <a:cs typeface="+mn-cs"/>
                        </a:rPr>
                        <a:t>a metal base, soft leather upholstery, and a comfortable seat with Memory Foam and goose down padding.</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Brio Recliner</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Soft Touch recline, electric headrests, memory foam cushions, zero-wall mechanism, and  built-in Bluetooth audio system in a sleek.</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Icon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a soft, rounded modular design, Climalight and polyurethane padding, vertical quilting on leather, and a black chrome-metal base.</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Felix</a:t>
                      </a:r>
                      <a:r>
                        <a:rPr lang="en-US" b="1" baseline="0" dirty="0" smtClean="0">
                          <a:latin typeface="Cambria" panose="02040503050406030204" pitchFamily="18" charset="0"/>
                          <a:ea typeface="Cambria" panose="02040503050406030204" pitchFamily="18" charset="0"/>
                        </a:rPr>
                        <a:t>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 a linear, minimalist design with soft leather upholstery, hidden feet, Climalight seat cushions,</a:t>
                      </a:r>
                      <a:r>
                        <a:rPr lang="en-US" sz="1400" b="0" i="1" kern="1200" baseline="0" dirty="0" smtClean="0">
                          <a:solidFill>
                            <a:schemeClr val="dk1"/>
                          </a:solidFill>
                          <a:effectLst/>
                          <a:latin typeface="+mn-lt"/>
                          <a:ea typeface="+mn-ea"/>
                          <a:cs typeface="+mn-cs"/>
                        </a:rPr>
                        <a:t> </a:t>
                      </a:r>
                      <a:r>
                        <a:rPr lang="en-US" sz="1400" b="0" i="1" kern="1200" dirty="0" smtClean="0">
                          <a:solidFill>
                            <a:schemeClr val="dk1"/>
                          </a:solidFill>
                          <a:effectLst/>
                          <a:latin typeface="+mn-lt"/>
                          <a:ea typeface="+mn-ea"/>
                          <a:cs typeface="+mn-cs"/>
                        </a:rPr>
                        <a:t>and a comfortable, enveloping shape.</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Natuzzi</a:t>
                      </a:r>
                      <a:r>
                        <a:rPr lang="en-US" b="1" baseline="0" dirty="0" smtClean="0">
                          <a:latin typeface="Cambria" panose="02040503050406030204" pitchFamily="18" charset="0"/>
                          <a:ea typeface="Cambria" panose="02040503050406030204" pitchFamily="18" charset="0"/>
                        </a:rPr>
                        <a:t> Adagio</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 sleek, modern design with soft leather upholstery, a low profile, and a comfortable seat with Memory Foam and goose down padding.</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Lemiere Sofa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a refined, contemporary design with soft leather upholstery, a metal base, Climalight seat cushions, goose down back cushions.</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Domus Project</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modular sofa system with recliner options, zero-gravity function, integrated storage tables, and dual power motion.</a:t>
                      </a:r>
                      <a:endParaRPr lang="en-US" sz="1400" i="1" dirty="0"/>
                    </a:p>
                  </a:txBody>
                  <a:tcPr/>
                </a:tc>
              </a:tr>
              <a:tr h="370840">
                <a:tc>
                  <a:txBody>
                    <a:bodyPr/>
                    <a:lstStyle/>
                    <a:p>
                      <a:pPr algn="ctr"/>
                      <a:r>
                        <a:rPr lang="en-US" b="1" dirty="0" smtClean="0">
                          <a:latin typeface="Cambria" panose="02040503050406030204" pitchFamily="18" charset="0"/>
                          <a:ea typeface="Cambria" panose="02040503050406030204" pitchFamily="18" charset="0"/>
                        </a:rPr>
                        <a:t>Duca</a:t>
                      </a:r>
                      <a:endParaRPr lang="en-US" b="1" dirty="0">
                        <a:latin typeface="Cambria" panose="02040503050406030204" pitchFamily="18" charset="0"/>
                        <a:ea typeface="Cambria" panose="02040503050406030204" pitchFamily="18" charset="0"/>
                      </a:endParaRPr>
                    </a:p>
                  </a:txBody>
                  <a:tcPr/>
                </a:tc>
                <a:tc>
                  <a:txBody>
                    <a:bodyPr/>
                    <a:lstStyle/>
                    <a:p>
                      <a:r>
                        <a:rPr lang="en-US" sz="1400" b="0" i="1" kern="1200" dirty="0" smtClean="0">
                          <a:solidFill>
                            <a:schemeClr val="dk1"/>
                          </a:solidFill>
                          <a:effectLst/>
                          <a:latin typeface="+mn-lt"/>
                          <a:ea typeface="+mn-ea"/>
                          <a:cs typeface="+mn-cs"/>
                        </a:rPr>
                        <a:t>wide armrests with storage, adjustable headrest, Soft Touch recline, Zerowall system, and optional audio kit with Bluetooth connectivity.</a:t>
                      </a:r>
                      <a:endParaRPr lang="en-US" sz="1400" i="1" dirty="0"/>
                    </a:p>
                  </a:txBody>
                  <a:tcPr/>
                </a:tc>
              </a:tr>
            </a:tbl>
          </a:graphicData>
        </a:graphic>
      </p:graphicFrame>
      <p:sp>
        <p:nvSpPr>
          <p:cNvPr id="3" name="TextBox 2"/>
          <p:cNvSpPr txBox="1"/>
          <p:nvPr/>
        </p:nvSpPr>
        <p:spPr>
          <a:xfrm>
            <a:off x="4357816" y="0"/>
            <a:ext cx="3418703" cy="646331"/>
          </a:xfrm>
          <a:prstGeom prst="rect">
            <a:avLst/>
          </a:prstGeom>
          <a:noFill/>
        </p:spPr>
        <p:txBody>
          <a:bodyPr wrap="square" rtlCol="0">
            <a:spAutoFit/>
          </a:bodyPr>
          <a:lstStyle/>
          <a:p>
            <a:pPr algn="ctr"/>
            <a:r>
              <a:rPr lang="en-US" sz="3600" b="1" dirty="0" smtClean="0">
                <a:ln w="22225">
                  <a:solidFill>
                    <a:schemeClr val="accent6">
                      <a:lumMod val="50000"/>
                    </a:schemeClr>
                  </a:solidFill>
                  <a:prstDash val="solid"/>
                </a:ln>
                <a:solidFill>
                  <a:schemeClr val="accent3">
                    <a:lumMod val="60000"/>
                    <a:lumOff val="40000"/>
                  </a:schemeClr>
                </a:solidFill>
              </a:rPr>
              <a:t>Natuzzi Itatia</a:t>
            </a:r>
            <a:endParaRPr lang="en-US" sz="3600" b="1" dirty="0">
              <a:ln w="22225">
                <a:solidFill>
                  <a:schemeClr val="accent6">
                    <a:lumMod val="50000"/>
                  </a:schemeClr>
                </a:solidFill>
                <a:prstDash val="solid"/>
              </a:ln>
              <a:solidFill>
                <a:schemeClr val="accent3">
                  <a:lumMod val="60000"/>
                  <a:lumOff val="40000"/>
                </a:schemeClr>
              </a:solidFill>
            </a:endParaRPr>
          </a:p>
        </p:txBody>
      </p:sp>
    </p:spTree>
    <p:extLst>
      <p:ext uri="{BB962C8B-B14F-4D97-AF65-F5344CB8AC3E}">
        <p14:creationId xmlns:p14="http://schemas.microsoft.com/office/powerpoint/2010/main" val="4023878510"/>
      </p:ext>
    </p:extLst>
  </p:cSld>
  <p:clrMapOvr>
    <a:masterClrMapping/>
  </p:clrMapOvr>
  <p:transition spd="med" advTm="2000">
    <p:pull/>
    <p:sndAc>
      <p:stSnd>
        <p:snd r:embed="rId2" name="wind.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rcRect l="9265" t="37855" r="12444" b="22451"/>
          <a:stretch>
            <a:fillRect/>
          </a:stretch>
        </p:blipFill>
        <p:spPr>
          <a:xfrm>
            <a:off x="4220565" y="3535986"/>
            <a:ext cx="2083194" cy="909042"/>
          </a:xfrm>
          <a:custGeom>
            <a:avLst/>
            <a:gdLst/>
            <a:ahLst/>
            <a:cxnLst/>
            <a:rect l="l" t="t" r="r" b="b"/>
            <a:pathLst>
              <a:path w="2083194" h="909042">
                <a:moveTo>
                  <a:pt x="1042308" y="378619"/>
                </a:moveTo>
                <a:cubicBezTo>
                  <a:pt x="1013888" y="378619"/>
                  <a:pt x="988870" y="385989"/>
                  <a:pt x="967252" y="400729"/>
                </a:cubicBezTo>
                <a:cubicBezTo>
                  <a:pt x="945635" y="415469"/>
                  <a:pt x="928776" y="437719"/>
                  <a:pt x="916674" y="467478"/>
                </a:cubicBezTo>
                <a:cubicBezTo>
                  <a:pt x="904572" y="497238"/>
                  <a:pt x="898522" y="532405"/>
                  <a:pt x="898522" y="572979"/>
                </a:cubicBezTo>
                <a:cubicBezTo>
                  <a:pt x="898522" y="613293"/>
                  <a:pt x="904483" y="648152"/>
                  <a:pt x="916404" y="677558"/>
                </a:cubicBezTo>
                <a:cubicBezTo>
                  <a:pt x="928326" y="706964"/>
                  <a:pt x="944964" y="729183"/>
                  <a:pt x="966318" y="744215"/>
                </a:cubicBezTo>
                <a:cubicBezTo>
                  <a:pt x="987671" y="759247"/>
                  <a:pt x="1013001" y="766762"/>
                  <a:pt x="1042308" y="766762"/>
                </a:cubicBezTo>
                <a:cubicBezTo>
                  <a:pt x="1086622" y="766762"/>
                  <a:pt x="1122055" y="749839"/>
                  <a:pt x="1148609" y="715993"/>
                </a:cubicBezTo>
                <a:cubicBezTo>
                  <a:pt x="1175162" y="682147"/>
                  <a:pt x="1188439" y="634476"/>
                  <a:pt x="1188439" y="572979"/>
                </a:cubicBezTo>
                <a:cubicBezTo>
                  <a:pt x="1188439" y="510837"/>
                  <a:pt x="1175142" y="462908"/>
                  <a:pt x="1148548" y="429192"/>
                </a:cubicBezTo>
                <a:cubicBezTo>
                  <a:pt x="1121955" y="395476"/>
                  <a:pt x="1086541" y="378619"/>
                  <a:pt x="1042308" y="378619"/>
                </a:cubicBezTo>
                <a:close/>
                <a:moveTo>
                  <a:pt x="1581364" y="236934"/>
                </a:moveTo>
                <a:cubicBezTo>
                  <a:pt x="1609145" y="236934"/>
                  <a:pt x="1631565" y="246166"/>
                  <a:pt x="1648625" y="264630"/>
                </a:cubicBezTo>
                <a:cubicBezTo>
                  <a:pt x="1665684" y="283094"/>
                  <a:pt x="1674214" y="309562"/>
                  <a:pt x="1674214" y="344035"/>
                </a:cubicBezTo>
                <a:lnTo>
                  <a:pt x="1674214" y="599256"/>
                </a:lnTo>
                <a:cubicBezTo>
                  <a:pt x="1674214" y="635434"/>
                  <a:pt x="1677121" y="665241"/>
                  <a:pt x="1682934" y="688679"/>
                </a:cubicBezTo>
                <a:cubicBezTo>
                  <a:pt x="1688748" y="712116"/>
                  <a:pt x="1698665" y="729997"/>
                  <a:pt x="1712686" y="742322"/>
                </a:cubicBezTo>
                <a:cubicBezTo>
                  <a:pt x="1726707" y="754647"/>
                  <a:pt x="1745933" y="760809"/>
                  <a:pt x="1770366" y="760809"/>
                </a:cubicBezTo>
                <a:cubicBezTo>
                  <a:pt x="1794805" y="760809"/>
                  <a:pt x="1817914" y="753492"/>
                  <a:pt x="1839692" y="738857"/>
                </a:cubicBezTo>
                <a:cubicBezTo>
                  <a:pt x="1861471" y="724222"/>
                  <a:pt x="1877160" y="705603"/>
                  <a:pt x="1886759" y="683000"/>
                </a:cubicBezTo>
                <a:cubicBezTo>
                  <a:pt x="1895478" y="661011"/>
                  <a:pt x="1899837" y="612657"/>
                  <a:pt x="1899837" y="537939"/>
                </a:cubicBezTo>
                <a:lnTo>
                  <a:pt x="1899837" y="344035"/>
                </a:lnTo>
                <a:cubicBezTo>
                  <a:pt x="1899837" y="309444"/>
                  <a:pt x="1908370" y="282947"/>
                  <a:pt x="1925436" y="264542"/>
                </a:cubicBezTo>
                <a:cubicBezTo>
                  <a:pt x="1942501" y="246137"/>
                  <a:pt x="1964624" y="236934"/>
                  <a:pt x="1991804" y="236934"/>
                </a:cubicBezTo>
                <a:cubicBezTo>
                  <a:pt x="2019306" y="236934"/>
                  <a:pt x="2041413" y="246076"/>
                  <a:pt x="2058125" y="264360"/>
                </a:cubicBezTo>
                <a:cubicBezTo>
                  <a:pt x="2074837" y="282645"/>
                  <a:pt x="2083194" y="309203"/>
                  <a:pt x="2083194" y="344035"/>
                </a:cubicBezTo>
                <a:lnTo>
                  <a:pt x="2083194" y="805997"/>
                </a:lnTo>
                <a:cubicBezTo>
                  <a:pt x="2083194" y="839397"/>
                  <a:pt x="2075160" y="864916"/>
                  <a:pt x="2059093" y="882555"/>
                </a:cubicBezTo>
                <a:cubicBezTo>
                  <a:pt x="2043025" y="900194"/>
                  <a:pt x="2022152" y="909014"/>
                  <a:pt x="1996473" y="909014"/>
                </a:cubicBezTo>
                <a:cubicBezTo>
                  <a:pt x="1971055" y="909014"/>
                  <a:pt x="1950152" y="899928"/>
                  <a:pt x="1933766" y="881755"/>
                </a:cubicBezTo>
                <a:cubicBezTo>
                  <a:pt x="1917379" y="863583"/>
                  <a:pt x="1909186" y="838721"/>
                  <a:pt x="1909186" y="807169"/>
                </a:cubicBezTo>
                <a:lnTo>
                  <a:pt x="1909186" y="798639"/>
                </a:lnTo>
                <a:cubicBezTo>
                  <a:pt x="1904057" y="820455"/>
                  <a:pt x="1890539" y="839890"/>
                  <a:pt x="1868630" y="856943"/>
                </a:cubicBezTo>
                <a:cubicBezTo>
                  <a:pt x="1846721" y="873996"/>
                  <a:pt x="1822598" y="886744"/>
                  <a:pt x="1796262" y="895187"/>
                </a:cubicBezTo>
                <a:cubicBezTo>
                  <a:pt x="1769926" y="903630"/>
                  <a:pt x="1740151" y="907851"/>
                  <a:pt x="1706938" y="907851"/>
                </a:cubicBezTo>
                <a:cubicBezTo>
                  <a:pt x="1666363" y="907851"/>
                  <a:pt x="1629911" y="899402"/>
                  <a:pt x="1597581" y="882504"/>
                </a:cubicBezTo>
                <a:cubicBezTo>
                  <a:pt x="1565251" y="865606"/>
                  <a:pt x="1539574" y="837174"/>
                  <a:pt x="1520549" y="797207"/>
                </a:cubicBezTo>
                <a:cubicBezTo>
                  <a:pt x="1500755" y="771602"/>
                  <a:pt x="1490858" y="725866"/>
                  <a:pt x="1490858" y="659997"/>
                </a:cubicBezTo>
                <a:lnTo>
                  <a:pt x="1490858" y="344035"/>
                </a:lnTo>
                <a:cubicBezTo>
                  <a:pt x="1490858" y="308955"/>
                  <a:pt x="1499128" y="282335"/>
                  <a:pt x="1515670" y="264174"/>
                </a:cubicBezTo>
                <a:cubicBezTo>
                  <a:pt x="1532212" y="246014"/>
                  <a:pt x="1554110" y="236934"/>
                  <a:pt x="1581364" y="236934"/>
                </a:cubicBezTo>
                <a:close/>
                <a:moveTo>
                  <a:pt x="1042308" y="236934"/>
                </a:moveTo>
                <a:cubicBezTo>
                  <a:pt x="1092004" y="236934"/>
                  <a:pt x="1137327" y="245047"/>
                  <a:pt x="1178277" y="261272"/>
                </a:cubicBezTo>
                <a:cubicBezTo>
                  <a:pt x="1219226" y="277498"/>
                  <a:pt x="1254381" y="300704"/>
                  <a:pt x="1283740" y="330891"/>
                </a:cubicBezTo>
                <a:cubicBezTo>
                  <a:pt x="1313099" y="361078"/>
                  <a:pt x="1335314" y="396672"/>
                  <a:pt x="1350382" y="437671"/>
                </a:cubicBezTo>
                <a:cubicBezTo>
                  <a:pt x="1365451" y="478670"/>
                  <a:pt x="1372986" y="523772"/>
                  <a:pt x="1372986" y="572979"/>
                </a:cubicBezTo>
                <a:cubicBezTo>
                  <a:pt x="1372986" y="621925"/>
                  <a:pt x="1365354" y="667092"/>
                  <a:pt x="1350089" y="708482"/>
                </a:cubicBezTo>
                <a:cubicBezTo>
                  <a:pt x="1334825" y="749872"/>
                  <a:pt x="1312512" y="785664"/>
                  <a:pt x="1283149" y="815857"/>
                </a:cubicBezTo>
                <a:cubicBezTo>
                  <a:pt x="1253787" y="846051"/>
                  <a:pt x="1218904" y="869130"/>
                  <a:pt x="1178500" y="885095"/>
                </a:cubicBezTo>
                <a:cubicBezTo>
                  <a:pt x="1138096" y="901060"/>
                  <a:pt x="1092699" y="909042"/>
                  <a:pt x="1042308" y="909042"/>
                </a:cubicBezTo>
                <a:cubicBezTo>
                  <a:pt x="992296" y="909042"/>
                  <a:pt x="947339" y="900977"/>
                  <a:pt x="907437" y="884848"/>
                </a:cubicBezTo>
                <a:cubicBezTo>
                  <a:pt x="867536" y="868719"/>
                  <a:pt x="832828" y="845485"/>
                  <a:pt x="803314" y="815145"/>
                </a:cubicBezTo>
                <a:cubicBezTo>
                  <a:pt x="773799" y="784806"/>
                  <a:pt x="751531" y="749297"/>
                  <a:pt x="736508" y="708617"/>
                </a:cubicBezTo>
                <a:cubicBezTo>
                  <a:pt x="721486" y="667937"/>
                  <a:pt x="713975" y="622728"/>
                  <a:pt x="713975" y="572988"/>
                </a:cubicBezTo>
                <a:cubicBezTo>
                  <a:pt x="713975" y="522988"/>
                  <a:pt x="721584" y="477357"/>
                  <a:pt x="736801" y="436094"/>
                </a:cubicBezTo>
                <a:cubicBezTo>
                  <a:pt x="752019" y="394832"/>
                  <a:pt x="774100" y="359311"/>
                  <a:pt x="803044" y="329533"/>
                </a:cubicBezTo>
                <a:cubicBezTo>
                  <a:pt x="831988" y="299755"/>
                  <a:pt x="866882" y="276877"/>
                  <a:pt x="907726" y="260900"/>
                </a:cubicBezTo>
                <a:cubicBezTo>
                  <a:pt x="948570" y="244923"/>
                  <a:pt x="993431" y="236934"/>
                  <a:pt x="1042308" y="236934"/>
                </a:cubicBezTo>
                <a:close/>
                <a:moveTo>
                  <a:pt x="91873" y="0"/>
                </a:moveTo>
                <a:cubicBezTo>
                  <a:pt x="119357" y="0"/>
                  <a:pt x="139935" y="7489"/>
                  <a:pt x="153609" y="22468"/>
                </a:cubicBezTo>
                <a:cubicBezTo>
                  <a:pt x="167283" y="37447"/>
                  <a:pt x="186602" y="65348"/>
                  <a:pt x="211568" y="106170"/>
                </a:cubicBezTo>
                <a:lnTo>
                  <a:pt x="361103" y="360164"/>
                </a:lnTo>
                <a:lnTo>
                  <a:pt x="512285" y="106170"/>
                </a:lnTo>
                <a:cubicBezTo>
                  <a:pt x="522008" y="90214"/>
                  <a:pt x="530316" y="76561"/>
                  <a:pt x="537209" y="65210"/>
                </a:cubicBezTo>
                <a:cubicBezTo>
                  <a:pt x="544102" y="53858"/>
                  <a:pt x="551765" y="43143"/>
                  <a:pt x="560198" y="33063"/>
                </a:cubicBezTo>
                <a:cubicBezTo>
                  <a:pt x="568632" y="22983"/>
                  <a:pt x="578599" y="14952"/>
                  <a:pt x="590099" y="8971"/>
                </a:cubicBezTo>
                <a:cubicBezTo>
                  <a:pt x="601599" y="2990"/>
                  <a:pt x="615258" y="0"/>
                  <a:pt x="631078" y="0"/>
                </a:cubicBezTo>
                <a:cubicBezTo>
                  <a:pt x="656180" y="0"/>
                  <a:pt x="677283" y="8328"/>
                  <a:pt x="694385" y="24984"/>
                </a:cubicBezTo>
                <a:cubicBezTo>
                  <a:pt x="711488" y="41641"/>
                  <a:pt x="720040" y="60833"/>
                  <a:pt x="720040" y="82562"/>
                </a:cubicBezTo>
                <a:cubicBezTo>
                  <a:pt x="720040" y="99467"/>
                  <a:pt x="716077" y="116058"/>
                  <a:pt x="708152" y="132336"/>
                </a:cubicBezTo>
                <a:cubicBezTo>
                  <a:pt x="700227" y="148614"/>
                  <a:pt x="685378" y="172194"/>
                  <a:pt x="663606" y="203076"/>
                </a:cubicBezTo>
                <a:lnTo>
                  <a:pt x="456800" y="523131"/>
                </a:lnTo>
                <a:lnTo>
                  <a:pt x="456800" y="791449"/>
                </a:lnTo>
                <a:cubicBezTo>
                  <a:pt x="456800" y="829816"/>
                  <a:pt x="447470" y="859006"/>
                  <a:pt x="428811" y="879021"/>
                </a:cubicBezTo>
                <a:cubicBezTo>
                  <a:pt x="410152" y="899035"/>
                  <a:pt x="386345" y="909042"/>
                  <a:pt x="357392" y="909042"/>
                </a:cubicBezTo>
                <a:cubicBezTo>
                  <a:pt x="328054" y="909042"/>
                  <a:pt x="304347" y="899221"/>
                  <a:pt x="286271" y="879579"/>
                </a:cubicBezTo>
                <a:cubicBezTo>
                  <a:pt x="268194" y="859936"/>
                  <a:pt x="259156" y="830560"/>
                  <a:pt x="259156" y="791449"/>
                </a:cubicBezTo>
                <a:lnTo>
                  <a:pt x="259156" y="523549"/>
                </a:lnTo>
                <a:lnTo>
                  <a:pt x="50201" y="198639"/>
                </a:lnTo>
                <a:cubicBezTo>
                  <a:pt x="32677" y="171230"/>
                  <a:pt x="19929" y="148941"/>
                  <a:pt x="11957" y="131773"/>
                </a:cubicBezTo>
                <a:cubicBezTo>
                  <a:pt x="3986" y="114605"/>
                  <a:pt x="0" y="98980"/>
                  <a:pt x="0" y="84897"/>
                </a:cubicBezTo>
                <a:cubicBezTo>
                  <a:pt x="0" y="61661"/>
                  <a:pt x="8903" y="41703"/>
                  <a:pt x="26710" y="25021"/>
                </a:cubicBezTo>
                <a:cubicBezTo>
                  <a:pt x="44516" y="8340"/>
                  <a:pt x="66238" y="0"/>
                  <a:pt x="91873" y="0"/>
                </a:cubicBezTo>
                <a:close/>
              </a:path>
            </a:pathLst>
          </a:cu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l="5938" t="18187" r="3031" b="47596"/>
          <a:stretch>
            <a:fillRect/>
          </a:stretch>
        </p:blipFill>
        <p:spPr>
          <a:xfrm>
            <a:off x="592917" y="1043689"/>
            <a:ext cx="3627648" cy="909042"/>
          </a:xfrm>
          <a:custGeom>
            <a:avLst/>
            <a:gdLst/>
            <a:ahLst/>
            <a:cxnLst/>
            <a:rect l="l" t="t" r="r" b="b"/>
            <a:pathLst>
              <a:path w="3627648" h="909042">
                <a:moveTo>
                  <a:pt x="1959015" y="588168"/>
                </a:moveTo>
                <a:cubicBezTo>
                  <a:pt x="1946520" y="596373"/>
                  <a:pt x="1917596" y="605343"/>
                  <a:pt x="1872244" y="615078"/>
                </a:cubicBezTo>
                <a:cubicBezTo>
                  <a:pt x="1826891" y="624814"/>
                  <a:pt x="1796338" y="631747"/>
                  <a:pt x="1780584" y="635877"/>
                </a:cubicBezTo>
                <a:cubicBezTo>
                  <a:pt x="1764830" y="640007"/>
                  <a:pt x="1750248" y="647709"/>
                  <a:pt x="1736838" y="658983"/>
                </a:cubicBezTo>
                <a:cubicBezTo>
                  <a:pt x="1723428" y="670257"/>
                  <a:pt x="1716723" y="685828"/>
                  <a:pt x="1716723" y="705696"/>
                </a:cubicBezTo>
                <a:cubicBezTo>
                  <a:pt x="1716723" y="726737"/>
                  <a:pt x="1724583" y="744556"/>
                  <a:pt x="1740303" y="759153"/>
                </a:cubicBezTo>
                <a:cubicBezTo>
                  <a:pt x="1756023" y="773751"/>
                  <a:pt x="1777067" y="781050"/>
                  <a:pt x="1803434" y="781050"/>
                </a:cubicBezTo>
                <a:cubicBezTo>
                  <a:pt x="1833138" y="781050"/>
                  <a:pt x="1860319" y="774636"/>
                  <a:pt x="1884978" y="761809"/>
                </a:cubicBezTo>
                <a:cubicBezTo>
                  <a:pt x="1909637" y="748982"/>
                  <a:pt x="1928425" y="731230"/>
                  <a:pt x="1941342" y="708552"/>
                </a:cubicBezTo>
                <a:cubicBezTo>
                  <a:pt x="1953124" y="688733"/>
                  <a:pt x="1959015" y="652251"/>
                  <a:pt x="1959015" y="599107"/>
                </a:cubicBezTo>
                <a:close/>
                <a:moveTo>
                  <a:pt x="2381808" y="236934"/>
                </a:moveTo>
                <a:cubicBezTo>
                  <a:pt x="2398055" y="236934"/>
                  <a:pt x="2412806" y="240832"/>
                  <a:pt x="2426061" y="248626"/>
                </a:cubicBezTo>
                <a:cubicBezTo>
                  <a:pt x="2439316" y="256421"/>
                  <a:pt x="2449857" y="267942"/>
                  <a:pt x="2457683" y="283187"/>
                </a:cubicBezTo>
                <a:cubicBezTo>
                  <a:pt x="2465509" y="298433"/>
                  <a:pt x="2469421" y="316380"/>
                  <a:pt x="2469421" y="337030"/>
                </a:cubicBezTo>
                <a:lnTo>
                  <a:pt x="2469421" y="344397"/>
                </a:lnTo>
                <a:cubicBezTo>
                  <a:pt x="2483901" y="309181"/>
                  <a:pt x="2508645" y="282466"/>
                  <a:pt x="2543654" y="264253"/>
                </a:cubicBezTo>
                <a:cubicBezTo>
                  <a:pt x="2578663" y="246041"/>
                  <a:pt x="2618687" y="236934"/>
                  <a:pt x="2663726" y="236934"/>
                </a:cubicBezTo>
                <a:cubicBezTo>
                  <a:pt x="2707903" y="236934"/>
                  <a:pt x="2747615" y="246676"/>
                  <a:pt x="2782863" y="266160"/>
                </a:cubicBezTo>
                <a:cubicBezTo>
                  <a:pt x="2818110" y="285644"/>
                  <a:pt x="2844391" y="313112"/>
                  <a:pt x="2861704" y="348565"/>
                </a:cubicBezTo>
                <a:cubicBezTo>
                  <a:pt x="2872879" y="369239"/>
                  <a:pt x="2880105" y="391456"/>
                  <a:pt x="2883382" y="415216"/>
                </a:cubicBezTo>
                <a:cubicBezTo>
                  <a:pt x="2886660" y="438976"/>
                  <a:pt x="2888298" y="468399"/>
                  <a:pt x="2888298" y="503485"/>
                </a:cubicBezTo>
                <a:lnTo>
                  <a:pt x="2888298" y="800183"/>
                </a:lnTo>
                <a:cubicBezTo>
                  <a:pt x="2888298" y="834966"/>
                  <a:pt x="2879858" y="861804"/>
                  <a:pt x="2862979" y="880699"/>
                </a:cubicBezTo>
                <a:cubicBezTo>
                  <a:pt x="2846099" y="899594"/>
                  <a:pt x="2824076" y="909042"/>
                  <a:pt x="2796908" y="909042"/>
                </a:cubicBezTo>
                <a:cubicBezTo>
                  <a:pt x="2769493" y="909042"/>
                  <a:pt x="2747311" y="899458"/>
                  <a:pt x="2730364" y="880290"/>
                </a:cubicBezTo>
                <a:cubicBezTo>
                  <a:pt x="2713416" y="861122"/>
                  <a:pt x="2704942" y="834420"/>
                  <a:pt x="2704942" y="800183"/>
                </a:cubicBezTo>
                <a:lnTo>
                  <a:pt x="2704942" y="534442"/>
                </a:lnTo>
                <a:cubicBezTo>
                  <a:pt x="2704942" y="483939"/>
                  <a:pt x="2698411" y="446236"/>
                  <a:pt x="2685348" y="421332"/>
                </a:cubicBezTo>
                <a:cubicBezTo>
                  <a:pt x="2672285" y="396428"/>
                  <a:pt x="2646372" y="383976"/>
                  <a:pt x="2607608" y="383976"/>
                </a:cubicBezTo>
                <a:cubicBezTo>
                  <a:pt x="2581942" y="383976"/>
                  <a:pt x="2558507" y="391661"/>
                  <a:pt x="2537306" y="407031"/>
                </a:cubicBezTo>
                <a:cubicBezTo>
                  <a:pt x="2516104" y="422400"/>
                  <a:pt x="2499860" y="445396"/>
                  <a:pt x="2488574" y="476017"/>
                </a:cubicBezTo>
                <a:cubicBezTo>
                  <a:pt x="2482403" y="494825"/>
                  <a:pt x="2479318" y="536299"/>
                  <a:pt x="2479318" y="600438"/>
                </a:cubicBezTo>
                <a:lnTo>
                  <a:pt x="2479318" y="800183"/>
                </a:lnTo>
                <a:cubicBezTo>
                  <a:pt x="2479318" y="835418"/>
                  <a:pt x="2470686" y="862370"/>
                  <a:pt x="2453422" y="881039"/>
                </a:cubicBezTo>
                <a:cubicBezTo>
                  <a:pt x="2436158" y="899708"/>
                  <a:pt x="2413840" y="909042"/>
                  <a:pt x="2386468" y="909042"/>
                </a:cubicBezTo>
                <a:cubicBezTo>
                  <a:pt x="2359784" y="909042"/>
                  <a:pt x="2338029" y="899492"/>
                  <a:pt x="2321202" y="880392"/>
                </a:cubicBezTo>
                <a:cubicBezTo>
                  <a:pt x="2304376" y="861293"/>
                  <a:pt x="2295962" y="834556"/>
                  <a:pt x="2295962" y="800183"/>
                </a:cubicBezTo>
                <a:lnTo>
                  <a:pt x="2295962" y="339365"/>
                </a:lnTo>
                <a:cubicBezTo>
                  <a:pt x="2295962" y="305904"/>
                  <a:pt x="2303625" y="280466"/>
                  <a:pt x="2318951" y="263053"/>
                </a:cubicBezTo>
                <a:cubicBezTo>
                  <a:pt x="2334278" y="245641"/>
                  <a:pt x="2355230" y="236934"/>
                  <a:pt x="2381808" y="236934"/>
                </a:cubicBezTo>
                <a:close/>
                <a:moveTo>
                  <a:pt x="1852436" y="235743"/>
                </a:moveTo>
                <a:cubicBezTo>
                  <a:pt x="1924134" y="235743"/>
                  <a:pt x="1981191" y="244498"/>
                  <a:pt x="2023607" y="262007"/>
                </a:cubicBezTo>
                <a:cubicBezTo>
                  <a:pt x="2066023" y="279516"/>
                  <a:pt x="2096021" y="307307"/>
                  <a:pt x="2113601" y="345379"/>
                </a:cubicBezTo>
                <a:cubicBezTo>
                  <a:pt x="2131182" y="383451"/>
                  <a:pt x="2139972" y="432851"/>
                  <a:pt x="2139972" y="493579"/>
                </a:cubicBezTo>
                <a:cubicBezTo>
                  <a:pt x="2139972" y="531084"/>
                  <a:pt x="2139874" y="560866"/>
                  <a:pt x="2139679" y="582927"/>
                </a:cubicBezTo>
                <a:cubicBezTo>
                  <a:pt x="2139483" y="604988"/>
                  <a:pt x="2139190" y="631986"/>
                  <a:pt x="2138800" y="663922"/>
                </a:cubicBezTo>
                <a:cubicBezTo>
                  <a:pt x="2138800" y="700881"/>
                  <a:pt x="2143761" y="735612"/>
                  <a:pt x="2153682" y="768116"/>
                </a:cubicBezTo>
                <a:cubicBezTo>
                  <a:pt x="2163604" y="800619"/>
                  <a:pt x="2168565" y="822021"/>
                  <a:pt x="2168565" y="832321"/>
                </a:cubicBezTo>
                <a:cubicBezTo>
                  <a:pt x="2168565" y="852239"/>
                  <a:pt x="2159626" y="870005"/>
                  <a:pt x="2141748" y="885620"/>
                </a:cubicBezTo>
                <a:cubicBezTo>
                  <a:pt x="2123870" y="901235"/>
                  <a:pt x="2103527" y="909042"/>
                  <a:pt x="2080719" y="909042"/>
                </a:cubicBezTo>
                <a:cubicBezTo>
                  <a:pt x="2060981" y="909042"/>
                  <a:pt x="2042429" y="900706"/>
                  <a:pt x="2025062" y="884034"/>
                </a:cubicBezTo>
                <a:cubicBezTo>
                  <a:pt x="2007696" y="867362"/>
                  <a:pt x="1992101" y="845821"/>
                  <a:pt x="1978279" y="819410"/>
                </a:cubicBezTo>
                <a:cubicBezTo>
                  <a:pt x="1946070" y="848332"/>
                  <a:pt x="1911387" y="870502"/>
                  <a:pt x="1874230" y="885918"/>
                </a:cubicBezTo>
                <a:cubicBezTo>
                  <a:pt x="1837072" y="901334"/>
                  <a:pt x="1795146" y="909042"/>
                  <a:pt x="1748451" y="909042"/>
                </a:cubicBezTo>
                <a:cubicBezTo>
                  <a:pt x="1705521" y="909042"/>
                  <a:pt x="1667664" y="900478"/>
                  <a:pt x="1634882" y="883350"/>
                </a:cubicBezTo>
                <a:cubicBezTo>
                  <a:pt x="1602099" y="866223"/>
                  <a:pt x="1576786" y="842914"/>
                  <a:pt x="1558942" y="813424"/>
                </a:cubicBezTo>
                <a:cubicBezTo>
                  <a:pt x="1541098" y="783935"/>
                  <a:pt x="1532176" y="751833"/>
                  <a:pt x="1532176" y="717119"/>
                </a:cubicBezTo>
                <a:cubicBezTo>
                  <a:pt x="1532176" y="670480"/>
                  <a:pt x="1546940" y="630732"/>
                  <a:pt x="1576466" y="597875"/>
                </a:cubicBezTo>
                <a:cubicBezTo>
                  <a:pt x="1605993" y="565018"/>
                  <a:pt x="1645168" y="543275"/>
                  <a:pt x="1693990" y="532646"/>
                </a:cubicBezTo>
                <a:cubicBezTo>
                  <a:pt x="1704128" y="530302"/>
                  <a:pt x="1729328" y="525020"/>
                  <a:pt x="1769589" y="516801"/>
                </a:cubicBezTo>
                <a:cubicBezTo>
                  <a:pt x="1809851" y="508581"/>
                  <a:pt x="1844724" y="500955"/>
                  <a:pt x="1874211" y="493923"/>
                </a:cubicBezTo>
                <a:cubicBezTo>
                  <a:pt x="1903698" y="486891"/>
                  <a:pt x="1931966" y="479477"/>
                  <a:pt x="1959015" y="471683"/>
                </a:cubicBezTo>
                <a:cubicBezTo>
                  <a:pt x="1957186" y="438556"/>
                  <a:pt x="1949746" y="413474"/>
                  <a:pt x="1936696" y="396436"/>
                </a:cubicBezTo>
                <a:cubicBezTo>
                  <a:pt x="1923645" y="379398"/>
                  <a:pt x="1895546" y="370879"/>
                  <a:pt x="1852398" y="370879"/>
                </a:cubicBezTo>
                <a:cubicBezTo>
                  <a:pt x="1814243" y="370879"/>
                  <a:pt x="1785816" y="376019"/>
                  <a:pt x="1767120" y="386297"/>
                </a:cubicBezTo>
                <a:cubicBezTo>
                  <a:pt x="1748423" y="396576"/>
                  <a:pt x="1731982" y="412632"/>
                  <a:pt x="1717797" y="434466"/>
                </a:cubicBezTo>
                <a:cubicBezTo>
                  <a:pt x="1703612" y="456301"/>
                  <a:pt x="1692835" y="471597"/>
                  <a:pt x="1685464" y="480356"/>
                </a:cubicBezTo>
                <a:cubicBezTo>
                  <a:pt x="1678094" y="489116"/>
                  <a:pt x="1662506" y="493495"/>
                  <a:pt x="1638700" y="493495"/>
                </a:cubicBezTo>
                <a:cubicBezTo>
                  <a:pt x="1617579" y="493495"/>
                  <a:pt x="1599318" y="486722"/>
                  <a:pt x="1583917" y="473176"/>
                </a:cubicBezTo>
                <a:cubicBezTo>
                  <a:pt x="1568517" y="459629"/>
                  <a:pt x="1560816" y="442016"/>
                  <a:pt x="1560816" y="420337"/>
                </a:cubicBezTo>
                <a:cubicBezTo>
                  <a:pt x="1560816" y="389604"/>
                  <a:pt x="1571450" y="360071"/>
                  <a:pt x="1592717" y="331738"/>
                </a:cubicBezTo>
                <a:cubicBezTo>
                  <a:pt x="1613984" y="303404"/>
                  <a:pt x="1646520" y="280322"/>
                  <a:pt x="1690325" y="262491"/>
                </a:cubicBezTo>
                <a:cubicBezTo>
                  <a:pt x="1734130" y="244659"/>
                  <a:pt x="1788167" y="235743"/>
                  <a:pt x="1852436" y="235743"/>
                </a:cubicBezTo>
                <a:close/>
                <a:moveTo>
                  <a:pt x="99454" y="14883"/>
                </a:moveTo>
                <a:lnTo>
                  <a:pt x="650323" y="14883"/>
                </a:lnTo>
                <a:cubicBezTo>
                  <a:pt x="683431" y="14883"/>
                  <a:pt x="708579" y="22668"/>
                  <a:pt x="725765" y="38239"/>
                </a:cubicBezTo>
                <a:cubicBezTo>
                  <a:pt x="742952" y="53810"/>
                  <a:pt x="751545" y="73902"/>
                  <a:pt x="751545" y="98515"/>
                </a:cubicBezTo>
                <a:cubicBezTo>
                  <a:pt x="751545" y="123456"/>
                  <a:pt x="742908" y="143534"/>
                  <a:pt x="725635" y="158748"/>
                </a:cubicBezTo>
                <a:cubicBezTo>
                  <a:pt x="708361" y="173963"/>
                  <a:pt x="683258" y="181570"/>
                  <a:pt x="650323" y="181570"/>
                </a:cubicBezTo>
                <a:lnTo>
                  <a:pt x="473711" y="181570"/>
                </a:lnTo>
                <a:lnTo>
                  <a:pt x="473711" y="791458"/>
                </a:lnTo>
                <a:cubicBezTo>
                  <a:pt x="473711" y="830321"/>
                  <a:pt x="464615" y="859634"/>
                  <a:pt x="446424" y="879397"/>
                </a:cubicBezTo>
                <a:cubicBezTo>
                  <a:pt x="428233" y="899160"/>
                  <a:pt x="404583" y="909042"/>
                  <a:pt x="375475" y="909042"/>
                </a:cubicBezTo>
                <a:cubicBezTo>
                  <a:pt x="346137" y="909042"/>
                  <a:pt x="322334" y="899126"/>
                  <a:pt x="304065" y="879295"/>
                </a:cubicBezTo>
                <a:cubicBezTo>
                  <a:pt x="285796" y="859464"/>
                  <a:pt x="276662" y="830185"/>
                  <a:pt x="276662" y="791458"/>
                </a:cubicBezTo>
                <a:lnTo>
                  <a:pt x="276662" y="181570"/>
                </a:lnTo>
                <a:lnTo>
                  <a:pt x="99454" y="181570"/>
                </a:lnTo>
                <a:cubicBezTo>
                  <a:pt x="66743" y="181570"/>
                  <a:pt x="41990" y="173974"/>
                  <a:pt x="25194" y="158781"/>
                </a:cubicBezTo>
                <a:cubicBezTo>
                  <a:pt x="8398" y="143588"/>
                  <a:pt x="0" y="123499"/>
                  <a:pt x="0" y="98515"/>
                </a:cubicBezTo>
                <a:cubicBezTo>
                  <a:pt x="0" y="72743"/>
                  <a:pt x="8750" y="52361"/>
                  <a:pt x="26249" y="37370"/>
                </a:cubicBezTo>
                <a:cubicBezTo>
                  <a:pt x="43749" y="22378"/>
                  <a:pt x="68151" y="14883"/>
                  <a:pt x="99454" y="14883"/>
                </a:cubicBezTo>
                <a:close/>
                <a:moveTo>
                  <a:pt x="3145185" y="0"/>
                </a:moveTo>
                <a:cubicBezTo>
                  <a:pt x="3173524" y="0"/>
                  <a:pt x="3196036" y="9686"/>
                  <a:pt x="3212720" y="29058"/>
                </a:cubicBezTo>
                <a:cubicBezTo>
                  <a:pt x="3229404" y="48431"/>
                  <a:pt x="3237747" y="75800"/>
                  <a:pt x="3237747" y="111165"/>
                </a:cubicBezTo>
                <a:lnTo>
                  <a:pt x="3237747" y="485775"/>
                </a:lnTo>
                <a:lnTo>
                  <a:pt x="3395690" y="301405"/>
                </a:lnTo>
                <a:cubicBezTo>
                  <a:pt x="3418027" y="277877"/>
                  <a:pt x="3435821" y="261250"/>
                  <a:pt x="3449073" y="251524"/>
                </a:cubicBezTo>
                <a:cubicBezTo>
                  <a:pt x="3462325" y="241797"/>
                  <a:pt x="3478575" y="236934"/>
                  <a:pt x="3497824" y="236934"/>
                </a:cubicBezTo>
                <a:cubicBezTo>
                  <a:pt x="3521072" y="236934"/>
                  <a:pt x="3540545" y="244442"/>
                  <a:pt x="3556243" y="259458"/>
                </a:cubicBezTo>
                <a:cubicBezTo>
                  <a:pt x="3571942" y="274474"/>
                  <a:pt x="3579791" y="293129"/>
                  <a:pt x="3579791" y="315422"/>
                </a:cubicBezTo>
                <a:cubicBezTo>
                  <a:pt x="3579791" y="342156"/>
                  <a:pt x="3558192" y="373000"/>
                  <a:pt x="3514995" y="407956"/>
                </a:cubicBezTo>
                <a:lnTo>
                  <a:pt x="3430367" y="488612"/>
                </a:lnTo>
                <a:lnTo>
                  <a:pt x="3591846" y="737201"/>
                </a:lnTo>
                <a:cubicBezTo>
                  <a:pt x="3603498" y="755637"/>
                  <a:pt x="3612378" y="770627"/>
                  <a:pt x="3618486" y="782171"/>
                </a:cubicBezTo>
                <a:cubicBezTo>
                  <a:pt x="3624594" y="793714"/>
                  <a:pt x="3627648" y="804782"/>
                  <a:pt x="3627648" y="815373"/>
                </a:cubicBezTo>
                <a:cubicBezTo>
                  <a:pt x="3627648" y="843657"/>
                  <a:pt x="3619570" y="866339"/>
                  <a:pt x="3603413" y="883420"/>
                </a:cubicBezTo>
                <a:cubicBezTo>
                  <a:pt x="3587255" y="900501"/>
                  <a:pt x="3566067" y="909042"/>
                  <a:pt x="3539849" y="909042"/>
                </a:cubicBezTo>
                <a:cubicBezTo>
                  <a:pt x="3516923" y="909042"/>
                  <a:pt x="3499571" y="903151"/>
                  <a:pt x="3487792" y="891369"/>
                </a:cubicBezTo>
                <a:cubicBezTo>
                  <a:pt x="3476013" y="879586"/>
                  <a:pt x="3460437" y="858738"/>
                  <a:pt x="3441064" y="828824"/>
                </a:cubicBezTo>
                <a:lnTo>
                  <a:pt x="3309138" y="604837"/>
                </a:lnTo>
                <a:lnTo>
                  <a:pt x="3237747" y="679540"/>
                </a:lnTo>
                <a:lnTo>
                  <a:pt x="3237747" y="801374"/>
                </a:lnTo>
                <a:cubicBezTo>
                  <a:pt x="3237747" y="835177"/>
                  <a:pt x="3228469" y="861572"/>
                  <a:pt x="3209916" y="880560"/>
                </a:cubicBezTo>
                <a:cubicBezTo>
                  <a:pt x="3191362" y="899548"/>
                  <a:pt x="3169785" y="909042"/>
                  <a:pt x="3145185" y="909042"/>
                </a:cubicBezTo>
                <a:cubicBezTo>
                  <a:pt x="3116901" y="909042"/>
                  <a:pt x="3094698" y="899644"/>
                  <a:pt x="3078575" y="880848"/>
                </a:cubicBezTo>
                <a:cubicBezTo>
                  <a:pt x="3062452" y="862052"/>
                  <a:pt x="3054390" y="835170"/>
                  <a:pt x="3054390" y="800202"/>
                </a:cubicBezTo>
                <a:lnTo>
                  <a:pt x="3054390" y="120513"/>
                </a:lnTo>
                <a:cubicBezTo>
                  <a:pt x="3054390" y="82519"/>
                  <a:pt x="3062198" y="52934"/>
                  <a:pt x="3077812" y="31761"/>
                </a:cubicBezTo>
                <a:cubicBezTo>
                  <a:pt x="3093427" y="10587"/>
                  <a:pt x="3115884" y="0"/>
                  <a:pt x="3145185" y="0"/>
                </a:cubicBezTo>
                <a:close/>
                <a:moveTo>
                  <a:pt x="911284" y="0"/>
                </a:moveTo>
                <a:cubicBezTo>
                  <a:pt x="940293" y="0"/>
                  <a:pt x="963020" y="9484"/>
                  <a:pt x="979466" y="28454"/>
                </a:cubicBezTo>
                <a:cubicBezTo>
                  <a:pt x="995911" y="47423"/>
                  <a:pt x="1004134" y="74206"/>
                  <a:pt x="1004134" y="108802"/>
                </a:cubicBezTo>
                <a:lnTo>
                  <a:pt x="1004134" y="333300"/>
                </a:lnTo>
                <a:cubicBezTo>
                  <a:pt x="1010676" y="311981"/>
                  <a:pt x="1024041" y="294186"/>
                  <a:pt x="1044229" y="279918"/>
                </a:cubicBezTo>
                <a:cubicBezTo>
                  <a:pt x="1064417" y="265649"/>
                  <a:pt x="1086848" y="254918"/>
                  <a:pt x="1111523" y="247724"/>
                </a:cubicBezTo>
                <a:cubicBezTo>
                  <a:pt x="1136197" y="240531"/>
                  <a:pt x="1162450" y="236934"/>
                  <a:pt x="1190281" y="236934"/>
                </a:cubicBezTo>
                <a:cubicBezTo>
                  <a:pt x="1232877" y="236934"/>
                  <a:pt x="1270884" y="246062"/>
                  <a:pt x="1304302" y="264318"/>
                </a:cubicBezTo>
                <a:cubicBezTo>
                  <a:pt x="1337720" y="282575"/>
                  <a:pt x="1363820" y="308843"/>
                  <a:pt x="1382604" y="343123"/>
                </a:cubicBezTo>
                <a:cubicBezTo>
                  <a:pt x="1394802" y="363723"/>
                  <a:pt x="1402936" y="386336"/>
                  <a:pt x="1407007" y="410961"/>
                </a:cubicBezTo>
                <a:cubicBezTo>
                  <a:pt x="1411078" y="435586"/>
                  <a:pt x="1413114" y="463506"/>
                  <a:pt x="1413114" y="494723"/>
                </a:cubicBezTo>
                <a:lnTo>
                  <a:pt x="1413114" y="800183"/>
                </a:lnTo>
                <a:cubicBezTo>
                  <a:pt x="1413114" y="834966"/>
                  <a:pt x="1404674" y="861804"/>
                  <a:pt x="1387794" y="880699"/>
                </a:cubicBezTo>
                <a:cubicBezTo>
                  <a:pt x="1370915" y="899594"/>
                  <a:pt x="1348501" y="909042"/>
                  <a:pt x="1320552" y="909042"/>
                </a:cubicBezTo>
                <a:cubicBezTo>
                  <a:pt x="1260022" y="909042"/>
                  <a:pt x="1229757" y="872756"/>
                  <a:pt x="1229757" y="800183"/>
                </a:cubicBezTo>
                <a:lnTo>
                  <a:pt x="1229757" y="530935"/>
                </a:lnTo>
                <a:cubicBezTo>
                  <a:pt x="1229757" y="481977"/>
                  <a:pt x="1222976" y="445244"/>
                  <a:pt x="1209414" y="420737"/>
                </a:cubicBezTo>
                <a:cubicBezTo>
                  <a:pt x="1195852" y="396230"/>
                  <a:pt x="1170189" y="383976"/>
                  <a:pt x="1132424" y="383976"/>
                </a:cubicBezTo>
                <a:cubicBezTo>
                  <a:pt x="1106887" y="383976"/>
                  <a:pt x="1083704" y="391363"/>
                  <a:pt x="1062875" y="406138"/>
                </a:cubicBezTo>
                <a:cubicBezTo>
                  <a:pt x="1042045" y="420912"/>
                  <a:pt x="1026623" y="440726"/>
                  <a:pt x="1016608" y="465581"/>
                </a:cubicBezTo>
                <a:cubicBezTo>
                  <a:pt x="1008292" y="488637"/>
                  <a:pt x="1004134" y="529890"/>
                  <a:pt x="1004134" y="589341"/>
                </a:cubicBezTo>
                <a:lnTo>
                  <a:pt x="1004134" y="800183"/>
                </a:lnTo>
                <a:cubicBezTo>
                  <a:pt x="1004134" y="834501"/>
                  <a:pt x="995945" y="861223"/>
                  <a:pt x="979568" y="880351"/>
                </a:cubicBezTo>
                <a:cubicBezTo>
                  <a:pt x="963191" y="899478"/>
                  <a:pt x="940429" y="909042"/>
                  <a:pt x="911284" y="909042"/>
                </a:cubicBezTo>
                <a:cubicBezTo>
                  <a:pt x="850946" y="909042"/>
                  <a:pt x="820778" y="872762"/>
                  <a:pt x="820778" y="800202"/>
                </a:cubicBezTo>
                <a:lnTo>
                  <a:pt x="820778" y="108840"/>
                </a:lnTo>
                <a:cubicBezTo>
                  <a:pt x="820778" y="73623"/>
                  <a:pt x="828740" y="46679"/>
                  <a:pt x="844664" y="28007"/>
                </a:cubicBezTo>
                <a:cubicBezTo>
                  <a:pt x="860589" y="9336"/>
                  <a:pt x="882796" y="0"/>
                  <a:pt x="911284" y="0"/>
                </a:cubicBezTo>
                <a:close/>
              </a:path>
            </a:pathLst>
          </a:custGeom>
        </p:spPr>
      </p:pic>
      <p:grpSp>
        <p:nvGrpSpPr>
          <p:cNvPr id="2" name="Group 1"/>
          <p:cNvGrpSpPr/>
          <p:nvPr/>
        </p:nvGrpSpPr>
        <p:grpSpPr>
          <a:xfrm>
            <a:off x="8773296" y="1260389"/>
            <a:ext cx="3105665" cy="5101480"/>
            <a:chOff x="8773296" y="1260389"/>
            <a:chExt cx="3105665" cy="5101480"/>
          </a:xfrm>
        </p:grpSpPr>
        <p:sp>
          <p:nvSpPr>
            <p:cNvPr id="8" name="TextBox 7"/>
            <p:cNvSpPr txBox="1"/>
            <p:nvPr/>
          </p:nvSpPr>
          <p:spPr>
            <a:xfrm>
              <a:off x="8773296" y="1260389"/>
              <a:ext cx="3105665" cy="646331"/>
            </a:xfrm>
            <a:prstGeom prst="rect">
              <a:avLst/>
            </a:prstGeom>
            <a:noFill/>
          </p:spPr>
          <p:txBody>
            <a:bodyPr wrap="square" rtlCol="0">
              <a:spAutoFit/>
            </a:bodyPr>
            <a:lstStyle/>
            <a:p>
              <a:pPr algn="ctr"/>
              <a:r>
                <a:rPr lang="en-US" sz="3600" dirty="0" smtClean="0">
                  <a:solidFill>
                    <a:srgbClr val="DCB468"/>
                  </a:solidFill>
                  <a:latin typeface="Arial Rounded MT Bold" panose="020F0704030504030204" pitchFamily="34" charset="0"/>
                </a:rPr>
                <a:t>Made By:</a:t>
              </a:r>
              <a:endParaRPr lang="en-US" sz="3600" dirty="0">
                <a:solidFill>
                  <a:srgbClr val="DCB468"/>
                </a:solidFill>
                <a:latin typeface="Arial Rounded MT Bold" panose="020F0704030504030204" pitchFamily="34" charset="0"/>
              </a:endParaRPr>
            </a:p>
          </p:txBody>
        </p:sp>
        <p:sp>
          <p:nvSpPr>
            <p:cNvPr id="9" name="TextBox 8"/>
            <p:cNvSpPr txBox="1"/>
            <p:nvPr/>
          </p:nvSpPr>
          <p:spPr>
            <a:xfrm>
              <a:off x="9069858" y="2046842"/>
              <a:ext cx="2512540" cy="4315027"/>
            </a:xfrm>
            <a:prstGeom prst="rect">
              <a:avLst/>
            </a:prstGeom>
            <a:noFill/>
          </p:spPr>
          <p:txBody>
            <a:bodyPr wrap="square" rtlCol="0">
              <a:spAutoFit/>
            </a:bodyPr>
            <a:lstStyle/>
            <a:p>
              <a:pPr algn="ctr">
                <a:lnSpc>
                  <a:spcPct val="200000"/>
                </a:lnSpc>
              </a:pPr>
              <a:r>
                <a:rPr lang="en-US" sz="2000" b="1" dirty="0" smtClean="0">
                  <a:solidFill>
                    <a:schemeClr val="bg1"/>
                  </a:solidFill>
                </a:rPr>
                <a:t>Muhammad </a:t>
              </a:r>
              <a:r>
                <a:rPr lang="en-US" sz="2000" b="1" dirty="0" smtClean="0">
                  <a:solidFill>
                    <a:schemeClr val="bg1"/>
                  </a:solidFill>
                </a:rPr>
                <a:t>Aaliyaan</a:t>
              </a:r>
            </a:p>
            <a:p>
              <a:pPr algn="ctr">
                <a:lnSpc>
                  <a:spcPct val="200000"/>
                </a:lnSpc>
              </a:pPr>
              <a:endParaRPr lang="en-US" sz="2000" b="1" dirty="0" smtClean="0">
                <a:solidFill>
                  <a:schemeClr val="bg1"/>
                </a:solidFill>
              </a:endParaRPr>
            </a:p>
            <a:p>
              <a:pPr algn="ctr">
                <a:lnSpc>
                  <a:spcPct val="200000"/>
                </a:lnSpc>
              </a:pPr>
              <a:r>
                <a:rPr lang="en-US" sz="2000" b="1" dirty="0" smtClean="0">
                  <a:solidFill>
                    <a:schemeClr val="bg1"/>
                  </a:solidFill>
                </a:rPr>
                <a:t>Junaid Arif</a:t>
              </a:r>
            </a:p>
            <a:p>
              <a:pPr algn="ctr">
                <a:lnSpc>
                  <a:spcPct val="200000"/>
                </a:lnSpc>
              </a:pPr>
              <a:endParaRPr lang="en-US" sz="2000" b="1" dirty="0" smtClean="0">
                <a:solidFill>
                  <a:schemeClr val="bg1"/>
                </a:solidFill>
              </a:endParaRPr>
            </a:p>
            <a:p>
              <a:pPr algn="ctr">
                <a:lnSpc>
                  <a:spcPct val="200000"/>
                </a:lnSpc>
              </a:pPr>
              <a:r>
                <a:rPr lang="en-US" sz="2000" b="1" dirty="0" smtClean="0">
                  <a:solidFill>
                    <a:schemeClr val="bg1"/>
                  </a:solidFill>
                </a:rPr>
                <a:t>Syed Wasil</a:t>
              </a:r>
            </a:p>
            <a:p>
              <a:pPr algn="ctr">
                <a:lnSpc>
                  <a:spcPct val="200000"/>
                </a:lnSpc>
              </a:pPr>
              <a:endParaRPr lang="en-US" sz="2000" b="1" dirty="0" smtClean="0">
                <a:solidFill>
                  <a:schemeClr val="bg1"/>
                </a:solidFill>
              </a:endParaRPr>
            </a:p>
            <a:p>
              <a:pPr algn="ctr">
                <a:lnSpc>
                  <a:spcPct val="200000"/>
                </a:lnSpc>
              </a:pPr>
              <a:r>
                <a:rPr lang="en-US" sz="2000" b="1" dirty="0" smtClean="0">
                  <a:solidFill>
                    <a:schemeClr val="bg1"/>
                  </a:solidFill>
                </a:rPr>
                <a:t>Mesam</a:t>
              </a:r>
              <a:endParaRPr lang="en-US" sz="2000" b="1" dirty="0">
                <a:solidFill>
                  <a:schemeClr val="bg1"/>
                </a:solidFill>
              </a:endParaRPr>
            </a:p>
          </p:txBody>
        </p:sp>
      </p:grpSp>
    </p:spTree>
    <p:extLst>
      <p:ext uri="{BB962C8B-B14F-4D97-AF65-F5344CB8AC3E}">
        <p14:creationId xmlns:p14="http://schemas.microsoft.com/office/powerpoint/2010/main" val="1885007156"/>
      </p:ext>
    </p:extLst>
  </p:cSld>
  <p:clrMapOvr>
    <a:masterClrMapping/>
  </p:clrMapOvr>
  <mc:AlternateContent xmlns:mc="http://schemas.openxmlformats.org/markup-compatibility/2006">
    <mc:Choice xmlns:p14="http://schemas.microsoft.com/office/powerpoint/2010/main" Requires="p14">
      <p:transition p14:dur="0" advTm="2000">
        <p:sndAc>
          <p:stSnd>
            <p:snd r:embed="rId2" name="wind.wav"/>
          </p:stSnd>
        </p:sndAc>
      </p:transition>
    </mc:Choice>
    <mc:Fallback>
      <p:transition advTm="2000">
        <p:sndAc>
          <p:stSnd>
            <p:snd r:embed="rId2" name="wind.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8"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15000" fill="hold"/>
                                        <p:tgtEl>
                                          <p:spTgt spid="2"/>
                                        </p:tgtEl>
                                        <p:attrNameLst>
                                          <p:attrName>ppt_x</p:attrName>
                                        </p:attrNameLst>
                                      </p:cBhvr>
                                      <p:tavLst>
                                        <p:tav tm="0">
                                          <p:val>
                                            <p:strVal val="#ppt_x"/>
                                          </p:val>
                                        </p:tav>
                                        <p:tav tm="100000">
                                          <p:val>
                                            <p:strVal val="#ppt_x"/>
                                          </p:val>
                                        </p:tav>
                                      </p:tavLst>
                                    </p:anim>
                                    <p:anim calcmode="lin" valueType="num">
                                      <p:cBhvr>
                                        <p:cTn id="20" dur="15000" fill="hold"/>
                                        <p:tgtEl>
                                          <p:spTgt spid="2"/>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View">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docProps/app.xml><?xml version="1.0" encoding="utf-8"?>
<Properties xmlns="http://schemas.openxmlformats.org/officeDocument/2006/extended-properties" xmlns:vt="http://schemas.openxmlformats.org/officeDocument/2006/docPropsVTypes">
  <Template>TM03457444[[fn=Basis]]</Template>
  <TotalTime>754</TotalTime>
  <Words>1059</Words>
  <Application>Microsoft Office PowerPoint</Application>
  <PresentationFormat>Widescreen</PresentationFormat>
  <Paragraphs>167</Paragraphs>
  <Slides>10</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10</vt:i4>
      </vt:variant>
    </vt:vector>
  </HeadingPairs>
  <TitlesOfParts>
    <vt:vector size="23" baseType="lpstr">
      <vt:lpstr>Arial</vt:lpstr>
      <vt:lpstr>Arial Black</vt:lpstr>
      <vt:lpstr>Arial Rounded MT Bold</vt:lpstr>
      <vt:lpstr>Calibri</vt:lpstr>
      <vt:lpstr>Calibri Light</vt:lpstr>
      <vt:lpstr>Cambria</vt:lpstr>
      <vt:lpstr>Century Schoolbook</vt:lpstr>
      <vt:lpstr>Cooper Black</vt:lpstr>
      <vt:lpstr>Microsoft Yi Baiti</vt:lpstr>
      <vt:lpstr>Montserrat</vt:lpstr>
      <vt:lpstr>Wingdings 2</vt:lpstr>
      <vt:lpstr>Office Theme</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130</cp:revision>
  <dcterms:created xsi:type="dcterms:W3CDTF">2025-10-28T10:14:51Z</dcterms:created>
  <dcterms:modified xsi:type="dcterms:W3CDTF">2025-11-04T03:32:07Z</dcterms:modified>
</cp:coreProperties>
</file>